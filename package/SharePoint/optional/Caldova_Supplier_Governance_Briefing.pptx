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15968"/>
            <a:ext cx="9144000" cy="827532"/>
          </a:xfrm>
          <a:prstGeom prst="rect">
            <a:avLst/>
          </a:prstGeom>
          <a:solidFill>
            <a:srgbClr val="007F7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943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2B1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CALDOVA PHARMACEUTICALS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5943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Supplier governance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briefing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58368" y="29718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7E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 2026 | Procurement, Quality, and Finance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784848" y="459028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FICTIONAL LAB DATA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007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SNAPSHOT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Supplier portfolio at a glance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61288"/>
            <a:ext cx="8138160" cy="0"/>
          </a:xfrm>
          <a:prstGeom prst="line">
            <a:avLst/>
          </a:prstGeom>
          <a:noFill/>
          <a:ln w="25400">
            <a:solidFill>
              <a:srgbClr val="F2B13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508760"/>
            <a:ext cx="2423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82496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226771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31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monitored suppliers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1508760"/>
            <a:ext cx="2423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1682496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B13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566160" y="226771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31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 supplier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1508760"/>
            <a:ext cx="2423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1682496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4231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355080" y="226771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31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active quality hold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31272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 signal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94360" y="3547872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531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investigations and active quality holds are distinct states. Only an explicit Quality action creates a hold.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007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Invoice review control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61288"/>
            <a:ext cx="8138160" cy="0"/>
          </a:xfrm>
          <a:prstGeom prst="line">
            <a:avLst/>
          </a:prstGeom>
          <a:noFill/>
          <a:ln w="25400">
            <a:solidFill>
              <a:srgbClr val="F2B13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572768"/>
            <a:ext cx="530352" cy="530352"/>
          </a:xfrm>
          <a:prstGeom prst="ellipse">
            <a:avLst/>
          </a:prstGeom>
          <a:solidFill>
            <a:srgbClr val="007F7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91640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61288" y="15544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61288" y="1911096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31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Invoice and current records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50008" y="1828800"/>
            <a:ext cx="201168" cy="0"/>
          </a:xfrm>
          <a:prstGeom prst="line">
            <a:avLst/>
          </a:prstGeom>
          <a:noFill/>
          <a:ln w="19050">
            <a:solidFill>
              <a:srgbClr val="95A5B1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660904" y="1572768"/>
            <a:ext cx="530352" cy="530352"/>
          </a:xfrm>
          <a:prstGeom prst="ellipse">
            <a:avLst/>
          </a:prstGeom>
          <a:solidFill>
            <a:srgbClr val="007F7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60904" y="1691640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19272" y="15544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Ground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319272" y="1911096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31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Contract and approvals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07992" y="1828800"/>
            <a:ext cx="201168" cy="0"/>
          </a:xfrm>
          <a:prstGeom prst="line">
            <a:avLst/>
          </a:prstGeom>
          <a:noFill/>
          <a:ln w="19050">
            <a:solidFill>
              <a:srgbClr val="95A5B1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818888" y="1572768"/>
            <a:ext cx="530352" cy="530352"/>
          </a:xfrm>
          <a:prstGeom prst="ellipse">
            <a:avLst/>
          </a:prstGeom>
          <a:solidFill>
            <a:srgbClr val="007F7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18888" y="1691640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77256" y="15544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Calculate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477256" y="1911096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31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Supported and disputed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665976" y="1828800"/>
            <a:ext cx="201168" cy="0"/>
          </a:xfrm>
          <a:prstGeom prst="line">
            <a:avLst/>
          </a:prstGeom>
          <a:noFill/>
          <a:ln w="19050">
            <a:solidFill>
              <a:srgbClr val="95A5B1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976872" y="1572768"/>
            <a:ext cx="530352" cy="530352"/>
          </a:xfrm>
          <a:prstGeom prst="ellipse">
            <a:avLst/>
          </a:prstGeom>
          <a:solidFill>
            <a:srgbClr val="F2B13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76872" y="1691640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635240" y="15544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Route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635240" y="1911096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31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review when required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4360" y="3182112"/>
            <a:ext cx="7955280" cy="941832"/>
          </a:xfrm>
          <a:prstGeom prst="rect">
            <a:avLst/>
          </a:prstGeom>
          <a:solidFill>
            <a:srgbClr val="DDF3EC"/>
          </a:solidFill>
          <a:ln w="12700">
            <a:solidFill>
              <a:srgbClr val="A9D8C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3438144"/>
            <a:ext cx="7452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review is required above $10,000 disputed, when evidence is incomplete or conflicting, when an active quality hold exists, when arithmetic fails, or when policy is unclear.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943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 boundary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508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B13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assurance agent may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965960"/>
            <a:ext cx="3337560" cy="1645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current records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governed evidence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Calculate and recommend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review brief and log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892040" y="1508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B13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Only an authorized person may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983480" y="1965960"/>
            <a:ext cx="3383280" cy="1645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 or reject an invoice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supplier status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Issue or remove a quality hold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an unsupported charge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43159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DF3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Recommendation is not authorization.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Caldova Pharmaceuticals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Caldova Supplier Governance Briefing</dc:title>
  <dc:subject>Fictional supplier governance briefing for ILL224</dc:subject>
  <dc:creator>Caldova Pharmaceuticals</dc:creator>
  <cp:lastModifiedBy>Caldova Pharmaceuticals</cp:lastModifiedBy>
  <cp:revision>1</cp:revision>
  <dcterms:created xsi:type="dcterms:W3CDTF">2026-09-24T16:46:03Z</dcterms:created>
  <dcterms:modified xsi:type="dcterms:W3CDTF">2026-09-24T16:46:03Z</dcterms:modified>
</cp:coreProperties>
</file>