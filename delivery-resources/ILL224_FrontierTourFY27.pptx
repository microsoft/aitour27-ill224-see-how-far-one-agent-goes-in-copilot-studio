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3.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 id="2147485612" r:id="rId6"/>
    <p:sldMasterId id="2147485641" r:id="rId7"/>
  </p:sldMasterIdLst>
  <p:notesMasterIdLst>
    <p:notesMasterId r:id="rId26"/>
  </p:notesMasterIdLst>
  <p:handoutMasterIdLst>
    <p:handoutMasterId r:id="rId27"/>
  </p:handoutMasterIdLst>
  <p:sldIdLst>
    <p:sldId id="2147479540" r:id="rId8"/>
    <p:sldId id="2147479558" r:id="rId9"/>
    <p:sldId id="2147483403" r:id="rId10"/>
    <p:sldId id="2147483405" r:id="rId11"/>
    <p:sldId id="2147483408" r:id="rId12"/>
    <p:sldId id="2147483412" r:id="rId13"/>
    <p:sldId id="2147483413" r:id="rId14"/>
    <p:sldId id="2147483414" r:id="rId15"/>
    <p:sldId id="2147483415" r:id="rId16"/>
    <p:sldId id="2147483416" r:id="rId17"/>
    <p:sldId id="2147483406" r:id="rId18"/>
    <p:sldId id="2147483407" r:id="rId19"/>
    <p:sldId id="2147483417" r:id="rId20"/>
    <p:sldId id="2147483409" r:id="rId21"/>
    <p:sldId id="2147483410" r:id="rId22"/>
    <p:sldId id="2147483411" r:id="rId23"/>
    <p:sldId id="275" r:id="rId24"/>
    <p:sldId id="277" r:id="rId2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AI Tour 16:9 Template Light" id="{38B656EC-D568-4EF7-8842-9FA1AE1192C9}">
          <p14:sldIdLst>
            <p14:sldId id="2147479540"/>
            <p14:sldId id="2147479558"/>
            <p14:sldId id="2147483403"/>
            <p14:sldId id="2147483405"/>
            <p14:sldId id="2147483408"/>
            <p14:sldId id="2147483412"/>
            <p14:sldId id="2147483413"/>
            <p14:sldId id="2147483414"/>
            <p14:sldId id="2147483415"/>
            <p14:sldId id="2147483416"/>
            <p14:sldId id="2147483406"/>
            <p14:sldId id="2147483407"/>
            <p14:sldId id="2147483417"/>
            <p14:sldId id="2147483409"/>
            <p14:sldId id="2147483410"/>
            <p14:sldId id="2147483411"/>
            <p14:sldId id="275"/>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5E7D3E-F64B-D6F1-0218-A6B756FE6E55}" name="Daniela Siorek (SYNAXIS CORPORATION)" initials="DS" userId="S::v-dsiorek@microsoft.com::622c6b35-66dd-425f-b550-df480cf6e77c" providerId="AD"/>
  <p188:author id="{68A3FA66-5CCF-9292-F18D-750D7359EF5D}" name="Jack Rowbotham" initials="JR" userId="S::jarowbot@microsoft.com::f9915e8c-3839-4e13-aa68-0743ed7af00e" providerId="AD"/>
  <p188:author id="{DDE52995-356C-1131-698B-A1D811511CAC}" name="Dawn Novak" initials="DN" userId="S::dawn@microsoft.com::f21410e5-4db1-4410-9e2d-70d9e972c81b" providerId="AD"/>
  <p188:author id="{0FB8C0C1-E82F-CBA1-C1B9-629A03720797}" name="April Dunnam" initials="AD" userId="S::apdunnam@microsoft.com::562b7256-5259-47b4-83a3-59bfd87a28e0" providerId="AD"/>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8E8"/>
    <a:srgbClr val="BCDFF2"/>
    <a:srgbClr val="C5B4E3"/>
    <a:srgbClr val="463668"/>
    <a:srgbClr val="0078D4"/>
    <a:srgbClr val="E3BFEB"/>
    <a:srgbClr val="FFFFFF"/>
    <a:srgbClr val="D59ED7"/>
    <a:srgbClr val="E1BBE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2462" autoAdjust="0"/>
  </p:normalViewPr>
  <p:slideViewPr>
    <p:cSldViewPr snapToGrid="0">
      <p:cViewPr varScale="1">
        <p:scale>
          <a:sx n="116" d="100"/>
          <a:sy n="116" d="100"/>
        </p:scale>
        <p:origin x="952"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98"/>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8/10/relationships/authors" Targe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commentAuthors" Target="commen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ril Dunnam" userId="S::apdunnam@microsoft.com::562b7256-5259-47b4-83a3-59bfd87a28e0" providerId="AD" clId="Web-{295DA913-312A-0BFC-37FB-C6384EA3DC60}"/>
    <pc:docChg chg="addSld modSld sldOrd modMainMaster modSection">
      <pc:chgData name="April Dunnam" userId="S::apdunnam@microsoft.com::562b7256-5259-47b4-83a3-59bfd87a28e0" providerId="AD" clId="Web-{295DA913-312A-0BFC-37FB-C6384EA3DC60}" dt="2026-09-10T18:19:54.376" v="12"/>
      <pc:docMkLst>
        <pc:docMk/>
      </pc:docMkLst>
      <pc:sldChg chg="modSp mod modTransition modClrScheme chgLayout">
        <pc:chgData name="April Dunnam" userId="S::apdunnam@microsoft.com::562b7256-5259-47b4-83a3-59bfd87a28e0" providerId="AD" clId="Web-{295DA913-312A-0BFC-37FB-C6384EA3DC60}" dt="2026-09-10T18:06:34.126" v="1"/>
        <pc:sldMkLst>
          <pc:docMk/>
          <pc:sldMk cId="143569297" sldId="2147479558"/>
        </pc:sldMkLst>
        <pc:spChg chg="mod">
          <ac:chgData name="April Dunnam" userId="S::apdunnam@microsoft.com::562b7256-5259-47b4-83a3-59bfd87a28e0" providerId="AD" clId="Web-{295DA913-312A-0BFC-37FB-C6384EA3DC60}" dt="2026-09-10T18:06:34.126" v="1"/>
          <ac:spMkLst>
            <pc:docMk/>
            <pc:sldMk cId="143569297" sldId="2147479558"/>
            <ac:spMk id="2" creationId="{9DB265EF-CE90-333A-AE91-4F2DFE26B9A5}"/>
          </ac:spMkLst>
        </pc:spChg>
        <pc:spChg chg="mod">
          <ac:chgData name="April Dunnam" userId="S::apdunnam@microsoft.com::562b7256-5259-47b4-83a3-59bfd87a28e0" providerId="AD" clId="Web-{295DA913-312A-0BFC-37FB-C6384EA3DC60}" dt="2026-09-10T18:06:34.126" v="1"/>
          <ac:spMkLst>
            <pc:docMk/>
            <pc:sldMk cId="143569297" sldId="2147479558"/>
            <ac:spMk id="3" creationId="{13AA93F6-0237-907D-C0B7-ACABF04C7E9B}"/>
          </ac:spMkLst>
        </pc:spChg>
      </pc:sldChg>
      <pc:sldChg chg="mod modTransition">
        <pc:chgData name="April Dunnam" userId="S::apdunnam@microsoft.com::562b7256-5259-47b4-83a3-59bfd87a28e0" providerId="AD" clId="Web-{295DA913-312A-0BFC-37FB-C6384EA3DC60}" dt="2026-09-10T18:06:34.126" v="1"/>
        <pc:sldMkLst>
          <pc:docMk/>
          <pc:sldMk cId="1427822442" sldId="2147483403"/>
        </pc:sldMkLst>
      </pc:sldChg>
      <pc:sldChg chg="modSp">
        <pc:chgData name="April Dunnam" userId="S::apdunnam@microsoft.com::562b7256-5259-47b4-83a3-59bfd87a28e0" providerId="AD" clId="Web-{295DA913-312A-0BFC-37FB-C6384EA3DC60}" dt="2026-09-10T18:06:34.126" v="1"/>
        <pc:sldMkLst>
          <pc:docMk/>
          <pc:sldMk cId="1903684541" sldId="2147483405"/>
        </pc:sldMkLst>
        <pc:picChg chg="mod">
          <ac:chgData name="April Dunnam" userId="S::apdunnam@microsoft.com::562b7256-5259-47b4-83a3-59bfd87a28e0" providerId="AD" clId="Web-{295DA913-312A-0BFC-37FB-C6384EA3DC60}" dt="2026-09-10T18:06:34.126" v="1"/>
          <ac:picMkLst>
            <pc:docMk/>
            <pc:sldMk cId="1903684541" sldId="2147483405"/>
            <ac:picMk id="13" creationId="{D74DAB10-0A3D-F2DD-C97A-37E0D4D86FC6}"/>
          </ac:picMkLst>
        </pc:picChg>
      </pc:sldChg>
      <pc:sldChg chg="modSp mod modTransition modClrScheme chgLayout">
        <pc:chgData name="April Dunnam" userId="S::apdunnam@microsoft.com::562b7256-5259-47b4-83a3-59bfd87a28e0" providerId="AD" clId="Web-{295DA913-312A-0BFC-37FB-C6384EA3DC60}" dt="2026-09-10T18:06:34.126" v="1"/>
        <pc:sldMkLst>
          <pc:docMk/>
          <pc:sldMk cId="1475496235" sldId="2147483409"/>
        </pc:sldMkLst>
        <pc:spChg chg="mod">
          <ac:chgData name="April Dunnam" userId="S::apdunnam@microsoft.com::562b7256-5259-47b4-83a3-59bfd87a28e0" providerId="AD" clId="Web-{295DA913-312A-0BFC-37FB-C6384EA3DC60}" dt="2026-09-10T18:06:34.126" v="1"/>
          <ac:spMkLst>
            <pc:docMk/>
            <pc:sldMk cId="1475496235" sldId="2147483409"/>
            <ac:spMk id="2" creationId="{C773D767-6A75-D0D4-A26E-DF4462EC468E}"/>
          </ac:spMkLst>
        </pc:spChg>
        <pc:spChg chg="mod">
          <ac:chgData name="April Dunnam" userId="S::apdunnam@microsoft.com::562b7256-5259-47b4-83a3-59bfd87a28e0" providerId="AD" clId="Web-{295DA913-312A-0BFC-37FB-C6384EA3DC60}" dt="2026-09-10T18:06:34.126" v="1"/>
          <ac:spMkLst>
            <pc:docMk/>
            <pc:sldMk cId="1475496235" sldId="2147483409"/>
            <ac:spMk id="3" creationId="{8C373BCC-F61F-2BAA-1BE9-D7BE4193A0DE}"/>
          </ac:spMkLst>
        </pc:spChg>
      </pc:sldChg>
      <pc:sldChg chg="modSp mod modTransition">
        <pc:chgData name="April Dunnam" userId="S::apdunnam@microsoft.com::562b7256-5259-47b4-83a3-59bfd87a28e0" providerId="AD" clId="Web-{295DA913-312A-0BFC-37FB-C6384EA3DC60}" dt="2026-09-10T18:06:34.126" v="1"/>
        <pc:sldMkLst>
          <pc:docMk/>
          <pc:sldMk cId="3727265717" sldId="2147483410"/>
        </pc:sldMkLst>
        <pc:picChg chg="mod">
          <ac:chgData name="April Dunnam" userId="S::apdunnam@microsoft.com::562b7256-5259-47b4-83a3-59bfd87a28e0" providerId="AD" clId="Web-{295DA913-312A-0BFC-37FB-C6384EA3DC60}" dt="2026-09-10T18:06:34.126" v="1"/>
          <ac:picMkLst>
            <pc:docMk/>
            <pc:sldMk cId="3727265717" sldId="2147483410"/>
            <ac:picMk id="48" creationId="{42EF1EEE-D69C-B729-9DD2-8D62457523A5}"/>
          </ac:picMkLst>
        </pc:picChg>
      </pc:sldChg>
      <pc:sldChg chg="modSp mod modTransition modClrScheme chgLayout">
        <pc:chgData name="April Dunnam" userId="S::apdunnam@microsoft.com::562b7256-5259-47b4-83a3-59bfd87a28e0" providerId="AD" clId="Web-{295DA913-312A-0BFC-37FB-C6384EA3DC60}" dt="2026-09-10T18:06:34.126" v="1"/>
        <pc:sldMkLst>
          <pc:docMk/>
          <pc:sldMk cId="2638061139" sldId="2147483411"/>
        </pc:sldMkLst>
        <pc:spChg chg="mod">
          <ac:chgData name="April Dunnam" userId="S::apdunnam@microsoft.com::562b7256-5259-47b4-83a3-59bfd87a28e0" providerId="AD" clId="Web-{295DA913-312A-0BFC-37FB-C6384EA3DC60}" dt="2026-09-10T18:06:34.126" v="1"/>
          <ac:spMkLst>
            <pc:docMk/>
            <pc:sldMk cId="2638061139" sldId="2147483411"/>
            <ac:spMk id="9" creationId="{367C8171-661D-D801-BEC8-146B1DCCE953}"/>
          </ac:spMkLst>
        </pc:spChg>
      </pc:sldChg>
      <pc:sldChg chg="modSp modTransition">
        <pc:chgData name="April Dunnam" userId="S::apdunnam@microsoft.com::562b7256-5259-47b4-83a3-59bfd87a28e0" providerId="AD" clId="Web-{295DA913-312A-0BFC-37FB-C6384EA3DC60}" dt="2026-09-10T18:06:34.126" v="1"/>
        <pc:sldMkLst>
          <pc:docMk/>
          <pc:sldMk cId="1187869018" sldId="2147483412"/>
        </pc:sldMkLst>
        <pc:picChg chg="mod">
          <ac:chgData name="April Dunnam" userId="S::apdunnam@microsoft.com::562b7256-5259-47b4-83a3-59bfd87a28e0" providerId="AD" clId="Web-{295DA913-312A-0BFC-37FB-C6384EA3DC60}" dt="2026-09-10T18:06:34.126" v="1"/>
          <ac:picMkLst>
            <pc:docMk/>
            <pc:sldMk cId="1187869018" sldId="2147483412"/>
            <ac:picMk id="5" creationId="{2C874131-2026-1AB2-0516-FF4EA971A4AC}"/>
          </ac:picMkLst>
        </pc:picChg>
      </pc:sldChg>
      <pc:sldChg chg="modTransition">
        <pc:chgData name="April Dunnam" userId="S::apdunnam@microsoft.com::562b7256-5259-47b4-83a3-59bfd87a28e0" providerId="AD" clId="Web-{295DA913-312A-0BFC-37FB-C6384EA3DC60}" dt="2026-09-10T18:06:34.126" v="1"/>
        <pc:sldMkLst>
          <pc:docMk/>
          <pc:sldMk cId="2182123041" sldId="2147483413"/>
        </pc:sldMkLst>
      </pc:sldChg>
      <pc:sldChg chg="modSp">
        <pc:chgData name="April Dunnam" userId="S::apdunnam@microsoft.com::562b7256-5259-47b4-83a3-59bfd87a28e0" providerId="AD" clId="Web-{295DA913-312A-0BFC-37FB-C6384EA3DC60}" dt="2026-09-10T18:06:34.126" v="1"/>
        <pc:sldMkLst>
          <pc:docMk/>
          <pc:sldMk cId="1502416247" sldId="2147483416"/>
        </pc:sldMkLst>
        <pc:picChg chg="mod">
          <ac:chgData name="April Dunnam" userId="S::apdunnam@microsoft.com::562b7256-5259-47b4-83a3-59bfd87a28e0" providerId="AD" clId="Web-{295DA913-312A-0BFC-37FB-C6384EA3DC60}" dt="2026-09-10T18:06:34.126" v="1"/>
          <ac:picMkLst>
            <pc:docMk/>
            <pc:sldMk cId="1502416247" sldId="2147483416"/>
            <ac:picMk id="7" creationId="{E2421F10-8F99-4855-6387-3AA1628A00D4}"/>
          </ac:picMkLst>
        </pc:picChg>
      </pc:sldChg>
      <pc:sldChg chg="modSp add ord">
        <pc:chgData name="April Dunnam" userId="S::apdunnam@microsoft.com::562b7256-5259-47b4-83a3-59bfd87a28e0" providerId="AD" clId="Web-{295DA913-312A-0BFC-37FB-C6384EA3DC60}" dt="2026-09-10T18:19:54.376" v="12"/>
        <pc:sldMkLst>
          <pc:docMk/>
          <pc:sldMk cId="0" sldId="2147483417"/>
        </pc:sldMkLst>
        <pc:spChg chg="mod">
          <ac:chgData name="April Dunnam" userId="S::apdunnam@microsoft.com::562b7256-5259-47b4-83a3-59bfd87a28e0" providerId="AD" clId="Web-{295DA913-312A-0BFC-37FB-C6384EA3DC60}" dt="2026-09-10T18:18:31.045" v="10" actId="20577"/>
          <ac:spMkLst>
            <pc:docMk/>
            <pc:sldMk cId="0" sldId="2147483417"/>
            <ac:spMk id="3" creationId="{836C1743-F27D-1F3F-41E1-BD5177A2B44B}"/>
          </ac:spMkLst>
        </pc:spChg>
        <pc:spChg chg="mod">
          <ac:chgData name="April Dunnam" userId="S::apdunnam@microsoft.com::562b7256-5259-47b4-83a3-59bfd87a28e0" providerId="AD" clId="Web-{295DA913-312A-0BFC-37FB-C6384EA3DC60}" dt="2026-09-10T18:08:32.787" v="2"/>
          <ac:spMkLst>
            <pc:docMk/>
            <pc:sldMk cId="0" sldId="2147483417"/>
            <ac:spMk id="60" creationId="{806BB251-FE3D-67E9-7A1F-FD3D188C61C2}"/>
          </ac:spMkLst>
        </pc:spChg>
        <pc:spChg chg="mod">
          <ac:chgData name="April Dunnam" userId="S::apdunnam@microsoft.com::562b7256-5259-47b4-83a3-59bfd87a28e0" providerId="AD" clId="Web-{295DA913-312A-0BFC-37FB-C6384EA3DC60}" dt="2026-09-10T18:08:32.787" v="2"/>
          <ac:spMkLst>
            <pc:docMk/>
            <pc:sldMk cId="0" sldId="2147483417"/>
            <ac:spMk id="61" creationId="{A8D6BAA3-86D7-3005-FD79-376FA40F41EB}"/>
          </ac:spMkLst>
        </pc:spChg>
        <pc:spChg chg="mod">
          <ac:chgData name="April Dunnam" userId="S::apdunnam@microsoft.com::562b7256-5259-47b4-83a3-59bfd87a28e0" providerId="AD" clId="Web-{295DA913-312A-0BFC-37FB-C6384EA3DC60}" dt="2026-09-10T18:08:32.787" v="2"/>
          <ac:spMkLst>
            <pc:docMk/>
            <pc:sldMk cId="0" sldId="2147483417"/>
            <ac:spMk id="8960" creationId="{7F8BEF5A-7FE2-7422-2591-4F87477C1FB6}"/>
          </ac:spMkLst>
        </pc:spChg>
        <pc:spChg chg="mod">
          <ac:chgData name="April Dunnam" userId="S::apdunnam@microsoft.com::562b7256-5259-47b4-83a3-59bfd87a28e0" providerId="AD" clId="Web-{295DA913-312A-0BFC-37FB-C6384EA3DC60}" dt="2026-09-10T18:08:32.787" v="2"/>
          <ac:spMkLst>
            <pc:docMk/>
            <pc:sldMk cId="0" sldId="2147483417"/>
            <ac:spMk id="8961" creationId="{8F27E2D8-B051-1F17-189C-0C3EB4B789AF}"/>
          </ac:spMkLst>
        </pc:spChg>
        <pc:spChg chg="mod">
          <ac:chgData name="April Dunnam" userId="S::apdunnam@microsoft.com::562b7256-5259-47b4-83a3-59bfd87a28e0" providerId="AD" clId="Web-{295DA913-312A-0BFC-37FB-C6384EA3DC60}" dt="2026-09-10T18:19:05.577" v="11" actId="1076"/>
          <ac:spMkLst>
            <pc:docMk/>
            <pc:sldMk cId="0" sldId="2147483417"/>
            <ac:spMk id="8962" creationId="{FDF18361-88F6-46C0-25FD-A8C1FDE15CE3}"/>
          </ac:spMkLst>
        </pc:spChg>
        <pc:spChg chg="mod">
          <ac:chgData name="April Dunnam" userId="S::apdunnam@microsoft.com::562b7256-5259-47b4-83a3-59bfd87a28e0" providerId="AD" clId="Web-{295DA913-312A-0BFC-37FB-C6384EA3DC60}" dt="2026-09-10T18:08:32.787" v="2"/>
          <ac:spMkLst>
            <pc:docMk/>
            <pc:sldMk cId="0" sldId="2147483417"/>
            <ac:spMk id="8963" creationId="{82073188-21D0-0A06-0987-FD88E04BC4CB}"/>
          </ac:spMkLst>
        </pc:spChg>
        <pc:spChg chg="mod">
          <ac:chgData name="April Dunnam" userId="S::apdunnam@microsoft.com::562b7256-5259-47b4-83a3-59bfd87a28e0" providerId="AD" clId="Web-{295DA913-312A-0BFC-37FB-C6384EA3DC60}" dt="2026-09-10T18:08:32.787" v="2"/>
          <ac:spMkLst>
            <pc:docMk/>
            <pc:sldMk cId="0" sldId="2147483417"/>
            <ac:spMk id="8964" creationId="{4A7AA3FE-46F8-5531-F785-D849C1FD50CA}"/>
          </ac:spMkLst>
        </pc:spChg>
        <pc:spChg chg="mod">
          <ac:chgData name="April Dunnam" userId="S::apdunnam@microsoft.com::562b7256-5259-47b4-83a3-59bfd87a28e0" providerId="AD" clId="Web-{295DA913-312A-0BFC-37FB-C6384EA3DC60}" dt="2026-09-10T18:08:32.787" v="2"/>
          <ac:spMkLst>
            <pc:docMk/>
            <pc:sldMk cId="0" sldId="2147483417"/>
            <ac:spMk id="8965" creationId="{7324E233-45EA-B62C-B59F-11EADB92D7BD}"/>
          </ac:spMkLst>
        </pc:spChg>
        <pc:spChg chg="mod">
          <ac:chgData name="April Dunnam" userId="S::apdunnam@microsoft.com::562b7256-5259-47b4-83a3-59bfd87a28e0" providerId="AD" clId="Web-{295DA913-312A-0BFC-37FB-C6384EA3DC60}" dt="2026-09-10T18:08:32.787" v="2"/>
          <ac:spMkLst>
            <pc:docMk/>
            <pc:sldMk cId="0" sldId="2147483417"/>
            <ac:spMk id="9001" creationId="{00000000-0000-0000-0000-000000000000}"/>
          </ac:spMkLst>
        </pc:spChg>
      </pc:sldChg>
      <pc:sldMasterChg chg="addSldLayout delSldLayout modSldLayout">
        <pc:chgData name="April Dunnam" userId="S::apdunnam@microsoft.com::562b7256-5259-47b4-83a3-59bfd87a28e0" providerId="AD" clId="Web-{295DA913-312A-0BFC-37FB-C6384EA3DC60}" dt="2026-09-10T18:06:34.126" v="1"/>
        <pc:sldMasterMkLst>
          <pc:docMk/>
          <pc:sldMasterMk cId="3418689686" sldId="2147485447"/>
        </pc:sldMasterMkLst>
        <pc:sldLayoutChg chg="add">
          <pc:chgData name="April Dunnam" userId="S::apdunnam@microsoft.com::562b7256-5259-47b4-83a3-59bfd87a28e0" providerId="AD" clId="Web-{295DA913-312A-0BFC-37FB-C6384EA3DC60}" dt="2026-09-10T18:06:34.126" v="1"/>
          <pc:sldLayoutMkLst>
            <pc:docMk/>
            <pc:sldMasterMk cId="3418689686" sldId="2147485447"/>
            <pc:sldLayoutMk cId="163313850" sldId="2147485450"/>
          </pc:sldLayoutMkLst>
        </pc:sldLayoutChg>
        <pc:sldLayoutChg chg="add">
          <pc:chgData name="April Dunnam" userId="S::apdunnam@microsoft.com::562b7256-5259-47b4-83a3-59bfd87a28e0" providerId="AD" clId="Web-{295DA913-312A-0BFC-37FB-C6384EA3DC60}" dt="2026-09-10T18:06:34.126" v="1"/>
          <pc:sldLayoutMkLst>
            <pc:docMk/>
            <pc:sldMasterMk cId="3418689686" sldId="2147485447"/>
            <pc:sldLayoutMk cId="534397086" sldId="2147485451"/>
          </pc:sldLayoutMkLst>
        </pc:sldLayoutChg>
        <pc:sldLayoutChg chg="add">
          <pc:chgData name="April Dunnam" userId="S::apdunnam@microsoft.com::562b7256-5259-47b4-83a3-59bfd87a28e0" providerId="AD" clId="Web-{295DA913-312A-0BFC-37FB-C6384EA3DC60}" dt="2026-09-10T18:06:34.126" v="1"/>
          <pc:sldLayoutMkLst>
            <pc:docMk/>
            <pc:sldMasterMk cId="3418689686" sldId="2147485447"/>
            <pc:sldLayoutMk cId="1556031802" sldId="2147485489"/>
          </pc:sldLayoutMkLst>
        </pc:sldLayoutChg>
        <pc:sldLayoutChg chg="add">
          <pc:chgData name="April Dunnam" userId="S::apdunnam@microsoft.com::562b7256-5259-47b4-83a3-59bfd87a28e0" providerId="AD" clId="Web-{295DA913-312A-0BFC-37FB-C6384EA3DC60}" dt="2026-09-10T18:06:34.126" v="1"/>
          <pc:sldLayoutMkLst>
            <pc:docMk/>
            <pc:sldMasterMk cId="3418689686" sldId="2147485447"/>
            <pc:sldLayoutMk cId="812763992" sldId="2147485490"/>
          </pc:sldLayoutMkLst>
        </pc:sldLayoutChg>
        <pc:sldLayoutChg chg="add">
          <pc:chgData name="April Dunnam" userId="S::apdunnam@microsoft.com::562b7256-5259-47b4-83a3-59bfd87a28e0" providerId="AD" clId="Web-{295DA913-312A-0BFC-37FB-C6384EA3DC60}" dt="2026-09-10T18:06:34.126" v="1"/>
          <pc:sldLayoutMkLst>
            <pc:docMk/>
            <pc:sldMasterMk cId="3418689686" sldId="2147485447"/>
            <pc:sldLayoutMk cId="975556658" sldId="2147485491"/>
          </pc:sldLayoutMkLst>
        </pc:sldLayoutChg>
        <pc:sldLayoutChg chg="add">
          <pc:chgData name="April Dunnam" userId="S::apdunnam@microsoft.com::562b7256-5259-47b4-83a3-59bfd87a28e0" providerId="AD" clId="Web-{295DA913-312A-0BFC-37FB-C6384EA3DC60}" dt="2026-09-10T18:06:34.126" v="1"/>
          <pc:sldLayoutMkLst>
            <pc:docMk/>
            <pc:sldMasterMk cId="3418689686" sldId="2147485447"/>
            <pc:sldLayoutMk cId="2384628188" sldId="2147485492"/>
          </pc:sldLayoutMkLst>
        </pc:sldLayoutChg>
      </pc:sldMasterChg>
      <pc:sldMasterChg chg="addSldLayout delSldLayout modSldLayout">
        <pc:chgData name="April Dunnam" userId="S::apdunnam@microsoft.com::562b7256-5259-47b4-83a3-59bfd87a28e0" providerId="AD" clId="Web-{295DA913-312A-0BFC-37FB-C6384EA3DC60}" dt="2026-09-10T18:06:34.126" v="1"/>
        <pc:sldMasterMkLst>
          <pc:docMk/>
          <pc:sldMasterMk cId="963631770" sldId="2147485551"/>
        </pc:sldMasterMkLst>
        <pc:sldLayoutChg chg="add">
          <pc:chgData name="April Dunnam" userId="S::apdunnam@microsoft.com::562b7256-5259-47b4-83a3-59bfd87a28e0" providerId="AD" clId="Web-{295DA913-312A-0BFC-37FB-C6384EA3DC60}" dt="2026-09-10T18:06:34.126" v="1"/>
          <pc:sldLayoutMkLst>
            <pc:docMk/>
            <pc:sldMasterMk cId="963631770" sldId="2147485551"/>
            <pc:sldLayoutMk cId="1219791365" sldId="2147485554"/>
          </pc:sldLayoutMkLst>
        </pc:sldLayoutChg>
        <pc:sldLayoutChg chg="add">
          <pc:chgData name="April Dunnam" userId="S::apdunnam@microsoft.com::562b7256-5259-47b4-83a3-59bfd87a28e0" providerId="AD" clId="Web-{295DA913-312A-0BFC-37FB-C6384EA3DC60}" dt="2026-09-10T18:06:34.126" v="1"/>
          <pc:sldLayoutMkLst>
            <pc:docMk/>
            <pc:sldMasterMk cId="963631770" sldId="2147485551"/>
            <pc:sldLayoutMk cId="3070971518" sldId="2147485555"/>
          </pc:sldLayoutMkLst>
        </pc:sldLayoutChg>
        <pc:sldLayoutChg chg="add">
          <pc:chgData name="April Dunnam" userId="S::apdunnam@microsoft.com::562b7256-5259-47b4-83a3-59bfd87a28e0" providerId="AD" clId="Web-{295DA913-312A-0BFC-37FB-C6384EA3DC60}" dt="2026-09-10T18:06:34.126" v="1"/>
          <pc:sldLayoutMkLst>
            <pc:docMk/>
            <pc:sldMasterMk cId="963631770" sldId="2147485551"/>
            <pc:sldLayoutMk cId="1859667674" sldId="2147485593"/>
          </pc:sldLayoutMkLst>
        </pc:sldLayoutChg>
        <pc:sldLayoutChg chg="add">
          <pc:chgData name="April Dunnam" userId="S::apdunnam@microsoft.com::562b7256-5259-47b4-83a3-59bfd87a28e0" providerId="AD" clId="Web-{295DA913-312A-0BFC-37FB-C6384EA3DC60}" dt="2026-09-10T18:06:34.126" v="1"/>
          <pc:sldLayoutMkLst>
            <pc:docMk/>
            <pc:sldMasterMk cId="963631770" sldId="2147485551"/>
            <pc:sldLayoutMk cId="3559631928" sldId="2147485594"/>
          </pc:sldLayoutMkLst>
        </pc:sldLayoutChg>
        <pc:sldLayoutChg chg="add">
          <pc:chgData name="April Dunnam" userId="S::apdunnam@microsoft.com::562b7256-5259-47b4-83a3-59bfd87a28e0" providerId="AD" clId="Web-{295DA913-312A-0BFC-37FB-C6384EA3DC60}" dt="2026-09-10T18:06:34.126" v="1"/>
          <pc:sldLayoutMkLst>
            <pc:docMk/>
            <pc:sldMasterMk cId="963631770" sldId="2147485551"/>
            <pc:sldLayoutMk cId="2676985832" sldId="2147485595"/>
          </pc:sldLayoutMkLst>
        </pc:sldLayoutChg>
        <pc:sldLayoutChg chg="add">
          <pc:chgData name="April Dunnam" userId="S::apdunnam@microsoft.com::562b7256-5259-47b4-83a3-59bfd87a28e0" providerId="AD" clId="Web-{295DA913-312A-0BFC-37FB-C6384EA3DC60}" dt="2026-09-10T18:06:34.126" v="1"/>
          <pc:sldLayoutMkLst>
            <pc:docMk/>
            <pc:sldMasterMk cId="963631770" sldId="2147485551"/>
            <pc:sldLayoutMk cId="2673743591" sldId="2147485596"/>
          </pc:sldLayoutMkLst>
        </pc:sldLayoutChg>
      </pc:sldMasterChg>
      <pc:sldMasterChg chg="addSldLayout delSldLayout modSldLayout">
        <pc:chgData name="April Dunnam" userId="S::apdunnam@microsoft.com::562b7256-5259-47b4-83a3-59bfd87a28e0" providerId="AD" clId="Web-{295DA913-312A-0BFC-37FB-C6384EA3DC60}" dt="2026-09-10T18:06:34.126" v="1"/>
        <pc:sldMasterMkLst>
          <pc:docMk/>
          <pc:sldMasterMk cId="1382088274" sldId="2147485612"/>
        </pc:sldMasterMkLst>
        <pc:sldLayoutChg chg="add">
          <pc:chgData name="April Dunnam" userId="S::apdunnam@microsoft.com::562b7256-5259-47b4-83a3-59bfd87a28e0" providerId="AD" clId="Web-{295DA913-312A-0BFC-37FB-C6384EA3DC60}" dt="2026-09-10T18:06:34.126" v="1"/>
          <pc:sldLayoutMkLst>
            <pc:docMk/>
            <pc:sldMasterMk cId="1382088274" sldId="2147485612"/>
            <pc:sldLayoutMk cId="1987798561" sldId="2147485614"/>
          </pc:sldLayoutMkLst>
        </pc:sldLayoutChg>
        <pc:sldLayoutChg chg="add">
          <pc:chgData name="April Dunnam" userId="S::apdunnam@microsoft.com::562b7256-5259-47b4-83a3-59bfd87a28e0" providerId="AD" clId="Web-{295DA913-312A-0BFC-37FB-C6384EA3DC60}" dt="2026-09-10T18:06:34.126" v="1"/>
          <pc:sldLayoutMkLst>
            <pc:docMk/>
            <pc:sldMasterMk cId="1382088274" sldId="2147485612"/>
            <pc:sldLayoutMk cId="441427315" sldId="2147485615"/>
          </pc:sldLayoutMkLst>
        </pc:sldLayoutChg>
        <pc:sldLayoutChg chg="add">
          <pc:chgData name="April Dunnam" userId="S::apdunnam@microsoft.com::562b7256-5259-47b4-83a3-59bfd87a28e0" providerId="AD" clId="Web-{295DA913-312A-0BFC-37FB-C6384EA3DC60}" dt="2026-09-10T18:06:34.126" v="1"/>
          <pc:sldLayoutMkLst>
            <pc:docMk/>
            <pc:sldMasterMk cId="1382088274" sldId="2147485612"/>
            <pc:sldLayoutMk cId="3540087954" sldId="2147485633"/>
          </pc:sldLayoutMkLst>
        </pc:sldLayoutChg>
        <pc:sldLayoutChg chg="add">
          <pc:chgData name="April Dunnam" userId="S::apdunnam@microsoft.com::562b7256-5259-47b4-83a3-59bfd87a28e0" providerId="AD" clId="Web-{295DA913-312A-0BFC-37FB-C6384EA3DC60}" dt="2026-09-10T18:06:34.126" v="1"/>
          <pc:sldLayoutMkLst>
            <pc:docMk/>
            <pc:sldMasterMk cId="1382088274" sldId="2147485612"/>
            <pc:sldLayoutMk cId="3486138303" sldId="2147485634"/>
          </pc:sldLayoutMkLst>
        </pc:sldLayoutChg>
        <pc:sldLayoutChg chg="add">
          <pc:chgData name="April Dunnam" userId="S::apdunnam@microsoft.com::562b7256-5259-47b4-83a3-59bfd87a28e0" providerId="AD" clId="Web-{295DA913-312A-0BFC-37FB-C6384EA3DC60}" dt="2026-09-10T18:06:34.126" v="1"/>
          <pc:sldLayoutMkLst>
            <pc:docMk/>
            <pc:sldMasterMk cId="1382088274" sldId="2147485612"/>
            <pc:sldLayoutMk cId="542205992" sldId="2147485635"/>
          </pc:sldLayoutMkLst>
        </pc:sldLayoutChg>
        <pc:sldLayoutChg chg="add">
          <pc:chgData name="April Dunnam" userId="S::apdunnam@microsoft.com::562b7256-5259-47b4-83a3-59bfd87a28e0" providerId="AD" clId="Web-{295DA913-312A-0BFC-37FB-C6384EA3DC60}" dt="2026-09-10T18:06:34.126" v="1"/>
          <pc:sldLayoutMkLst>
            <pc:docMk/>
            <pc:sldMasterMk cId="1382088274" sldId="2147485612"/>
            <pc:sldLayoutMk cId="3167786911" sldId="2147485636"/>
          </pc:sldLayoutMkLst>
        </pc:sldLayoutChg>
      </pc:sldMasterChg>
    </pc:docChg>
  </pc:docChgLst>
  <pc:docChgLst>
    <pc:chgData name="Melissa Lou (Stinson Communications Inc)" userId="70d3d56c-863d-4fda-8e21-d0b8e13f3008" providerId="ADAL" clId="{3BD619F4-8703-4DC2-BDE6-BDD942613D7D}"/>
    <pc:docChg chg="undo custSel modSld">
      <pc:chgData name="Melissa Lou (Stinson Communications Inc)" userId="70d3d56c-863d-4fda-8e21-d0b8e13f3008" providerId="ADAL" clId="{3BD619F4-8703-4DC2-BDE6-BDD942613D7D}" dt="2026-09-11T15:40:02.745" v="474" actId="207"/>
      <pc:docMkLst>
        <pc:docMk/>
      </pc:docMkLst>
      <pc:sldChg chg="modSp mod">
        <pc:chgData name="Melissa Lou (Stinson Communications Inc)" userId="70d3d56c-863d-4fda-8e21-d0b8e13f3008" providerId="ADAL" clId="{3BD619F4-8703-4DC2-BDE6-BDD942613D7D}" dt="2026-09-11T15:25:29.506" v="77" actId="2711"/>
        <pc:sldMkLst>
          <pc:docMk/>
          <pc:sldMk cId="143569297" sldId="2147479558"/>
        </pc:sldMkLst>
        <pc:spChg chg="mod">
          <ac:chgData name="Melissa Lou (Stinson Communications Inc)" userId="70d3d56c-863d-4fda-8e21-d0b8e13f3008" providerId="ADAL" clId="{3BD619F4-8703-4DC2-BDE6-BDD942613D7D}" dt="2026-09-11T15:25:29.506" v="77" actId="2711"/>
          <ac:spMkLst>
            <pc:docMk/>
            <pc:sldMk cId="143569297" sldId="2147479558"/>
            <ac:spMk id="2" creationId="{9DB265EF-CE90-333A-AE91-4F2DFE26B9A5}"/>
          </ac:spMkLst>
        </pc:spChg>
      </pc:sldChg>
      <pc:sldChg chg="modSp mod modAnim">
        <pc:chgData name="Melissa Lou (Stinson Communications Inc)" userId="70d3d56c-863d-4fda-8e21-d0b8e13f3008" providerId="ADAL" clId="{3BD619F4-8703-4DC2-BDE6-BDD942613D7D}" dt="2026-09-11T15:21:32.428" v="6" actId="14100"/>
        <pc:sldMkLst>
          <pc:docMk/>
          <pc:sldMk cId="1903684541" sldId="2147483405"/>
        </pc:sldMkLst>
        <pc:cxnChg chg="mod">
          <ac:chgData name="Melissa Lou (Stinson Communications Inc)" userId="70d3d56c-863d-4fda-8e21-d0b8e13f3008" providerId="ADAL" clId="{3BD619F4-8703-4DC2-BDE6-BDD942613D7D}" dt="2026-09-11T15:21:32.428" v="6" actId="14100"/>
          <ac:cxnSpMkLst>
            <pc:docMk/>
            <pc:sldMk cId="1903684541" sldId="2147483405"/>
            <ac:cxnSpMk id="142" creationId="{29201D72-E4D2-1E54-0ACB-3BD34890C519}"/>
          </ac:cxnSpMkLst>
        </pc:cxnChg>
        <pc:cxnChg chg="mod">
          <ac:chgData name="Melissa Lou (Stinson Communications Inc)" userId="70d3d56c-863d-4fda-8e21-d0b8e13f3008" providerId="ADAL" clId="{3BD619F4-8703-4DC2-BDE6-BDD942613D7D}" dt="2026-09-11T15:21:30.011" v="5" actId="14100"/>
          <ac:cxnSpMkLst>
            <pc:docMk/>
            <pc:sldMk cId="1903684541" sldId="2147483405"/>
            <ac:cxnSpMk id="143" creationId="{39633A09-83C9-4B9B-3D91-C7CC448C25C9}"/>
          </ac:cxnSpMkLst>
        </pc:cxnChg>
        <pc:cxnChg chg="mod">
          <ac:chgData name="Melissa Lou (Stinson Communications Inc)" userId="70d3d56c-863d-4fda-8e21-d0b8e13f3008" providerId="ADAL" clId="{3BD619F4-8703-4DC2-BDE6-BDD942613D7D}" dt="2026-09-11T15:21:24.629" v="4" actId="14100"/>
          <ac:cxnSpMkLst>
            <pc:docMk/>
            <pc:sldMk cId="1903684541" sldId="2147483405"/>
            <ac:cxnSpMk id="160" creationId="{27BF121E-CB4E-D486-73AB-930D1A40A48E}"/>
          </ac:cxnSpMkLst>
        </pc:cxnChg>
        <pc:cxnChg chg="mod">
          <ac:chgData name="Melissa Lou (Stinson Communications Inc)" userId="70d3d56c-863d-4fda-8e21-d0b8e13f3008" providerId="ADAL" clId="{3BD619F4-8703-4DC2-BDE6-BDD942613D7D}" dt="2026-09-11T15:21:22.347" v="3" actId="14100"/>
          <ac:cxnSpMkLst>
            <pc:docMk/>
            <pc:sldMk cId="1903684541" sldId="2147483405"/>
            <ac:cxnSpMk id="161" creationId="{4C636D0D-EBAF-C9D1-0699-31F4ED1CCF20}"/>
          </ac:cxnSpMkLst>
        </pc:cxnChg>
        <pc:cxnChg chg="mod">
          <ac:chgData name="Melissa Lou (Stinson Communications Inc)" userId="70d3d56c-863d-4fda-8e21-d0b8e13f3008" providerId="ADAL" clId="{3BD619F4-8703-4DC2-BDE6-BDD942613D7D}" dt="2026-09-11T15:21:19.320" v="2" actId="14100"/>
          <ac:cxnSpMkLst>
            <pc:docMk/>
            <pc:sldMk cId="1903684541" sldId="2147483405"/>
            <ac:cxnSpMk id="162" creationId="{25F9041C-6498-CB1D-E017-7FD291C87C1D}"/>
          </ac:cxnSpMkLst>
        </pc:cxnChg>
        <pc:cxnChg chg="mod">
          <ac:chgData name="Melissa Lou (Stinson Communications Inc)" userId="70d3d56c-863d-4fda-8e21-d0b8e13f3008" providerId="ADAL" clId="{3BD619F4-8703-4DC2-BDE6-BDD942613D7D}" dt="2026-09-11T15:21:17.308" v="1" actId="14100"/>
          <ac:cxnSpMkLst>
            <pc:docMk/>
            <pc:sldMk cId="1903684541" sldId="2147483405"/>
            <ac:cxnSpMk id="163" creationId="{21DA57F8-5D93-42B6-C9C8-8771FB737CF0}"/>
          </ac:cxnSpMkLst>
        </pc:cxnChg>
      </pc:sldChg>
      <pc:sldChg chg="modSp mod">
        <pc:chgData name="Melissa Lou (Stinson Communications Inc)" userId="70d3d56c-863d-4fda-8e21-d0b8e13f3008" providerId="ADAL" clId="{3BD619F4-8703-4DC2-BDE6-BDD942613D7D}" dt="2026-09-11T15:37:50.741" v="472" actId="207"/>
        <pc:sldMkLst>
          <pc:docMk/>
          <pc:sldMk cId="487568007" sldId="2147483406"/>
        </pc:sldMkLst>
        <pc:spChg chg="mod ord">
          <ac:chgData name="Melissa Lou (Stinson Communications Inc)" userId="70d3d56c-863d-4fda-8e21-d0b8e13f3008" providerId="ADAL" clId="{3BD619F4-8703-4DC2-BDE6-BDD942613D7D}" dt="2026-09-11T15:37:45.815" v="471" actId="167"/>
          <ac:spMkLst>
            <pc:docMk/>
            <pc:sldMk cId="487568007" sldId="2147483406"/>
            <ac:spMk id="3" creationId="{C79184C1-765C-AF18-2540-70075401ECE1}"/>
          </ac:spMkLst>
        </pc:spChg>
        <pc:spChg chg="mod ord">
          <ac:chgData name="Melissa Lou (Stinson Communications Inc)" userId="70d3d56c-863d-4fda-8e21-d0b8e13f3008" providerId="ADAL" clId="{3BD619F4-8703-4DC2-BDE6-BDD942613D7D}" dt="2026-09-11T15:37:45.815" v="471" actId="167"/>
          <ac:spMkLst>
            <pc:docMk/>
            <pc:sldMk cId="487568007" sldId="2147483406"/>
            <ac:spMk id="5" creationId="{96EB5254-8B64-909F-FBB4-BC6341DF4248}"/>
          </ac:spMkLst>
        </pc:spChg>
        <pc:spChg chg="mod ord">
          <ac:chgData name="Melissa Lou (Stinson Communications Inc)" userId="70d3d56c-863d-4fda-8e21-d0b8e13f3008" providerId="ADAL" clId="{3BD619F4-8703-4DC2-BDE6-BDD942613D7D}" dt="2026-09-11T15:37:45.815" v="471" actId="167"/>
          <ac:spMkLst>
            <pc:docMk/>
            <pc:sldMk cId="487568007" sldId="2147483406"/>
            <ac:spMk id="6" creationId="{985AA4EC-5228-7748-CDF5-64F7460EFA6D}"/>
          </ac:spMkLst>
        </pc:spChg>
        <pc:spChg chg="ord">
          <ac:chgData name="Melissa Lou (Stinson Communications Inc)" userId="70d3d56c-863d-4fda-8e21-d0b8e13f3008" providerId="ADAL" clId="{3BD619F4-8703-4DC2-BDE6-BDD942613D7D}" dt="2026-09-11T15:37:45.815" v="471" actId="167"/>
          <ac:spMkLst>
            <pc:docMk/>
            <pc:sldMk cId="487568007" sldId="2147483406"/>
            <ac:spMk id="11" creationId="{CD17E89A-FA17-2982-07C9-DF6E88903223}"/>
          </ac:spMkLst>
        </pc:spChg>
        <pc:spChg chg="ord">
          <ac:chgData name="Melissa Lou (Stinson Communications Inc)" userId="70d3d56c-863d-4fda-8e21-d0b8e13f3008" providerId="ADAL" clId="{3BD619F4-8703-4DC2-BDE6-BDD942613D7D}" dt="2026-09-11T15:37:45.815" v="471" actId="167"/>
          <ac:spMkLst>
            <pc:docMk/>
            <pc:sldMk cId="487568007" sldId="2147483406"/>
            <ac:spMk id="17" creationId="{E31384C8-C074-5C9F-5F64-C16956A45B1C}"/>
          </ac:spMkLst>
        </pc:spChg>
        <pc:spChg chg="ord">
          <ac:chgData name="Melissa Lou (Stinson Communications Inc)" userId="70d3d56c-863d-4fda-8e21-d0b8e13f3008" providerId="ADAL" clId="{3BD619F4-8703-4DC2-BDE6-BDD942613D7D}" dt="2026-09-11T15:37:45.815" v="471" actId="167"/>
          <ac:spMkLst>
            <pc:docMk/>
            <pc:sldMk cId="487568007" sldId="2147483406"/>
            <ac:spMk id="18" creationId="{9F1A0590-0C32-31B2-DF79-4B054A4A0D66}"/>
          </ac:spMkLst>
        </pc:spChg>
        <pc:spChg chg="ord">
          <ac:chgData name="Melissa Lou (Stinson Communications Inc)" userId="70d3d56c-863d-4fda-8e21-d0b8e13f3008" providerId="ADAL" clId="{3BD619F4-8703-4DC2-BDE6-BDD942613D7D}" dt="2026-09-11T15:37:45.815" v="471" actId="167"/>
          <ac:spMkLst>
            <pc:docMk/>
            <pc:sldMk cId="487568007" sldId="2147483406"/>
            <ac:spMk id="19" creationId="{F55FE648-93A4-49AF-A79A-032FE905D2DF}"/>
          </ac:spMkLst>
        </pc:spChg>
        <pc:spChg chg="ord">
          <ac:chgData name="Melissa Lou (Stinson Communications Inc)" userId="70d3d56c-863d-4fda-8e21-d0b8e13f3008" providerId="ADAL" clId="{3BD619F4-8703-4DC2-BDE6-BDD942613D7D}" dt="2026-09-11T15:37:45.815" v="471" actId="167"/>
          <ac:spMkLst>
            <pc:docMk/>
            <pc:sldMk cId="487568007" sldId="2147483406"/>
            <ac:spMk id="20" creationId="{8AF5F11B-A1E8-B589-5025-4935C491557B}"/>
          </ac:spMkLst>
        </pc:spChg>
        <pc:spChg chg="mod ord">
          <ac:chgData name="Melissa Lou (Stinson Communications Inc)" userId="70d3d56c-863d-4fda-8e21-d0b8e13f3008" providerId="ADAL" clId="{3BD619F4-8703-4DC2-BDE6-BDD942613D7D}" dt="2026-09-11T15:37:50.741" v="472" actId="207"/>
          <ac:spMkLst>
            <pc:docMk/>
            <pc:sldMk cId="487568007" sldId="2147483406"/>
            <ac:spMk id="9301" creationId="{00000000-0000-0000-0000-000000000000}"/>
          </ac:spMkLst>
        </pc:spChg>
        <pc:grpChg chg="ord">
          <ac:chgData name="Melissa Lou (Stinson Communications Inc)" userId="70d3d56c-863d-4fda-8e21-d0b8e13f3008" providerId="ADAL" clId="{3BD619F4-8703-4DC2-BDE6-BDD942613D7D}" dt="2026-09-11T15:37:45.815" v="471" actId="167"/>
          <ac:grpSpMkLst>
            <pc:docMk/>
            <pc:sldMk cId="487568007" sldId="2147483406"/>
            <ac:grpSpMk id="8" creationId="{E0A49701-950D-713D-36AC-6D079866E01D}"/>
          </ac:grpSpMkLst>
        </pc:grpChg>
      </pc:sldChg>
      <pc:sldChg chg="modSp">
        <pc:chgData name="Melissa Lou (Stinson Communications Inc)" userId="70d3d56c-863d-4fda-8e21-d0b8e13f3008" providerId="ADAL" clId="{3BD619F4-8703-4DC2-BDE6-BDD942613D7D}" dt="2026-09-11T15:25:54.442" v="78" actId="207"/>
        <pc:sldMkLst>
          <pc:docMk/>
          <pc:sldMk cId="2936697722" sldId="2147483407"/>
        </pc:sldMkLst>
        <pc:spChg chg="mod">
          <ac:chgData name="Melissa Lou (Stinson Communications Inc)" userId="70d3d56c-863d-4fda-8e21-d0b8e13f3008" providerId="ADAL" clId="{3BD619F4-8703-4DC2-BDE6-BDD942613D7D}" dt="2026-09-11T15:25:54.442" v="78" actId="207"/>
          <ac:spMkLst>
            <pc:docMk/>
            <pc:sldMk cId="2936697722" sldId="2147483407"/>
            <ac:spMk id="5" creationId="{EA24C715-4F9A-4AA9-09A9-E11D8013777B}"/>
          </ac:spMkLst>
        </pc:spChg>
        <pc:spChg chg="mod">
          <ac:chgData name="Melissa Lou (Stinson Communications Inc)" userId="70d3d56c-863d-4fda-8e21-d0b8e13f3008" providerId="ADAL" clId="{3BD619F4-8703-4DC2-BDE6-BDD942613D7D}" dt="2026-09-11T15:25:54.442" v="78" actId="207"/>
          <ac:spMkLst>
            <pc:docMk/>
            <pc:sldMk cId="2936697722" sldId="2147483407"/>
            <ac:spMk id="9404" creationId="{00000000-0000-0000-0000-000000000000}"/>
          </ac:spMkLst>
        </pc:spChg>
        <pc:spChg chg="mod">
          <ac:chgData name="Melissa Lou (Stinson Communications Inc)" userId="70d3d56c-863d-4fda-8e21-d0b8e13f3008" providerId="ADAL" clId="{3BD619F4-8703-4DC2-BDE6-BDD942613D7D}" dt="2026-09-11T15:25:54.442" v="78" actId="207"/>
          <ac:spMkLst>
            <pc:docMk/>
            <pc:sldMk cId="2936697722" sldId="2147483407"/>
            <ac:spMk id="9406" creationId="{00000000-0000-0000-0000-000000000000}"/>
          </ac:spMkLst>
        </pc:spChg>
      </pc:sldChg>
      <pc:sldChg chg="modSp">
        <pc:chgData name="Melissa Lou (Stinson Communications Inc)" userId="70d3d56c-863d-4fda-8e21-d0b8e13f3008" providerId="ADAL" clId="{3BD619F4-8703-4DC2-BDE6-BDD942613D7D}" dt="2026-09-11T15:26:55.613" v="86"/>
        <pc:sldMkLst>
          <pc:docMk/>
          <pc:sldMk cId="354976872" sldId="2147483408"/>
        </pc:sldMkLst>
        <pc:spChg chg="mod">
          <ac:chgData name="Melissa Lou (Stinson Communications Inc)" userId="70d3d56c-863d-4fda-8e21-d0b8e13f3008" providerId="ADAL" clId="{3BD619F4-8703-4DC2-BDE6-BDD942613D7D}" dt="2026-09-11T15:26:55.613" v="86"/>
          <ac:spMkLst>
            <pc:docMk/>
            <pc:sldMk cId="354976872" sldId="2147483408"/>
            <ac:spMk id="3" creationId="{836C1743-F27D-1F3F-41E1-BD5177A2B44B}"/>
          </ac:spMkLst>
        </pc:spChg>
      </pc:sldChg>
      <pc:sldChg chg="modSp mod">
        <pc:chgData name="Melissa Lou (Stinson Communications Inc)" userId="70d3d56c-863d-4fda-8e21-d0b8e13f3008" providerId="ADAL" clId="{3BD619F4-8703-4DC2-BDE6-BDD942613D7D}" dt="2026-09-11T15:40:02.745" v="474" actId="207"/>
        <pc:sldMkLst>
          <pc:docMk/>
          <pc:sldMk cId="2182123041" sldId="2147483413"/>
        </pc:sldMkLst>
        <pc:spChg chg="mod">
          <ac:chgData name="Melissa Lou (Stinson Communications Inc)" userId="70d3d56c-863d-4fda-8e21-d0b8e13f3008" providerId="ADAL" clId="{3BD619F4-8703-4DC2-BDE6-BDD942613D7D}" dt="2026-09-11T15:26:29.221" v="84" actId="207"/>
          <ac:spMkLst>
            <pc:docMk/>
            <pc:sldMk cId="2182123041" sldId="2147483413"/>
            <ac:spMk id="36" creationId="{FE1AEB38-C381-D2E6-8E3D-557F756E317D}"/>
          </ac:spMkLst>
        </pc:spChg>
        <pc:spChg chg="mod">
          <ac:chgData name="Melissa Lou (Stinson Communications Inc)" userId="70d3d56c-863d-4fda-8e21-d0b8e13f3008" providerId="ADAL" clId="{3BD619F4-8703-4DC2-BDE6-BDD942613D7D}" dt="2026-09-11T15:26:29.221" v="84" actId="207"/>
          <ac:spMkLst>
            <pc:docMk/>
            <pc:sldMk cId="2182123041" sldId="2147483413"/>
            <ac:spMk id="38" creationId="{5C16ADA1-E45E-4832-F45E-15BD1B058A8E}"/>
          </ac:spMkLst>
        </pc:spChg>
        <pc:spChg chg="mod">
          <ac:chgData name="Melissa Lou (Stinson Communications Inc)" userId="70d3d56c-863d-4fda-8e21-d0b8e13f3008" providerId="ADAL" clId="{3BD619F4-8703-4DC2-BDE6-BDD942613D7D}" dt="2026-09-11T15:26:29.221" v="84" actId="207"/>
          <ac:spMkLst>
            <pc:docMk/>
            <pc:sldMk cId="2182123041" sldId="2147483413"/>
            <ac:spMk id="39" creationId="{5A79535F-4432-1D7F-073F-A9E00ACC88F3}"/>
          </ac:spMkLst>
        </pc:spChg>
        <pc:spChg chg="mod">
          <ac:chgData name="Melissa Lou (Stinson Communications Inc)" userId="70d3d56c-863d-4fda-8e21-d0b8e13f3008" providerId="ADAL" clId="{3BD619F4-8703-4DC2-BDE6-BDD942613D7D}" dt="2026-09-11T15:26:29.221" v="84" actId="207"/>
          <ac:spMkLst>
            <pc:docMk/>
            <pc:sldMk cId="2182123041" sldId="2147483413"/>
            <ac:spMk id="9502"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03"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06"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07" creationId="{00000000-0000-0000-0000-000000000000}"/>
          </ac:spMkLst>
        </pc:spChg>
        <pc:spChg chg="mod">
          <ac:chgData name="Melissa Lou (Stinson Communications Inc)" userId="70d3d56c-863d-4fda-8e21-d0b8e13f3008" providerId="ADAL" clId="{3BD619F4-8703-4DC2-BDE6-BDD942613D7D}" dt="2026-09-11T15:40:00.072" v="473" actId="207"/>
          <ac:spMkLst>
            <pc:docMk/>
            <pc:sldMk cId="2182123041" sldId="2147483413"/>
            <ac:spMk id="9509"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10"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12" creationId="{00000000-0000-0000-0000-000000000000}"/>
          </ac:spMkLst>
        </pc:spChg>
        <pc:spChg chg="mod">
          <ac:chgData name="Melissa Lou (Stinson Communications Inc)" userId="70d3d56c-863d-4fda-8e21-d0b8e13f3008" providerId="ADAL" clId="{3BD619F4-8703-4DC2-BDE6-BDD942613D7D}" dt="2026-09-11T15:26:29.221" v="84" actId="207"/>
          <ac:spMkLst>
            <pc:docMk/>
            <pc:sldMk cId="2182123041" sldId="2147483413"/>
            <ac:spMk id="9520" creationId="{00000000-0000-0000-0000-000000000000}"/>
          </ac:spMkLst>
        </pc:spChg>
        <pc:spChg chg="mod">
          <ac:chgData name="Melissa Lou (Stinson Communications Inc)" userId="70d3d56c-863d-4fda-8e21-d0b8e13f3008" providerId="ADAL" clId="{3BD619F4-8703-4DC2-BDE6-BDD942613D7D}" dt="2026-09-11T15:40:02.745" v="474" actId="207"/>
          <ac:spMkLst>
            <pc:docMk/>
            <pc:sldMk cId="2182123041" sldId="2147483413"/>
            <ac:spMk id="9521" creationId="{00000000-0000-0000-0000-000000000000}"/>
          </ac:spMkLst>
        </pc:spChg>
      </pc:sldChg>
      <pc:sldChg chg="modSp">
        <pc:chgData name="Melissa Lou (Stinson Communications Inc)" userId="70d3d56c-863d-4fda-8e21-d0b8e13f3008" providerId="ADAL" clId="{3BD619F4-8703-4DC2-BDE6-BDD942613D7D}" dt="2026-09-11T15:26:16.951" v="83" actId="207"/>
        <pc:sldMkLst>
          <pc:docMk/>
          <pc:sldMk cId="1502416247" sldId="2147483416"/>
        </pc:sldMkLst>
        <pc:spChg chg="mod">
          <ac:chgData name="Melissa Lou (Stinson Communications Inc)" userId="70d3d56c-863d-4fda-8e21-d0b8e13f3008" providerId="ADAL" clId="{3BD619F4-8703-4DC2-BDE6-BDD942613D7D}" dt="2026-09-11T15:26:16.951" v="83" actId="207"/>
          <ac:spMkLst>
            <pc:docMk/>
            <pc:sldMk cId="1502416247" sldId="2147483416"/>
            <ac:spMk id="9201" creationId="{00000000-0000-0000-0000-000000000000}"/>
          </ac:spMkLst>
        </pc:spChg>
        <pc:spChg chg="mod">
          <ac:chgData name="Melissa Lou (Stinson Communications Inc)" userId="70d3d56c-863d-4fda-8e21-d0b8e13f3008" providerId="ADAL" clId="{3BD619F4-8703-4DC2-BDE6-BDD942613D7D}" dt="2026-09-11T15:26:14.721" v="82" actId="207"/>
          <ac:spMkLst>
            <pc:docMk/>
            <pc:sldMk cId="1502416247" sldId="2147483416"/>
            <ac:spMk id="9202" creationId="{00000000-0000-0000-0000-000000000000}"/>
          </ac:spMkLst>
        </pc:spChg>
        <pc:spChg chg="mod">
          <ac:chgData name="Melissa Lou (Stinson Communications Inc)" userId="70d3d56c-863d-4fda-8e21-d0b8e13f3008" providerId="ADAL" clId="{3BD619F4-8703-4DC2-BDE6-BDD942613D7D}" dt="2026-09-11T15:26:10.449" v="81" actId="207"/>
          <ac:spMkLst>
            <pc:docMk/>
            <pc:sldMk cId="1502416247" sldId="2147483416"/>
            <ac:spMk id="9203" creationId="{00000000-0000-0000-0000-000000000000}"/>
          </ac:spMkLst>
        </pc:spChg>
        <pc:spChg chg="mod">
          <ac:chgData name="Melissa Lou (Stinson Communications Inc)" userId="70d3d56c-863d-4fda-8e21-d0b8e13f3008" providerId="ADAL" clId="{3BD619F4-8703-4DC2-BDE6-BDD942613D7D}" dt="2026-09-11T15:26:14.721" v="82" actId="207"/>
          <ac:spMkLst>
            <pc:docMk/>
            <pc:sldMk cId="1502416247" sldId="2147483416"/>
            <ac:spMk id="9204" creationId="{00000000-0000-0000-0000-000000000000}"/>
          </ac:spMkLst>
        </pc:spChg>
        <pc:spChg chg="mod">
          <ac:chgData name="Melissa Lou (Stinson Communications Inc)" userId="70d3d56c-863d-4fda-8e21-d0b8e13f3008" providerId="ADAL" clId="{3BD619F4-8703-4DC2-BDE6-BDD942613D7D}" dt="2026-09-11T15:26:10.449" v="81" actId="207"/>
          <ac:spMkLst>
            <pc:docMk/>
            <pc:sldMk cId="1502416247" sldId="2147483416"/>
            <ac:spMk id="9205" creationId="{00000000-0000-0000-0000-000000000000}"/>
          </ac:spMkLst>
        </pc:spChg>
        <pc:spChg chg="mod">
          <ac:chgData name="Melissa Lou (Stinson Communications Inc)" userId="70d3d56c-863d-4fda-8e21-d0b8e13f3008" providerId="ADAL" clId="{3BD619F4-8703-4DC2-BDE6-BDD942613D7D}" dt="2026-09-11T15:26:14.721" v="82" actId="207"/>
          <ac:spMkLst>
            <pc:docMk/>
            <pc:sldMk cId="1502416247" sldId="2147483416"/>
            <ac:spMk id="9206" creationId="{00000000-0000-0000-0000-000000000000}"/>
          </ac:spMkLst>
        </pc:spChg>
        <pc:spChg chg="mod">
          <ac:chgData name="Melissa Lou (Stinson Communications Inc)" userId="70d3d56c-863d-4fda-8e21-d0b8e13f3008" providerId="ADAL" clId="{3BD619F4-8703-4DC2-BDE6-BDD942613D7D}" dt="2026-09-11T15:26:07.749" v="80" actId="207"/>
          <ac:spMkLst>
            <pc:docMk/>
            <pc:sldMk cId="1502416247" sldId="2147483416"/>
            <ac:spMk id="9207" creationId="{00000000-0000-0000-0000-000000000000}"/>
          </ac:spMkLst>
        </pc:spChg>
        <pc:spChg chg="mod">
          <ac:chgData name="Melissa Lou (Stinson Communications Inc)" userId="70d3d56c-863d-4fda-8e21-d0b8e13f3008" providerId="ADAL" clId="{3BD619F4-8703-4DC2-BDE6-BDD942613D7D}" dt="2026-09-11T15:26:14.721" v="82" actId="207"/>
          <ac:spMkLst>
            <pc:docMk/>
            <pc:sldMk cId="1502416247" sldId="2147483416"/>
            <ac:spMk id="9208" creationId="{00000000-0000-0000-0000-000000000000}"/>
          </ac:spMkLst>
        </pc:spChg>
        <pc:spChg chg="mod">
          <ac:chgData name="Melissa Lou (Stinson Communications Inc)" userId="70d3d56c-863d-4fda-8e21-d0b8e13f3008" providerId="ADAL" clId="{3BD619F4-8703-4DC2-BDE6-BDD942613D7D}" dt="2026-09-11T15:26:10.449" v="81" actId="207"/>
          <ac:spMkLst>
            <pc:docMk/>
            <pc:sldMk cId="1502416247" sldId="2147483416"/>
            <ac:spMk id="9209" creationId="{00000000-0000-0000-0000-000000000000}"/>
          </ac:spMkLst>
        </pc:spChg>
      </pc:sldChg>
      <pc:sldChg chg="addSp delSp modSp mod delAnim modAnim">
        <pc:chgData name="Melissa Lou (Stinson Communications Inc)" userId="70d3d56c-863d-4fda-8e21-d0b8e13f3008" providerId="ADAL" clId="{3BD619F4-8703-4DC2-BDE6-BDD942613D7D}" dt="2026-09-11T15:36:47.779" v="143" actId="962"/>
        <pc:sldMkLst>
          <pc:docMk/>
          <pc:sldMk cId="0" sldId="2147483417"/>
        </pc:sldMkLst>
        <pc:spChg chg="mod">
          <ac:chgData name="Melissa Lou (Stinson Communications Inc)" userId="70d3d56c-863d-4fda-8e21-d0b8e13f3008" providerId="ADAL" clId="{3BD619F4-8703-4DC2-BDE6-BDD942613D7D}" dt="2026-09-11T15:24:26.096" v="55"/>
          <ac:spMkLst>
            <pc:docMk/>
            <pc:sldMk cId="0" sldId="2147483417"/>
            <ac:spMk id="2" creationId="{52ABFC8D-637E-5AF7-77CB-5D316F597D34}"/>
          </ac:spMkLst>
        </pc:spChg>
        <pc:spChg chg="mod">
          <ac:chgData name="Melissa Lou (Stinson Communications Inc)" userId="70d3d56c-863d-4fda-8e21-d0b8e13f3008" providerId="ADAL" clId="{3BD619F4-8703-4DC2-BDE6-BDD942613D7D}" dt="2026-09-11T15:24:58.890" v="73"/>
          <ac:spMkLst>
            <pc:docMk/>
            <pc:sldMk cId="0" sldId="2147483417"/>
            <ac:spMk id="3" creationId="{836C1743-F27D-1F3F-41E1-BD5177A2B44B}"/>
          </ac:spMkLst>
        </pc:spChg>
        <pc:spChg chg="mod">
          <ac:chgData name="Melissa Lou (Stinson Communications Inc)" userId="70d3d56c-863d-4fda-8e21-d0b8e13f3008" providerId="ADAL" clId="{3BD619F4-8703-4DC2-BDE6-BDD942613D7D}" dt="2026-09-11T15:24:25.152" v="51"/>
          <ac:spMkLst>
            <pc:docMk/>
            <pc:sldMk cId="0" sldId="2147483417"/>
            <ac:spMk id="4" creationId="{77CAC0B6-B7D7-4842-93E2-500EC2BA3371}"/>
          </ac:spMkLst>
        </pc:spChg>
        <pc:spChg chg="mod">
          <ac:chgData name="Melissa Lou (Stinson Communications Inc)" userId="70d3d56c-863d-4fda-8e21-d0b8e13f3008" providerId="ADAL" clId="{3BD619F4-8703-4DC2-BDE6-BDD942613D7D}" dt="2026-09-11T15:24:24.116" v="47"/>
          <ac:spMkLst>
            <pc:docMk/>
            <pc:sldMk cId="0" sldId="2147483417"/>
            <ac:spMk id="5" creationId="{3C3BED10-9FD9-7E9D-8876-10C04C911456}"/>
          </ac:spMkLst>
        </pc:spChg>
        <pc:spChg chg="mod">
          <ac:chgData name="Melissa Lou (Stinson Communications Inc)" userId="70d3d56c-863d-4fda-8e21-d0b8e13f3008" providerId="ADAL" clId="{3BD619F4-8703-4DC2-BDE6-BDD942613D7D}" dt="2026-09-11T15:24:36.400" v="62"/>
          <ac:spMkLst>
            <pc:docMk/>
            <pc:sldMk cId="0" sldId="2147483417"/>
            <ac:spMk id="60" creationId="{806BB251-FE3D-67E9-7A1F-FD3D188C61C2}"/>
          </ac:spMkLst>
        </pc:spChg>
        <pc:spChg chg="mod">
          <ac:chgData name="Melissa Lou (Stinson Communications Inc)" userId="70d3d56c-863d-4fda-8e21-d0b8e13f3008" providerId="ADAL" clId="{3BD619F4-8703-4DC2-BDE6-BDD942613D7D}" dt="2026-09-11T15:24:31.449" v="60" actId="1036"/>
          <ac:spMkLst>
            <pc:docMk/>
            <pc:sldMk cId="0" sldId="2147483417"/>
            <ac:spMk id="62" creationId="{9C4D6446-1F28-97CE-6AC6-C8604CDE99DE}"/>
          </ac:spMkLst>
        </pc:spChg>
        <pc:spChg chg="mod">
          <ac:chgData name="Melissa Lou (Stinson Communications Inc)" userId="70d3d56c-863d-4fda-8e21-d0b8e13f3008" providerId="ADAL" clId="{3BD619F4-8703-4DC2-BDE6-BDD942613D7D}" dt="2026-09-11T15:24:36.402" v="64"/>
          <ac:spMkLst>
            <pc:docMk/>
            <pc:sldMk cId="0" sldId="2147483417"/>
            <ac:spMk id="8960" creationId="{7F8BEF5A-7FE2-7422-2591-4F87477C1FB6}"/>
          </ac:spMkLst>
        </pc:spChg>
        <pc:spChg chg="mod">
          <ac:chgData name="Melissa Lou (Stinson Communications Inc)" userId="70d3d56c-863d-4fda-8e21-d0b8e13f3008" providerId="ADAL" clId="{3BD619F4-8703-4DC2-BDE6-BDD942613D7D}" dt="2026-09-11T15:24:31.449" v="60" actId="1036"/>
          <ac:spMkLst>
            <pc:docMk/>
            <pc:sldMk cId="0" sldId="2147483417"/>
            <ac:spMk id="8962" creationId="{FDF18361-88F6-46C0-25FD-A8C1FDE15CE3}"/>
          </ac:spMkLst>
        </pc:spChg>
        <pc:spChg chg="mod">
          <ac:chgData name="Melissa Lou (Stinson Communications Inc)" userId="70d3d56c-863d-4fda-8e21-d0b8e13f3008" providerId="ADAL" clId="{3BD619F4-8703-4DC2-BDE6-BDD942613D7D}" dt="2026-09-11T15:24:36.404" v="66"/>
          <ac:spMkLst>
            <pc:docMk/>
            <pc:sldMk cId="0" sldId="2147483417"/>
            <ac:spMk id="8963" creationId="{82073188-21D0-0A06-0987-FD88E04BC4CB}"/>
          </ac:spMkLst>
        </pc:spChg>
        <pc:spChg chg="mod">
          <ac:chgData name="Melissa Lou (Stinson Communications Inc)" userId="70d3d56c-863d-4fda-8e21-d0b8e13f3008" providerId="ADAL" clId="{3BD619F4-8703-4DC2-BDE6-BDD942613D7D}" dt="2026-09-11T15:24:39.491" v="67" actId="14100"/>
          <ac:spMkLst>
            <pc:docMk/>
            <pc:sldMk cId="0" sldId="2147483417"/>
            <ac:spMk id="8964" creationId="{4A7AA3FE-46F8-5531-F785-D849C1FD50CA}"/>
          </ac:spMkLst>
        </pc:spChg>
        <pc:spChg chg="mod">
          <ac:chgData name="Melissa Lou (Stinson Communications Inc)" userId="70d3d56c-863d-4fda-8e21-d0b8e13f3008" providerId="ADAL" clId="{3BD619F4-8703-4DC2-BDE6-BDD942613D7D}" dt="2026-09-11T15:24:31.449" v="60" actId="1036"/>
          <ac:spMkLst>
            <pc:docMk/>
            <pc:sldMk cId="0" sldId="2147483417"/>
            <ac:spMk id="8965" creationId="{7324E233-45EA-B62C-B59F-11EADB92D7BD}"/>
          </ac:spMkLst>
        </pc:spChg>
        <pc:spChg chg="mod topLvl">
          <ac:chgData name="Melissa Lou (Stinson Communications Inc)" userId="70d3d56c-863d-4fda-8e21-d0b8e13f3008" providerId="ADAL" clId="{3BD619F4-8703-4DC2-BDE6-BDD942613D7D}" dt="2026-09-11T15:36:47.779" v="143" actId="962"/>
          <ac:spMkLst>
            <pc:docMk/>
            <pc:sldMk cId="0" sldId="2147483417"/>
            <ac:spMk id="8974" creationId="{BAD587A2-2DE4-BC8B-5560-0DC5C3F1F069}"/>
          </ac:spMkLst>
        </pc:spChg>
        <pc:spChg chg="mod topLvl">
          <ac:chgData name="Melissa Lou (Stinson Communications Inc)" userId="70d3d56c-863d-4fda-8e21-d0b8e13f3008" providerId="ADAL" clId="{3BD619F4-8703-4DC2-BDE6-BDD942613D7D}" dt="2026-09-11T15:36:47.779" v="143" actId="962"/>
          <ac:spMkLst>
            <pc:docMk/>
            <pc:sldMk cId="0" sldId="2147483417"/>
            <ac:spMk id="8975" creationId="{EE47E90A-5DF0-56CC-2EA8-25BB2C24A4CD}"/>
          </ac:spMkLst>
        </pc:spChg>
        <pc:spChg chg="mod topLvl">
          <ac:chgData name="Melissa Lou (Stinson Communications Inc)" userId="70d3d56c-863d-4fda-8e21-d0b8e13f3008" providerId="ADAL" clId="{3BD619F4-8703-4DC2-BDE6-BDD942613D7D}" dt="2026-09-11T15:36:47.779" v="143" actId="962"/>
          <ac:spMkLst>
            <pc:docMk/>
            <pc:sldMk cId="0" sldId="2147483417"/>
            <ac:spMk id="8976" creationId="{5184B4CE-4A22-7273-9940-0E0B82A3A0CC}"/>
          </ac:spMkLst>
        </pc:spChg>
        <pc:spChg chg="mod">
          <ac:chgData name="Melissa Lou (Stinson Communications Inc)" userId="70d3d56c-863d-4fda-8e21-d0b8e13f3008" providerId="ADAL" clId="{3BD619F4-8703-4DC2-BDE6-BDD942613D7D}" dt="2026-09-11T15:25:07.220" v="76" actId="14100"/>
          <ac:spMkLst>
            <pc:docMk/>
            <pc:sldMk cId="0" sldId="2147483417"/>
            <ac:spMk id="9001" creationId="{00000000-0000-0000-0000-000000000000}"/>
          </ac:spMkLst>
        </pc:spChg>
        <pc:picChg chg="add mod">
          <ac:chgData name="Melissa Lou (Stinson Communications Inc)" userId="70d3d56c-863d-4fda-8e21-d0b8e13f3008" providerId="ADAL" clId="{3BD619F4-8703-4DC2-BDE6-BDD942613D7D}" dt="2026-09-11T15:36:47.779" v="143" actId="962"/>
          <ac:picMkLst>
            <pc:docMk/>
            <pc:sldMk cId="0" sldId="2147483417"/>
            <ac:picMk id="8" creationId="{C927F253-684A-5DBD-8D67-7BC3A60D20AB}"/>
          </ac:picMkLst>
        </pc:picChg>
        <pc:picChg chg="add mod">
          <ac:chgData name="Melissa Lou (Stinson Communications Inc)" userId="70d3d56c-863d-4fda-8e21-d0b8e13f3008" providerId="ADAL" clId="{3BD619F4-8703-4DC2-BDE6-BDD942613D7D}" dt="2026-09-11T15:36:47.779" v="143" actId="962"/>
          <ac:picMkLst>
            <pc:docMk/>
            <pc:sldMk cId="0" sldId="2147483417"/>
            <ac:picMk id="10" creationId="{44E5CE68-D112-0931-0758-AE39F524E8C3}"/>
          </ac:picMkLst>
        </pc:picChg>
        <pc:picChg chg="add mod">
          <ac:chgData name="Melissa Lou (Stinson Communications Inc)" userId="70d3d56c-863d-4fda-8e21-d0b8e13f3008" providerId="ADAL" clId="{3BD619F4-8703-4DC2-BDE6-BDD942613D7D}" dt="2026-09-11T15:36:47.779" v="143" actId="962"/>
          <ac:picMkLst>
            <pc:docMk/>
            <pc:sldMk cId="0" sldId="2147483417"/>
            <ac:picMk id="12" creationId="{88636D5A-A56D-EE29-540D-705C19CD69F0}"/>
          </ac:picMkLst>
        </pc:picChg>
      </pc:sldChg>
    </pc:docChg>
  </pc:docChgLst>
  <pc:docChgLst>
    <pc:chgData name="April Dunnam" userId="S::apdunnam@microsoft.com::562b7256-5259-47b4-83a3-59bfd87a28e0" providerId="AD" clId="Web-{B76CC0CC-1884-3B5E-4387-0052CA31DD87}"/>
    <pc:docChg chg="addSld modSld modSection">
      <pc:chgData name="April Dunnam" userId="S::apdunnam@microsoft.com::562b7256-5259-47b4-83a3-59bfd87a28e0" providerId="AD" clId="Web-{B76CC0CC-1884-3B5E-4387-0052CA31DD87}" dt="2026-09-08T15:47:36.444" v="13"/>
      <pc:docMkLst>
        <pc:docMk/>
      </pc:docMkLst>
      <pc:sldChg chg="add">
        <pc:chgData name="April Dunnam" userId="S::apdunnam@microsoft.com::562b7256-5259-47b4-83a3-59bfd87a28e0" providerId="AD" clId="Web-{B76CC0CC-1884-3B5E-4387-0052CA31DD87}" dt="2026-09-08T15:47:36.444" v="13"/>
        <pc:sldMkLst>
          <pc:docMk/>
          <pc:sldMk cId="3011962641" sldId="2147479614"/>
        </pc:sldMkLst>
      </pc:sldChg>
    </pc:docChg>
  </pc:docChgLst>
  <pc:docChgLst>
    <pc:chgData name="April Dunnam" userId="562b7256-5259-47b4-83a3-59bfd87a28e0" providerId="ADAL" clId="{E5B90449-CEE5-5199-BB4F-8913F128B2AC}"/>
    <pc:docChg chg="undo custSel addSld delSld modSld sldOrd delSection modSection">
      <pc:chgData name="April Dunnam" userId="562b7256-5259-47b4-83a3-59bfd87a28e0" providerId="ADAL" clId="{E5B90449-CEE5-5199-BB4F-8913F128B2AC}" dt="2026-08-31T16:26:08.975" v="72" actId="20577"/>
      <pc:docMkLst>
        <pc:docMk/>
      </pc:docMkLst>
      <pc:sldChg chg="modSp mod">
        <pc:chgData name="April Dunnam" userId="562b7256-5259-47b4-83a3-59bfd87a28e0" providerId="ADAL" clId="{E5B90449-CEE5-5199-BB4F-8913F128B2AC}" dt="2026-08-31T16:08:20.318" v="19" actId="20577"/>
        <pc:sldMkLst>
          <pc:docMk/>
          <pc:sldMk cId="143569297" sldId="2147479558"/>
        </pc:sldMkLst>
        <pc:spChg chg="mod">
          <ac:chgData name="April Dunnam" userId="562b7256-5259-47b4-83a3-59bfd87a28e0" providerId="ADAL" clId="{E5B90449-CEE5-5199-BB4F-8913F128B2AC}" dt="2026-08-31T16:08:20.318" v="19" actId="20577"/>
          <ac:spMkLst>
            <pc:docMk/>
            <pc:sldMk cId="143569297" sldId="2147479558"/>
            <ac:spMk id="3" creationId="{13AA93F6-0237-907D-C0B7-ACABF04C7E9B}"/>
          </ac:spMkLst>
        </pc:spChg>
      </pc:sldChg>
    </pc:docChg>
  </pc:docChgLst>
  <pc:docChgLst>
    <pc:chgData name="Daniela Siorek (SYNAXIS CORPORATION)" userId="622c6b35-66dd-425f-b550-df480cf6e77c" providerId="ADAL" clId="{9AD8B92E-9B58-4964-B865-EFE46FB138AA}"/>
    <pc:docChg chg="custSel addSld modSld sldOrd">
      <pc:chgData name="Daniela Siorek (SYNAXIS CORPORATION)" userId="622c6b35-66dd-425f-b550-df480cf6e77c" providerId="ADAL" clId="{9AD8B92E-9B58-4964-B865-EFE46FB138AA}" dt="2026-09-15T18:15:33.601" v="30" actId="478"/>
      <pc:docMkLst>
        <pc:docMk/>
      </pc:docMkLst>
      <pc:sldChg chg="delSp modSp add mod delAnim">
        <pc:chgData name="Daniela Siorek (SYNAXIS CORPORATION)" userId="622c6b35-66dd-425f-b550-df480cf6e77c" providerId="ADAL" clId="{9AD8B92E-9B58-4964-B865-EFE46FB138AA}" dt="2026-09-15T18:15:33.601" v="30" actId="478"/>
        <pc:sldMkLst>
          <pc:docMk/>
          <pc:sldMk cId="3948135431" sldId="275"/>
        </pc:sldMkLst>
        <pc:spChg chg="mod">
          <ac:chgData name="Daniela Siorek (SYNAXIS CORPORATION)" userId="622c6b35-66dd-425f-b550-df480cf6e77c" providerId="ADAL" clId="{9AD8B92E-9B58-4964-B865-EFE46FB138AA}" dt="2026-09-11T20:37:43.779" v="27" actId="20577"/>
          <ac:spMkLst>
            <pc:docMk/>
            <pc:sldMk cId="3948135431" sldId="275"/>
            <ac:spMk id="4" creationId="{ADFDE89D-E360-EA6A-5E19-25317EF13089}"/>
          </ac:spMkLst>
        </pc:spChg>
        <pc:spChg chg="del">
          <ac:chgData name="Daniela Siorek (SYNAXIS CORPORATION)" userId="622c6b35-66dd-425f-b550-df480cf6e77c" providerId="ADAL" clId="{9AD8B92E-9B58-4964-B865-EFE46FB138AA}" dt="2026-09-15T18:15:33.601" v="30" actId="478"/>
          <ac:spMkLst>
            <pc:docMk/>
            <pc:sldMk cId="3948135431" sldId="275"/>
            <ac:spMk id="11" creationId="{A0654E21-14FC-38EE-F87B-CECBA25EF81E}"/>
          </ac:spMkLst>
        </pc:spChg>
        <pc:spChg chg="mod">
          <ac:chgData name="Daniela Siorek (SYNAXIS CORPORATION)" userId="622c6b35-66dd-425f-b550-df480cf6e77c" providerId="ADAL" clId="{9AD8B92E-9B58-4964-B865-EFE46FB138AA}" dt="2026-09-11T20:33:14.744" v="21" actId="20577"/>
          <ac:spMkLst>
            <pc:docMk/>
            <pc:sldMk cId="3948135431" sldId="275"/>
            <ac:spMk id="18" creationId="{53DEF1E0-65BD-19EA-EFA3-FB948BD1899C}"/>
          </ac:spMkLst>
        </pc:spChg>
        <pc:picChg chg="mod">
          <ac:chgData name="Daniela Siorek (SYNAXIS CORPORATION)" userId="622c6b35-66dd-425f-b550-df480cf6e77c" providerId="ADAL" clId="{9AD8B92E-9B58-4964-B865-EFE46FB138AA}" dt="2026-09-11T20:33:50.777" v="22" actId="14826"/>
          <ac:picMkLst>
            <pc:docMk/>
            <pc:sldMk cId="3948135431" sldId="275"/>
            <ac:picMk id="3" creationId="{91619D36-784D-50A5-708E-85783DD547B2}"/>
          </ac:picMkLst>
        </pc:picChg>
      </pc:sldChg>
      <pc:sldChg chg="add">
        <pc:chgData name="Daniela Siorek (SYNAXIS CORPORATION)" userId="622c6b35-66dd-425f-b550-df480cf6e77c" providerId="ADAL" clId="{9AD8B92E-9B58-4964-B865-EFE46FB138AA}" dt="2026-09-11T19:45:12.957" v="14"/>
        <pc:sldMkLst>
          <pc:docMk/>
          <pc:sldMk cId="722314910" sldId="277"/>
        </pc:sldMkLst>
      </pc:sldChg>
      <pc:sldChg chg="modSp mod modClrScheme chgLayout">
        <pc:chgData name="Daniela Siorek (SYNAXIS CORPORATION)" userId="622c6b35-66dd-425f-b550-df480cf6e77c" providerId="ADAL" clId="{9AD8B92E-9B58-4964-B865-EFE46FB138AA}" dt="2026-09-08T16:43:10.884" v="13" actId="700"/>
        <pc:sldMkLst>
          <pc:docMk/>
          <pc:sldMk cId="1080857811" sldId="2147479540"/>
        </pc:sldMkLst>
        <pc:spChg chg="mod ord">
          <ac:chgData name="Daniela Siorek (SYNAXIS CORPORATION)" userId="622c6b35-66dd-425f-b550-df480cf6e77c" providerId="ADAL" clId="{9AD8B92E-9B58-4964-B865-EFE46FB138AA}" dt="2026-09-08T16:43:10.884" v="13" actId="700"/>
          <ac:spMkLst>
            <pc:docMk/>
            <pc:sldMk cId="1080857811" sldId="2147479540"/>
            <ac:spMk id="4" creationId="{5BCE0119-F82F-75EF-0AAE-422A9B463402}"/>
          </ac:spMkLst>
        </pc:spChg>
      </pc:sldChg>
      <pc:sldChg chg="modSp mod">
        <pc:chgData name="Daniela Siorek (SYNAXIS CORPORATION)" userId="622c6b35-66dd-425f-b550-df480cf6e77c" providerId="ADAL" clId="{9AD8B92E-9B58-4964-B865-EFE46FB138AA}" dt="2026-09-08T16:42:53.209" v="11" actId="20577"/>
        <pc:sldMkLst>
          <pc:docMk/>
          <pc:sldMk cId="143569297" sldId="2147479558"/>
        </pc:sldMkLst>
        <pc:spChg chg="mod">
          <ac:chgData name="Daniela Siorek (SYNAXIS CORPORATION)" userId="622c6b35-66dd-425f-b550-df480cf6e77c" providerId="ADAL" clId="{9AD8B92E-9B58-4964-B865-EFE46FB138AA}" dt="2026-09-08T16:42:53.209" v="11" actId="20577"/>
          <ac:spMkLst>
            <pc:docMk/>
            <pc:sldMk cId="143569297" sldId="2147479558"/>
            <ac:spMk id="2" creationId="{9DB265EF-CE90-333A-AE91-4F2DFE26B9A5}"/>
          </ac:spMkLst>
        </pc:spChg>
      </pc:sldChg>
      <pc:sldChg chg="modSp mod ord modClrScheme chgLayout">
        <pc:chgData name="Daniela Siorek (SYNAXIS CORPORATION)" userId="622c6b35-66dd-425f-b550-df480cf6e77c" providerId="ADAL" clId="{9AD8B92E-9B58-4964-B865-EFE46FB138AA}" dt="2026-09-15T18:14:44.597" v="29"/>
        <pc:sldMkLst>
          <pc:docMk/>
          <pc:sldMk cId="3011962641" sldId="2147479614"/>
        </pc:sldMkLst>
        <pc:spChg chg="mod ord">
          <ac:chgData name="Daniela Siorek (SYNAXIS CORPORATION)" userId="622c6b35-66dd-425f-b550-df480cf6e77c" providerId="ADAL" clId="{9AD8B92E-9B58-4964-B865-EFE46FB138AA}" dt="2026-09-08T16:43:04.880" v="12" actId="700"/>
          <ac:spMkLst>
            <pc:docMk/>
            <pc:sldMk cId="3011962641" sldId="2147479614"/>
            <ac:spMk id="23" creationId="{00000000-0000-0000-0000-000000000000}"/>
          </ac:spMkLst>
        </pc:spChg>
      </pc:sldChg>
    </pc:docChg>
  </pc:docChgLst>
  <pc:docChgLst>
    <pc:chgData name="Charles Awe (Stinson Communications Inc)" userId="1444a670-b0cf-41d4-bdc2-8936ddb5019b" providerId="ADAL" clId="{4507BBEB-9F73-4BC3-8BA6-9DFA4678FDC5}"/>
    <pc:docChg chg="undo redo custSel addSld delSld modSld sldOrd modSection">
      <pc:chgData name="Charles Awe (Stinson Communications Inc)" userId="1444a670-b0cf-41d4-bdc2-8936ddb5019b" providerId="ADAL" clId="{4507BBEB-9F73-4BC3-8BA6-9DFA4678FDC5}" dt="2026-09-09T16:11:39.794" v="1663" actId="962"/>
      <pc:docMkLst>
        <pc:docMk/>
      </pc:docMkLst>
      <pc:sldChg chg="addSp delSp modSp mod chgLayout">
        <pc:chgData name="Charles Awe (Stinson Communications Inc)" userId="1444a670-b0cf-41d4-bdc2-8936ddb5019b" providerId="ADAL" clId="{4507BBEB-9F73-4BC3-8BA6-9DFA4678FDC5}" dt="2026-09-09T14:21:10.678" v="2" actId="6264"/>
        <pc:sldMkLst>
          <pc:docMk/>
          <pc:sldMk cId="143569297" sldId="2147479558"/>
        </pc:sldMkLst>
        <pc:spChg chg="mod ord">
          <ac:chgData name="Charles Awe (Stinson Communications Inc)" userId="1444a670-b0cf-41d4-bdc2-8936ddb5019b" providerId="ADAL" clId="{4507BBEB-9F73-4BC3-8BA6-9DFA4678FDC5}" dt="2026-09-09T14:21:10.678" v="2" actId="6264"/>
          <ac:spMkLst>
            <pc:docMk/>
            <pc:sldMk cId="143569297" sldId="2147479558"/>
            <ac:spMk id="2" creationId="{9DB265EF-CE90-333A-AE91-4F2DFE26B9A5}"/>
          </ac:spMkLst>
        </pc:spChg>
        <pc:spChg chg="mod ord">
          <ac:chgData name="Charles Awe (Stinson Communications Inc)" userId="1444a670-b0cf-41d4-bdc2-8936ddb5019b" providerId="ADAL" clId="{4507BBEB-9F73-4BC3-8BA6-9DFA4678FDC5}" dt="2026-09-09T14:21:10.678" v="2" actId="6264"/>
          <ac:spMkLst>
            <pc:docMk/>
            <pc:sldMk cId="143569297" sldId="2147479558"/>
            <ac:spMk id="3" creationId="{13AA93F6-0237-907D-C0B7-ACABF04C7E9B}"/>
          </ac:spMkLst>
        </pc:spChg>
      </pc:sldChg>
      <pc:sldChg chg="modSp mod">
        <pc:chgData name="Charles Awe (Stinson Communications Inc)" userId="1444a670-b0cf-41d4-bdc2-8936ddb5019b" providerId="ADAL" clId="{4507BBEB-9F73-4BC3-8BA6-9DFA4678FDC5}" dt="2026-09-09T16:11:39.794" v="1663" actId="962"/>
        <pc:sldMkLst>
          <pc:docMk/>
          <pc:sldMk cId="3011962641" sldId="2147479614"/>
        </pc:sldMkLst>
        <pc:spChg chg="mod">
          <ac:chgData name="Charles Awe (Stinson Communications Inc)" userId="1444a670-b0cf-41d4-bdc2-8936ddb5019b" providerId="ADAL" clId="{4507BBEB-9F73-4BC3-8BA6-9DFA4678FDC5}" dt="2026-09-09T16:11:39.794" v="1663" actId="962"/>
          <ac:spMkLst>
            <pc:docMk/>
            <pc:sldMk cId="3011962641" sldId="2147479614"/>
            <ac:spMk id="4" creationId="{DA6CCB18-2A63-6191-B73F-C77F54B77E1C}"/>
          </ac:spMkLst>
        </pc:spChg>
        <pc:spChg chg="mod">
          <ac:chgData name="Charles Awe (Stinson Communications Inc)" userId="1444a670-b0cf-41d4-bdc2-8936ddb5019b" providerId="ADAL" clId="{4507BBEB-9F73-4BC3-8BA6-9DFA4678FDC5}" dt="2026-09-09T16:11:39.794" v="1663" actId="962"/>
          <ac:spMkLst>
            <pc:docMk/>
            <pc:sldMk cId="3011962641" sldId="2147479614"/>
            <ac:spMk id="7" creationId="{7C6080BA-3E06-F10B-1F12-294C7313FFF1}"/>
          </ac:spMkLst>
        </pc:spChg>
        <pc:spChg chg="mod">
          <ac:chgData name="Charles Awe (Stinson Communications Inc)" userId="1444a670-b0cf-41d4-bdc2-8936ddb5019b" providerId="ADAL" clId="{4507BBEB-9F73-4BC3-8BA6-9DFA4678FDC5}" dt="2026-09-09T16:11:39.794" v="1663" actId="962"/>
          <ac:spMkLst>
            <pc:docMk/>
            <pc:sldMk cId="3011962641" sldId="2147479614"/>
            <ac:spMk id="20" creationId="{00000000-0000-0000-0000-000000000000}"/>
          </ac:spMkLst>
        </pc:spChg>
        <pc:spChg chg="mod">
          <ac:chgData name="Charles Awe (Stinson Communications Inc)" userId="1444a670-b0cf-41d4-bdc2-8936ddb5019b" providerId="ADAL" clId="{4507BBEB-9F73-4BC3-8BA6-9DFA4678FDC5}" dt="2026-09-09T16:11:39.794" v="1663" actId="962"/>
          <ac:spMkLst>
            <pc:docMk/>
            <pc:sldMk cId="3011962641" sldId="2147479614"/>
            <ac:spMk id="21" creationId="{00000000-0000-0000-0000-000000000000}"/>
          </ac:spMkLst>
        </pc:spChg>
        <pc:spChg chg="mod">
          <ac:chgData name="Charles Awe (Stinson Communications Inc)" userId="1444a670-b0cf-41d4-bdc2-8936ddb5019b" providerId="ADAL" clId="{4507BBEB-9F73-4BC3-8BA6-9DFA4678FDC5}" dt="2026-09-09T16:11:39.794" v="1663" actId="962"/>
          <ac:spMkLst>
            <pc:docMk/>
            <pc:sldMk cId="3011962641" sldId="2147479614"/>
            <ac:spMk id="22" creationId="{00000000-0000-0000-0000-000000000000}"/>
          </ac:spMkLst>
        </pc:spChg>
        <pc:spChg chg="mod">
          <ac:chgData name="Charles Awe (Stinson Communications Inc)" userId="1444a670-b0cf-41d4-bdc2-8936ddb5019b" providerId="ADAL" clId="{4507BBEB-9F73-4BC3-8BA6-9DFA4678FDC5}" dt="2026-09-09T16:11:39.794" v="1663" actId="962"/>
          <ac:spMkLst>
            <pc:docMk/>
            <pc:sldMk cId="3011962641" sldId="2147479614"/>
            <ac:spMk id="23" creationId="{00000000-0000-0000-0000-000000000000}"/>
          </ac:spMkLst>
        </pc:spChg>
        <pc:grpChg chg="mod">
          <ac:chgData name="Charles Awe (Stinson Communications Inc)" userId="1444a670-b0cf-41d4-bdc2-8936ddb5019b" providerId="ADAL" clId="{4507BBEB-9F73-4BC3-8BA6-9DFA4678FDC5}" dt="2026-09-09T16:11:39.794" v="1663" actId="962"/>
          <ac:grpSpMkLst>
            <pc:docMk/>
            <pc:sldMk cId="3011962641" sldId="2147479614"/>
            <ac:grpSpMk id="2" creationId="{04FAF8BE-11B4-6497-7C33-AB76652DB196}"/>
          </ac:grpSpMkLst>
        </pc:grpChg>
        <pc:graphicFrameChg chg="mod">
          <ac:chgData name="Charles Awe (Stinson Communications Inc)" userId="1444a670-b0cf-41d4-bdc2-8936ddb5019b" providerId="ADAL" clId="{4507BBEB-9F73-4BC3-8BA6-9DFA4678FDC5}" dt="2026-09-09T16:11:39.794" v="1663" actId="962"/>
          <ac:graphicFrameMkLst>
            <pc:docMk/>
            <pc:sldMk cId="3011962641" sldId="2147479614"/>
            <ac:graphicFrameMk id="8" creationId="{3923A606-AB35-E4A7-93BF-E18091E32621}"/>
          </ac:graphicFrameMkLst>
        </pc:graphicFrameChg>
      </pc:sldChg>
      <pc:sldChg chg="modSp add mod">
        <pc:chgData name="Charles Awe (Stinson Communications Inc)" userId="1444a670-b0cf-41d4-bdc2-8936ddb5019b" providerId="ADAL" clId="{4507BBEB-9F73-4BC3-8BA6-9DFA4678FDC5}" dt="2026-09-09T14:21:49.880" v="8"/>
        <pc:sldMkLst>
          <pc:docMk/>
          <pc:sldMk cId="1427822442" sldId="2147483403"/>
        </pc:sldMkLst>
        <pc:spChg chg="mod">
          <ac:chgData name="Charles Awe (Stinson Communications Inc)" userId="1444a670-b0cf-41d4-bdc2-8936ddb5019b" providerId="ADAL" clId="{4507BBEB-9F73-4BC3-8BA6-9DFA4678FDC5}" dt="2026-09-09T14:21:49.880" v="8"/>
          <ac:spMkLst>
            <pc:docMk/>
            <pc:sldMk cId="1427822442" sldId="2147483403"/>
            <ac:spMk id="6" creationId="{E7BF15BD-001C-49B3-9A01-B39DEDA47564}"/>
          </ac:spMkLst>
        </pc:spChg>
        <pc:spChg chg="mod">
          <ac:chgData name="Charles Awe (Stinson Communications Inc)" userId="1444a670-b0cf-41d4-bdc2-8936ddb5019b" providerId="ADAL" clId="{4507BBEB-9F73-4BC3-8BA6-9DFA4678FDC5}" dt="2026-09-09T14:21:38.807" v="6" actId="962"/>
          <ac:spMkLst>
            <pc:docMk/>
            <pc:sldMk cId="1427822442" sldId="2147483403"/>
            <ac:spMk id="15" creationId="{3ED9607B-B248-9A6A-0C69-76A05B1AD803}"/>
          </ac:spMkLst>
        </pc:spChg>
      </pc:sldChg>
      <pc:sldChg chg="addSp delSp modSp add mod delAnim modAnim">
        <pc:chgData name="Charles Awe (Stinson Communications Inc)" userId="1444a670-b0cf-41d4-bdc2-8936ddb5019b" providerId="ADAL" clId="{4507BBEB-9F73-4BC3-8BA6-9DFA4678FDC5}" dt="2026-09-09T14:56:31.670" v="563" actId="962"/>
        <pc:sldMkLst>
          <pc:docMk/>
          <pc:sldMk cId="1903684541" sldId="2147483405"/>
        </pc:sldMkLst>
        <pc:spChg chg="mod">
          <ac:chgData name="Charles Awe (Stinson Communications Inc)" userId="1444a670-b0cf-41d4-bdc2-8936ddb5019b" providerId="ADAL" clId="{4507BBEB-9F73-4BC3-8BA6-9DFA4678FDC5}" dt="2026-09-09T14:49:55.875" v="480"/>
          <ac:spMkLst>
            <pc:docMk/>
            <pc:sldMk cId="1903684541" sldId="2147483405"/>
            <ac:spMk id="5" creationId="{98228882-F1F9-916C-5ED4-885F0990B8C4}"/>
          </ac:spMkLst>
        </pc:spChg>
        <pc:spChg chg="mod topLvl">
          <ac:chgData name="Charles Awe (Stinson Communications Inc)" userId="1444a670-b0cf-41d4-bdc2-8936ddb5019b" providerId="ADAL" clId="{4507BBEB-9F73-4BC3-8BA6-9DFA4678FDC5}" dt="2026-09-09T14:45:58.620" v="397"/>
          <ac:spMkLst>
            <pc:docMk/>
            <pc:sldMk cId="1903684541" sldId="2147483405"/>
            <ac:spMk id="10" creationId="{FEC73533-A3A8-2EE1-A382-6D3EEF45C238}"/>
          </ac:spMkLst>
        </pc:spChg>
        <pc:spChg chg="mod">
          <ac:chgData name="Charles Awe (Stinson Communications Inc)" userId="1444a670-b0cf-41d4-bdc2-8936ddb5019b" providerId="ADAL" clId="{4507BBEB-9F73-4BC3-8BA6-9DFA4678FDC5}" dt="2026-09-09T14:55:03.692" v="558" actId="1076"/>
          <ac:spMkLst>
            <pc:docMk/>
            <pc:sldMk cId="1903684541" sldId="2147483405"/>
            <ac:spMk id="11" creationId="{A27FA479-987B-734D-9147-149D911E186B}"/>
          </ac:spMkLst>
        </pc:spChg>
        <pc:spChg chg="mod">
          <ac:chgData name="Charles Awe (Stinson Communications Inc)" userId="1444a670-b0cf-41d4-bdc2-8936ddb5019b" providerId="ADAL" clId="{4507BBEB-9F73-4BC3-8BA6-9DFA4678FDC5}" dt="2026-09-09T14:55:12.341" v="559" actId="962"/>
          <ac:spMkLst>
            <pc:docMk/>
            <pc:sldMk cId="1903684541" sldId="2147483405"/>
            <ac:spMk id="23" creationId="{431C48A1-1B34-BD86-77F1-B6C755E9D640}"/>
          </ac:spMkLst>
        </pc:spChg>
        <pc:spChg chg="mod topLvl">
          <ac:chgData name="Charles Awe (Stinson Communications Inc)" userId="1444a670-b0cf-41d4-bdc2-8936ddb5019b" providerId="ADAL" clId="{4507BBEB-9F73-4BC3-8BA6-9DFA4678FDC5}" dt="2026-09-09T14:49:55.861" v="472"/>
          <ac:spMkLst>
            <pc:docMk/>
            <pc:sldMk cId="1903684541" sldId="2147483405"/>
            <ac:spMk id="28" creationId="{A203B2FD-CE37-BD9F-D5E2-074D69E147BA}"/>
          </ac:spMkLst>
        </pc:spChg>
        <pc:spChg chg="mod topLvl">
          <ac:chgData name="Charles Awe (Stinson Communications Inc)" userId="1444a670-b0cf-41d4-bdc2-8936ddb5019b" providerId="ADAL" clId="{4507BBEB-9F73-4BC3-8BA6-9DFA4678FDC5}" dt="2026-09-09T14:32:02.253" v="123" actId="12788"/>
          <ac:spMkLst>
            <pc:docMk/>
            <pc:sldMk cId="1903684541" sldId="2147483405"/>
            <ac:spMk id="29" creationId="{A2E54623-9F9E-38BF-0554-C307948508D4}"/>
          </ac:spMkLst>
        </pc:spChg>
        <pc:spChg chg="mod topLvl">
          <ac:chgData name="Charles Awe (Stinson Communications Inc)" userId="1444a670-b0cf-41d4-bdc2-8936ddb5019b" providerId="ADAL" clId="{4507BBEB-9F73-4BC3-8BA6-9DFA4678FDC5}" dt="2026-09-09T14:49:55.861" v="472"/>
          <ac:spMkLst>
            <pc:docMk/>
            <pc:sldMk cId="1903684541" sldId="2147483405"/>
            <ac:spMk id="30" creationId="{38A23AD5-0436-AAA3-73E6-9D6604443256}"/>
          </ac:spMkLst>
        </pc:spChg>
        <pc:spChg chg="mod">
          <ac:chgData name="Charles Awe (Stinson Communications Inc)" userId="1444a670-b0cf-41d4-bdc2-8936ddb5019b" providerId="ADAL" clId="{4507BBEB-9F73-4BC3-8BA6-9DFA4678FDC5}" dt="2026-09-09T14:45:39.194" v="392"/>
          <ac:spMkLst>
            <pc:docMk/>
            <pc:sldMk cId="1903684541" sldId="2147483405"/>
            <ac:spMk id="31" creationId="{E9FB51EC-0BB6-A0E7-36AA-A62672CE497E}"/>
          </ac:spMkLst>
        </pc:spChg>
        <pc:spChg chg="mod topLvl">
          <ac:chgData name="Charles Awe (Stinson Communications Inc)" userId="1444a670-b0cf-41d4-bdc2-8936ddb5019b" providerId="ADAL" clId="{4507BBEB-9F73-4BC3-8BA6-9DFA4678FDC5}" dt="2026-09-09T14:43:39.784" v="360"/>
          <ac:spMkLst>
            <pc:docMk/>
            <pc:sldMk cId="1903684541" sldId="2147483405"/>
            <ac:spMk id="32" creationId="{C5F81014-EC1A-617E-79DE-6F70AB66F0B9}"/>
          </ac:spMkLst>
        </pc:spChg>
        <pc:spChg chg="mod topLvl">
          <ac:chgData name="Charles Awe (Stinson Communications Inc)" userId="1444a670-b0cf-41d4-bdc2-8936ddb5019b" providerId="ADAL" clId="{4507BBEB-9F73-4BC3-8BA6-9DFA4678FDC5}" dt="2026-09-09T14:44:24.815" v="380"/>
          <ac:spMkLst>
            <pc:docMk/>
            <pc:sldMk cId="1903684541" sldId="2147483405"/>
            <ac:spMk id="36" creationId="{67D5B9A6-E873-3D58-A71B-58D22729E7FA}"/>
          </ac:spMkLst>
        </pc:spChg>
        <pc:spChg chg="mod topLvl">
          <ac:chgData name="Charles Awe (Stinson Communications Inc)" userId="1444a670-b0cf-41d4-bdc2-8936ddb5019b" providerId="ADAL" clId="{4507BBEB-9F73-4BC3-8BA6-9DFA4678FDC5}" dt="2026-09-09T14:49:55.861" v="478"/>
          <ac:spMkLst>
            <pc:docMk/>
            <pc:sldMk cId="1903684541" sldId="2147483405"/>
            <ac:spMk id="70" creationId="{516D7C68-7382-EBCB-600E-8B4C69E92BD2}"/>
          </ac:spMkLst>
        </pc:spChg>
        <pc:spChg chg="mod topLvl">
          <ac:chgData name="Charles Awe (Stinson Communications Inc)" userId="1444a670-b0cf-41d4-bdc2-8936ddb5019b" providerId="ADAL" clId="{4507BBEB-9F73-4BC3-8BA6-9DFA4678FDC5}" dt="2026-09-09T14:45:39.194" v="392"/>
          <ac:spMkLst>
            <pc:docMk/>
            <pc:sldMk cId="1903684541" sldId="2147483405"/>
            <ac:spMk id="73" creationId="{EFBA6657-8584-21AC-0D3F-7888998427CD}"/>
          </ac:spMkLst>
        </pc:spChg>
        <pc:spChg chg="mod topLvl">
          <ac:chgData name="Charles Awe (Stinson Communications Inc)" userId="1444a670-b0cf-41d4-bdc2-8936ddb5019b" providerId="ADAL" clId="{4507BBEB-9F73-4BC3-8BA6-9DFA4678FDC5}" dt="2026-09-09T14:43:39.784" v="360"/>
          <ac:spMkLst>
            <pc:docMk/>
            <pc:sldMk cId="1903684541" sldId="2147483405"/>
            <ac:spMk id="77" creationId="{F0ECC36F-244C-006C-FFF4-354640FDA333}"/>
          </ac:spMkLst>
        </pc:spChg>
        <pc:spChg chg="mod">
          <ac:chgData name="Charles Awe (Stinson Communications Inc)" userId="1444a670-b0cf-41d4-bdc2-8936ddb5019b" providerId="ADAL" clId="{4507BBEB-9F73-4BC3-8BA6-9DFA4678FDC5}" dt="2026-09-09T14:44:24.815" v="380"/>
          <ac:spMkLst>
            <pc:docMk/>
            <pc:sldMk cId="1903684541" sldId="2147483405"/>
            <ac:spMk id="80" creationId="{A0CBF0C0-EE57-0750-D4AD-BEA3FB6ECEDE}"/>
          </ac:spMkLst>
        </pc:spChg>
        <pc:spChg chg="mod topLvl">
          <ac:chgData name="Charles Awe (Stinson Communications Inc)" userId="1444a670-b0cf-41d4-bdc2-8936ddb5019b" providerId="ADAL" clId="{4507BBEB-9F73-4BC3-8BA6-9DFA4678FDC5}" dt="2026-09-09T14:44:09.151" v="373"/>
          <ac:spMkLst>
            <pc:docMk/>
            <pc:sldMk cId="1903684541" sldId="2147483405"/>
            <ac:spMk id="85" creationId="{802F40CD-9345-8183-3075-2C04F3EB0825}"/>
          </ac:spMkLst>
        </pc:spChg>
        <pc:spChg chg="mod">
          <ac:chgData name="Charles Awe (Stinson Communications Inc)" userId="1444a670-b0cf-41d4-bdc2-8936ddb5019b" providerId="ADAL" clId="{4507BBEB-9F73-4BC3-8BA6-9DFA4678FDC5}" dt="2026-09-09T14:44:45.502" v="385"/>
          <ac:spMkLst>
            <pc:docMk/>
            <pc:sldMk cId="1903684541" sldId="2147483405"/>
            <ac:spMk id="90" creationId="{0F943482-FAB3-B23F-6E2B-292BF720CADA}"/>
          </ac:spMkLst>
        </pc:spChg>
        <pc:spChg chg="mod topLvl">
          <ac:chgData name="Charles Awe (Stinson Communications Inc)" userId="1444a670-b0cf-41d4-bdc2-8936ddb5019b" providerId="ADAL" clId="{4507BBEB-9F73-4BC3-8BA6-9DFA4678FDC5}" dt="2026-09-09T14:38:07.038" v="240"/>
          <ac:spMkLst>
            <pc:docMk/>
            <pc:sldMk cId="1903684541" sldId="2147483405"/>
            <ac:spMk id="99" creationId="{66DD3CCC-A321-A95F-BDF7-C4B2903E7EC4}"/>
          </ac:spMkLst>
        </pc:spChg>
        <pc:spChg chg="mod topLvl">
          <ac:chgData name="Charles Awe (Stinson Communications Inc)" userId="1444a670-b0cf-41d4-bdc2-8936ddb5019b" providerId="ADAL" clId="{4507BBEB-9F73-4BC3-8BA6-9DFA4678FDC5}" dt="2026-09-09T14:36:57.919" v="210"/>
          <ac:spMkLst>
            <pc:docMk/>
            <pc:sldMk cId="1903684541" sldId="2147483405"/>
            <ac:spMk id="121" creationId="{D38EDF88-AA75-FDF6-3123-E1A802278038}"/>
          </ac:spMkLst>
        </pc:spChg>
        <pc:grpChg chg="add mod">
          <ac:chgData name="Charles Awe (Stinson Communications Inc)" userId="1444a670-b0cf-41d4-bdc2-8936ddb5019b" providerId="ADAL" clId="{4507BBEB-9F73-4BC3-8BA6-9DFA4678FDC5}" dt="2026-09-09T14:49:55.861" v="472"/>
          <ac:grpSpMkLst>
            <pc:docMk/>
            <pc:sldMk cId="1903684541" sldId="2147483405"/>
            <ac:grpSpMk id="2" creationId="{20810BEF-70E9-E66F-0611-86753E84027C}"/>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3" creationId="{D7230D24-ED7A-89FE-5171-F04AEC0FA10B}"/>
          </ac:grpSpMkLst>
        </pc:grpChg>
        <pc:grpChg chg="add mod">
          <ac:chgData name="Charles Awe (Stinson Communications Inc)" userId="1444a670-b0cf-41d4-bdc2-8936ddb5019b" providerId="ADAL" clId="{4507BBEB-9F73-4BC3-8BA6-9DFA4678FDC5}" dt="2026-09-09T14:45:39.194" v="392"/>
          <ac:grpSpMkLst>
            <pc:docMk/>
            <pc:sldMk cId="1903684541" sldId="2147483405"/>
            <ac:grpSpMk id="6" creationId="{6EF9B619-DCE2-A02B-5DB8-E6BC3247539D}"/>
          </ac:grpSpMkLst>
        </pc:grpChg>
        <pc:grpChg chg="add mod">
          <ac:chgData name="Charles Awe (Stinson Communications Inc)" userId="1444a670-b0cf-41d4-bdc2-8936ddb5019b" providerId="ADAL" clId="{4507BBEB-9F73-4BC3-8BA6-9DFA4678FDC5}" dt="2026-09-09T14:43:39.784" v="360"/>
          <ac:grpSpMkLst>
            <pc:docMk/>
            <pc:sldMk cId="1903684541" sldId="2147483405"/>
            <ac:grpSpMk id="7" creationId="{92260B9C-5CD4-74BF-63EA-A8B95124EC6B}"/>
          </ac:grpSpMkLst>
        </pc:grpChg>
        <pc:grpChg chg="add mod">
          <ac:chgData name="Charles Awe (Stinson Communications Inc)" userId="1444a670-b0cf-41d4-bdc2-8936ddb5019b" providerId="ADAL" clId="{4507BBEB-9F73-4BC3-8BA6-9DFA4678FDC5}" dt="2026-09-09T14:35:42.816" v="177" actId="1035"/>
          <ac:grpSpMkLst>
            <pc:docMk/>
            <pc:sldMk cId="1903684541" sldId="2147483405"/>
            <ac:grpSpMk id="8" creationId="{B535279B-F083-6C3B-D582-2BC1464F507C}"/>
          </ac:grpSpMkLst>
        </pc:grpChg>
        <pc:grpChg chg="add mod">
          <ac:chgData name="Charles Awe (Stinson Communications Inc)" userId="1444a670-b0cf-41d4-bdc2-8936ddb5019b" providerId="ADAL" clId="{4507BBEB-9F73-4BC3-8BA6-9DFA4678FDC5}" dt="2026-09-09T14:44:24.815" v="380"/>
          <ac:grpSpMkLst>
            <pc:docMk/>
            <pc:sldMk cId="1903684541" sldId="2147483405"/>
            <ac:grpSpMk id="12" creationId="{582389D2-9759-1E6F-6A86-0FFC1C7CB5AA}"/>
          </ac:grpSpMkLst>
        </pc:grpChg>
        <pc:grpChg chg="mod">
          <ac:chgData name="Charles Awe (Stinson Communications Inc)" userId="1444a670-b0cf-41d4-bdc2-8936ddb5019b" providerId="ADAL" clId="{4507BBEB-9F73-4BC3-8BA6-9DFA4678FDC5}" dt="2026-09-09T14:51:29.863" v="540" actId="1035"/>
          <ac:grpSpMkLst>
            <pc:docMk/>
            <pc:sldMk cId="1903684541" sldId="2147483405"/>
            <ac:grpSpMk id="14" creationId="{24C450CE-D394-E063-DE21-E3F43EF350AA}"/>
          </ac:grpSpMkLst>
        </pc:grpChg>
        <pc:grpChg chg="add mod">
          <ac:chgData name="Charles Awe (Stinson Communications Inc)" userId="1444a670-b0cf-41d4-bdc2-8936ddb5019b" providerId="ADAL" clId="{4507BBEB-9F73-4BC3-8BA6-9DFA4678FDC5}" dt="2026-09-09T14:49:24.894" v="456" actId="1076"/>
          <ac:grpSpMkLst>
            <pc:docMk/>
            <pc:sldMk cId="1903684541" sldId="2147483405"/>
            <ac:grpSpMk id="15" creationId="{AAEC9674-BB6D-AE56-A639-11327807514D}"/>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16" creationId="{6F19E8B1-2B57-E516-9572-E53CB1A96565}"/>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17" creationId="{FE94792A-8643-4FC4-ADEB-8D305C059452}"/>
          </ac:grpSpMkLst>
        </pc:grpChg>
        <pc:grpChg chg="add mod">
          <ac:chgData name="Charles Awe (Stinson Communications Inc)" userId="1444a670-b0cf-41d4-bdc2-8936ddb5019b" providerId="ADAL" clId="{4507BBEB-9F73-4BC3-8BA6-9DFA4678FDC5}" dt="2026-09-09T14:51:29.863" v="540" actId="1035"/>
          <ac:grpSpMkLst>
            <pc:docMk/>
            <pc:sldMk cId="1903684541" sldId="2147483405"/>
            <ac:grpSpMk id="18" creationId="{48C61B4F-3206-A79B-0DCD-46AA86110FA6}"/>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19" creationId="{ED94A5E8-23A8-05F2-E5F1-64BBC5CD6FFA}"/>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20" creationId="{78217B9A-C7B4-5376-B077-D5922D53D657}"/>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21" creationId="{5B8F6D43-6FE7-3033-2D4C-EDBAF75A7675}"/>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22" creationId="{3384F9F4-0E8C-90A1-999A-9DF567D367E5}"/>
          </ac:grpSpMkLst>
        </pc:grpChg>
        <pc:grpChg chg="add mod">
          <ac:chgData name="Charles Awe (Stinson Communications Inc)" userId="1444a670-b0cf-41d4-bdc2-8936ddb5019b" providerId="ADAL" clId="{4507BBEB-9F73-4BC3-8BA6-9DFA4678FDC5}" dt="2026-09-09T14:49:55.861" v="472"/>
          <ac:grpSpMkLst>
            <pc:docMk/>
            <pc:sldMk cId="1903684541" sldId="2147483405"/>
            <ac:grpSpMk id="24" creationId="{B53BD6B5-EF9B-96D3-49E5-D3AB8A2505D4}"/>
          </ac:grpSpMkLst>
        </pc:grpChg>
        <pc:grpChg chg="add mod">
          <ac:chgData name="Charles Awe (Stinson Communications Inc)" userId="1444a670-b0cf-41d4-bdc2-8936ddb5019b" providerId="ADAL" clId="{4507BBEB-9F73-4BC3-8BA6-9DFA4678FDC5}" dt="2026-09-09T14:55:12.341" v="559" actId="962"/>
          <ac:grpSpMkLst>
            <pc:docMk/>
            <pc:sldMk cId="1903684541" sldId="2147483405"/>
            <ac:grpSpMk id="25" creationId="{53E18E91-73E5-87C6-5448-AB3790E7763F}"/>
          </ac:grpSpMkLst>
        </pc:grpChg>
        <pc:picChg chg="mod">
          <ac:chgData name="Charles Awe (Stinson Communications Inc)" userId="1444a670-b0cf-41d4-bdc2-8936ddb5019b" providerId="ADAL" clId="{4507BBEB-9F73-4BC3-8BA6-9DFA4678FDC5}" dt="2026-09-09T14:45:58.620" v="397"/>
          <ac:picMkLst>
            <pc:docMk/>
            <pc:sldMk cId="1903684541" sldId="2147483405"/>
            <ac:picMk id="4" creationId="{7F60803C-A8F7-9A0A-FD8A-86F77FDDFBE0}"/>
          </ac:picMkLst>
        </pc:picChg>
        <pc:picChg chg="mod modCrop">
          <ac:chgData name="Charles Awe (Stinson Communications Inc)" userId="1444a670-b0cf-41d4-bdc2-8936ddb5019b" providerId="ADAL" clId="{4507BBEB-9F73-4BC3-8BA6-9DFA4678FDC5}" dt="2026-09-09T14:49:55.875" v="480"/>
          <ac:picMkLst>
            <pc:docMk/>
            <pc:sldMk cId="1903684541" sldId="2147483405"/>
            <ac:picMk id="9" creationId="{C27192A3-1B62-6392-3F7A-240A3B4158D5}"/>
          </ac:picMkLst>
        </pc:picChg>
        <pc:picChg chg="mod modCrop">
          <ac:chgData name="Charles Awe (Stinson Communications Inc)" userId="1444a670-b0cf-41d4-bdc2-8936ddb5019b" providerId="ADAL" clId="{4507BBEB-9F73-4BC3-8BA6-9DFA4678FDC5}" dt="2026-09-09T14:56:31.670" v="563" actId="962"/>
          <ac:picMkLst>
            <pc:docMk/>
            <pc:sldMk cId="1903684541" sldId="2147483405"/>
            <ac:picMk id="13" creationId="{D74DAB10-0A3D-F2DD-C97A-37E0D4D86FC6}"/>
          </ac:picMkLst>
        </pc:picChg>
        <pc:picChg chg="mod topLvl">
          <ac:chgData name="Charles Awe (Stinson Communications Inc)" userId="1444a670-b0cf-41d4-bdc2-8936ddb5019b" providerId="ADAL" clId="{4507BBEB-9F73-4BC3-8BA6-9DFA4678FDC5}" dt="2026-09-09T14:49:55.861" v="472"/>
          <ac:picMkLst>
            <pc:docMk/>
            <pc:sldMk cId="1903684541" sldId="2147483405"/>
            <ac:picMk id="35" creationId="{3A66D1B7-B743-CCDC-6389-9C6C655933FA}"/>
          </ac:picMkLst>
        </pc:picChg>
        <pc:picChg chg="mod">
          <ac:chgData name="Charles Awe (Stinson Communications Inc)" userId="1444a670-b0cf-41d4-bdc2-8936ddb5019b" providerId="ADAL" clId="{4507BBEB-9F73-4BC3-8BA6-9DFA4678FDC5}" dt="2026-09-09T14:49:55.861" v="478"/>
          <ac:picMkLst>
            <pc:docMk/>
            <pc:sldMk cId="1903684541" sldId="2147483405"/>
            <ac:picMk id="72" creationId="{B60A905F-6244-DB76-2824-050BEADBB719}"/>
          </ac:picMkLst>
        </pc:picChg>
        <pc:picChg chg="mod">
          <ac:chgData name="Charles Awe (Stinson Communications Inc)" userId="1444a670-b0cf-41d4-bdc2-8936ddb5019b" providerId="ADAL" clId="{4507BBEB-9F73-4BC3-8BA6-9DFA4678FDC5}" dt="2026-09-09T14:45:39.194" v="392"/>
          <ac:picMkLst>
            <pc:docMk/>
            <pc:sldMk cId="1903684541" sldId="2147483405"/>
            <ac:picMk id="75" creationId="{1B309DE1-877B-0B18-77D4-416DE5E3D153}"/>
          </ac:picMkLst>
        </pc:picChg>
        <pc:picChg chg="mod">
          <ac:chgData name="Charles Awe (Stinson Communications Inc)" userId="1444a670-b0cf-41d4-bdc2-8936ddb5019b" providerId="ADAL" clId="{4507BBEB-9F73-4BC3-8BA6-9DFA4678FDC5}" dt="2026-09-09T14:43:39.784" v="360"/>
          <ac:picMkLst>
            <pc:docMk/>
            <pc:sldMk cId="1903684541" sldId="2147483405"/>
            <ac:picMk id="79" creationId="{A201C665-4E08-7012-198D-BDEB68CBB1AD}"/>
          </ac:picMkLst>
        </pc:picChg>
        <pc:picChg chg="mod">
          <ac:chgData name="Charles Awe (Stinson Communications Inc)" userId="1444a670-b0cf-41d4-bdc2-8936ddb5019b" providerId="ADAL" clId="{4507BBEB-9F73-4BC3-8BA6-9DFA4678FDC5}" dt="2026-09-09T14:44:24.815" v="380"/>
          <ac:picMkLst>
            <pc:docMk/>
            <pc:sldMk cId="1903684541" sldId="2147483405"/>
            <ac:picMk id="82" creationId="{4907C8C2-FE2C-16DF-D8E4-219ED84EFB5A}"/>
          </ac:picMkLst>
        </pc:picChg>
        <pc:picChg chg="mod">
          <ac:chgData name="Charles Awe (Stinson Communications Inc)" userId="1444a670-b0cf-41d4-bdc2-8936ddb5019b" providerId="ADAL" clId="{4507BBEB-9F73-4BC3-8BA6-9DFA4678FDC5}" dt="2026-09-09T14:44:09.151" v="373"/>
          <ac:picMkLst>
            <pc:docMk/>
            <pc:sldMk cId="1903684541" sldId="2147483405"/>
            <ac:picMk id="87" creationId="{6C3FBA1C-7362-1B79-F0F4-1405F2F14F8F}"/>
          </ac:picMkLst>
        </pc:picChg>
        <pc:picChg chg="mod">
          <ac:chgData name="Charles Awe (Stinson Communications Inc)" userId="1444a670-b0cf-41d4-bdc2-8936ddb5019b" providerId="ADAL" clId="{4507BBEB-9F73-4BC3-8BA6-9DFA4678FDC5}" dt="2026-09-09T14:44:45.502" v="385"/>
          <ac:picMkLst>
            <pc:docMk/>
            <pc:sldMk cId="1903684541" sldId="2147483405"/>
            <ac:picMk id="98" creationId="{3E446722-9048-F359-4415-47B23F453A36}"/>
          </ac:picMkLst>
        </pc:picChg>
        <pc:picChg chg="mod">
          <ac:chgData name="Charles Awe (Stinson Communications Inc)" userId="1444a670-b0cf-41d4-bdc2-8936ddb5019b" providerId="ADAL" clId="{4507BBEB-9F73-4BC3-8BA6-9DFA4678FDC5}" dt="2026-09-09T14:32:02.253" v="123" actId="12788"/>
          <ac:picMkLst>
            <pc:docMk/>
            <pc:sldMk cId="1903684541" sldId="2147483405"/>
            <ac:picMk id="106" creationId="{849D4151-F965-F11E-2693-7F8EA5E27FE5}"/>
          </ac:picMkLst>
        </pc:picChg>
        <pc:picChg chg="mod">
          <ac:chgData name="Charles Awe (Stinson Communications Inc)" userId="1444a670-b0cf-41d4-bdc2-8936ddb5019b" providerId="ADAL" clId="{4507BBEB-9F73-4BC3-8BA6-9DFA4678FDC5}" dt="2026-09-09T14:36:42.872" v="199" actId="1035"/>
          <ac:picMkLst>
            <pc:docMk/>
            <pc:sldMk cId="1903684541" sldId="2147483405"/>
            <ac:picMk id="107" creationId="{9C47FD86-FE5D-149B-53D5-AB849A441E53}"/>
          </ac:picMkLst>
        </pc:picChg>
        <pc:cxnChg chg="mod">
          <ac:chgData name="Charles Awe (Stinson Communications Inc)" userId="1444a670-b0cf-41d4-bdc2-8936ddb5019b" providerId="ADAL" clId="{4507BBEB-9F73-4BC3-8BA6-9DFA4678FDC5}" dt="2026-09-09T14:49:55.861" v="474"/>
          <ac:cxnSpMkLst>
            <pc:docMk/>
            <pc:sldMk cId="1903684541" sldId="2147483405"/>
            <ac:cxnSpMk id="42" creationId="{A9740797-63FA-077A-AAA0-50A5466BD7D0}"/>
          </ac:cxnSpMkLst>
        </pc:cxnChg>
        <pc:cxnChg chg="mod topLvl">
          <ac:chgData name="Charles Awe (Stinson Communications Inc)" userId="1444a670-b0cf-41d4-bdc2-8936ddb5019b" providerId="ADAL" clId="{4507BBEB-9F73-4BC3-8BA6-9DFA4678FDC5}" dt="2026-09-09T14:50:22.388" v="499"/>
          <ac:cxnSpMkLst>
            <pc:docMk/>
            <pc:sldMk cId="1903684541" sldId="2147483405"/>
            <ac:cxnSpMk id="130" creationId="{67C5E17D-83BF-5931-BA1D-3308CB234701}"/>
          </ac:cxnSpMkLst>
        </pc:cxnChg>
        <pc:cxnChg chg="mod">
          <ac:chgData name="Charles Awe (Stinson Communications Inc)" userId="1444a670-b0cf-41d4-bdc2-8936ddb5019b" providerId="ADAL" clId="{4507BBEB-9F73-4BC3-8BA6-9DFA4678FDC5}" dt="2026-09-09T14:50:43.039" v="516" actId="14100"/>
          <ac:cxnSpMkLst>
            <pc:docMk/>
            <pc:sldMk cId="1903684541" sldId="2147483405"/>
            <ac:cxnSpMk id="132" creationId="{716B9F84-33AC-4D4E-7EEF-C2E5DB9A6D76}"/>
          </ac:cxnSpMkLst>
        </pc:cxnChg>
        <pc:cxnChg chg="mod">
          <ac:chgData name="Charles Awe (Stinson Communications Inc)" userId="1444a670-b0cf-41d4-bdc2-8936ddb5019b" providerId="ADAL" clId="{4507BBEB-9F73-4BC3-8BA6-9DFA4678FDC5}" dt="2026-09-09T14:50:18.450" v="495"/>
          <ac:cxnSpMkLst>
            <pc:docMk/>
            <pc:sldMk cId="1903684541" sldId="2147483405"/>
            <ac:cxnSpMk id="135" creationId="{A397D1A0-4341-7D7B-2825-4BB693304895}"/>
          </ac:cxnSpMkLst>
        </pc:cxnChg>
        <pc:cxnChg chg="mod">
          <ac:chgData name="Charles Awe (Stinson Communications Inc)" userId="1444a670-b0cf-41d4-bdc2-8936ddb5019b" providerId="ADAL" clId="{4507BBEB-9F73-4BC3-8BA6-9DFA4678FDC5}" dt="2026-09-09T14:50:09.590" v="484"/>
          <ac:cxnSpMkLst>
            <pc:docMk/>
            <pc:sldMk cId="1903684541" sldId="2147483405"/>
            <ac:cxnSpMk id="136" creationId="{0F902595-61AE-ACE2-E4DF-0D55DEFB7A80}"/>
          </ac:cxnSpMkLst>
        </pc:cxnChg>
        <pc:cxnChg chg="mod">
          <ac:chgData name="Charles Awe (Stinson Communications Inc)" userId="1444a670-b0cf-41d4-bdc2-8936ddb5019b" providerId="ADAL" clId="{4507BBEB-9F73-4BC3-8BA6-9DFA4678FDC5}" dt="2026-09-09T14:50:09.591" v="486"/>
          <ac:cxnSpMkLst>
            <pc:docMk/>
            <pc:sldMk cId="1903684541" sldId="2147483405"/>
            <ac:cxnSpMk id="137" creationId="{92657B60-8A27-7BC5-EBA6-FF3EA8B8F8C4}"/>
          </ac:cxnSpMkLst>
        </pc:cxnChg>
        <pc:cxnChg chg="mod">
          <ac:chgData name="Charles Awe (Stinson Communications Inc)" userId="1444a670-b0cf-41d4-bdc2-8936ddb5019b" providerId="ADAL" clId="{4507BBEB-9F73-4BC3-8BA6-9DFA4678FDC5}" dt="2026-09-09T14:50:09.591" v="488"/>
          <ac:cxnSpMkLst>
            <pc:docMk/>
            <pc:sldMk cId="1903684541" sldId="2147483405"/>
            <ac:cxnSpMk id="138" creationId="{46124CF3-93FD-A6FB-3540-23922951D4F8}"/>
          </ac:cxnSpMkLst>
        </pc:cxnChg>
        <pc:cxnChg chg="mod">
          <ac:chgData name="Charles Awe (Stinson Communications Inc)" userId="1444a670-b0cf-41d4-bdc2-8936ddb5019b" providerId="ADAL" clId="{4507BBEB-9F73-4BC3-8BA6-9DFA4678FDC5}" dt="2026-09-09T14:43:48.454" v="365" actId="465"/>
          <ac:cxnSpMkLst>
            <pc:docMk/>
            <pc:sldMk cId="1903684541" sldId="2147483405"/>
            <ac:cxnSpMk id="139" creationId="{0EFD95A3-4A2E-B627-EF14-D4880245DD44}"/>
          </ac:cxnSpMkLst>
        </pc:cxnChg>
        <pc:cxnChg chg="mod">
          <ac:chgData name="Charles Awe (Stinson Communications Inc)" userId="1444a670-b0cf-41d4-bdc2-8936ddb5019b" providerId="ADAL" clId="{4507BBEB-9F73-4BC3-8BA6-9DFA4678FDC5}" dt="2026-09-09T14:43:48.454" v="365" actId="465"/>
          <ac:cxnSpMkLst>
            <pc:docMk/>
            <pc:sldMk cId="1903684541" sldId="2147483405"/>
            <ac:cxnSpMk id="142" creationId="{29201D72-E4D2-1E54-0ACB-3BD34890C519}"/>
          </ac:cxnSpMkLst>
        </pc:cxnChg>
        <pc:cxnChg chg="mod">
          <ac:chgData name="Charles Awe (Stinson Communications Inc)" userId="1444a670-b0cf-41d4-bdc2-8936ddb5019b" providerId="ADAL" clId="{4507BBEB-9F73-4BC3-8BA6-9DFA4678FDC5}" dt="2026-09-09T14:43:59.550" v="366" actId="1076"/>
          <ac:cxnSpMkLst>
            <pc:docMk/>
            <pc:sldMk cId="1903684541" sldId="2147483405"/>
            <ac:cxnSpMk id="143" creationId="{39633A09-83C9-4B9B-3D91-C7CC448C25C9}"/>
          </ac:cxnSpMkLst>
        </pc:cxnChg>
        <pc:cxnChg chg="mod">
          <ac:chgData name="Charles Awe (Stinson Communications Inc)" userId="1444a670-b0cf-41d4-bdc2-8936ddb5019b" providerId="ADAL" clId="{4507BBEB-9F73-4BC3-8BA6-9DFA4678FDC5}" dt="2026-09-09T14:49:26.955" v="457" actId="408"/>
          <ac:cxnSpMkLst>
            <pc:docMk/>
            <pc:sldMk cId="1903684541" sldId="2147483405"/>
            <ac:cxnSpMk id="145" creationId="{556A3D27-E329-237A-FE9C-07EC14F87EF5}"/>
          </ac:cxnSpMkLst>
        </pc:cxnChg>
        <pc:cxnChg chg="mod">
          <ac:chgData name="Charles Awe (Stinson Communications Inc)" userId="1444a670-b0cf-41d4-bdc2-8936ddb5019b" providerId="ADAL" clId="{4507BBEB-9F73-4BC3-8BA6-9DFA4678FDC5}" dt="2026-09-09T14:49:26.955" v="457" actId="408"/>
          <ac:cxnSpMkLst>
            <pc:docMk/>
            <pc:sldMk cId="1903684541" sldId="2147483405"/>
            <ac:cxnSpMk id="147" creationId="{4E2DB732-AA98-ECED-D120-EBC95382CF69}"/>
          </ac:cxnSpMkLst>
        </pc:cxnChg>
        <pc:cxnChg chg="mod">
          <ac:chgData name="Charles Awe (Stinson Communications Inc)" userId="1444a670-b0cf-41d4-bdc2-8936ddb5019b" providerId="ADAL" clId="{4507BBEB-9F73-4BC3-8BA6-9DFA4678FDC5}" dt="2026-09-09T14:50:27.722" v="507"/>
          <ac:cxnSpMkLst>
            <pc:docMk/>
            <pc:sldMk cId="1903684541" sldId="2147483405"/>
            <ac:cxnSpMk id="149" creationId="{A0710FC5-443E-EFE8-AD4A-28A5189057A6}"/>
          </ac:cxnSpMkLst>
        </pc:cxnChg>
        <pc:cxnChg chg="mod">
          <ac:chgData name="Charles Awe (Stinson Communications Inc)" userId="1444a670-b0cf-41d4-bdc2-8936ddb5019b" providerId="ADAL" clId="{4507BBEB-9F73-4BC3-8BA6-9DFA4678FDC5}" dt="2026-09-09T14:50:09.591" v="490"/>
          <ac:cxnSpMkLst>
            <pc:docMk/>
            <pc:sldMk cId="1903684541" sldId="2147483405"/>
            <ac:cxnSpMk id="150" creationId="{31D18894-C351-25FD-48E6-8B8E04020353}"/>
          </ac:cxnSpMkLst>
        </pc:cxnChg>
        <pc:cxnChg chg="mod">
          <ac:chgData name="Charles Awe (Stinson Communications Inc)" userId="1444a670-b0cf-41d4-bdc2-8936ddb5019b" providerId="ADAL" clId="{4507BBEB-9F73-4BC3-8BA6-9DFA4678FDC5}" dt="2026-09-09T14:50:53.289" v="519"/>
          <ac:cxnSpMkLst>
            <pc:docMk/>
            <pc:sldMk cId="1903684541" sldId="2147483405"/>
            <ac:cxnSpMk id="155" creationId="{ACDCAB64-2762-80FD-573F-6BE9383D59FC}"/>
          </ac:cxnSpMkLst>
        </pc:cxnChg>
        <pc:cxnChg chg="mod topLvl">
          <ac:chgData name="Charles Awe (Stinson Communications Inc)" userId="1444a670-b0cf-41d4-bdc2-8936ddb5019b" providerId="ADAL" clId="{4507BBEB-9F73-4BC3-8BA6-9DFA4678FDC5}" dt="2026-09-09T14:50:53.291" v="521"/>
          <ac:cxnSpMkLst>
            <pc:docMk/>
            <pc:sldMk cId="1903684541" sldId="2147483405"/>
            <ac:cxnSpMk id="156" creationId="{74AA5AF4-274C-491E-E70A-6038040FB864}"/>
          </ac:cxnSpMkLst>
        </pc:cxnChg>
        <pc:cxnChg chg="mod">
          <ac:chgData name="Charles Awe (Stinson Communications Inc)" userId="1444a670-b0cf-41d4-bdc2-8936ddb5019b" providerId="ADAL" clId="{4507BBEB-9F73-4BC3-8BA6-9DFA4678FDC5}" dt="2026-09-09T14:50:27.722" v="503"/>
          <ac:cxnSpMkLst>
            <pc:docMk/>
            <pc:sldMk cId="1903684541" sldId="2147483405"/>
            <ac:cxnSpMk id="157" creationId="{C29E75E9-13CD-0142-9557-4791868B96FB}"/>
          </ac:cxnSpMkLst>
        </pc:cxnChg>
        <pc:cxnChg chg="mod">
          <ac:chgData name="Charles Awe (Stinson Communications Inc)" userId="1444a670-b0cf-41d4-bdc2-8936ddb5019b" providerId="ADAL" clId="{4507BBEB-9F73-4BC3-8BA6-9DFA4678FDC5}" dt="2026-09-09T14:50:27.722" v="505"/>
          <ac:cxnSpMkLst>
            <pc:docMk/>
            <pc:sldMk cId="1903684541" sldId="2147483405"/>
            <ac:cxnSpMk id="158" creationId="{C8D707AB-F2FA-4149-0D85-DDA5D7FA4694}"/>
          </ac:cxnSpMkLst>
        </pc:cxnChg>
        <pc:cxnChg chg="mod">
          <ac:chgData name="Charles Awe (Stinson Communications Inc)" userId="1444a670-b0cf-41d4-bdc2-8936ddb5019b" providerId="ADAL" clId="{4507BBEB-9F73-4BC3-8BA6-9DFA4678FDC5}" dt="2026-09-09T14:50:32.067" v="511"/>
          <ac:cxnSpMkLst>
            <pc:docMk/>
            <pc:sldMk cId="1903684541" sldId="2147483405"/>
            <ac:cxnSpMk id="159" creationId="{B6EF9355-CA81-518B-F998-C5E546D33402}"/>
          </ac:cxnSpMkLst>
        </pc:cxnChg>
        <pc:cxnChg chg="mod">
          <ac:chgData name="Charles Awe (Stinson Communications Inc)" userId="1444a670-b0cf-41d4-bdc2-8936ddb5019b" providerId="ADAL" clId="{4507BBEB-9F73-4BC3-8BA6-9DFA4678FDC5}" dt="2026-09-09T14:36:57.919" v="212"/>
          <ac:cxnSpMkLst>
            <pc:docMk/>
            <pc:sldMk cId="1903684541" sldId="2147483405"/>
            <ac:cxnSpMk id="160" creationId="{27BF121E-CB4E-D486-73AB-930D1A40A48E}"/>
          </ac:cxnSpMkLst>
        </pc:cxnChg>
        <pc:cxnChg chg="mod">
          <ac:chgData name="Charles Awe (Stinson Communications Inc)" userId="1444a670-b0cf-41d4-bdc2-8936ddb5019b" providerId="ADAL" clId="{4507BBEB-9F73-4BC3-8BA6-9DFA4678FDC5}" dt="2026-09-09T14:36:57.919" v="212"/>
          <ac:cxnSpMkLst>
            <pc:docMk/>
            <pc:sldMk cId="1903684541" sldId="2147483405"/>
            <ac:cxnSpMk id="161" creationId="{4C636D0D-EBAF-C9D1-0699-31F4ED1CCF20}"/>
          </ac:cxnSpMkLst>
        </pc:cxnChg>
        <pc:cxnChg chg="mod">
          <ac:chgData name="Charles Awe (Stinson Communications Inc)" userId="1444a670-b0cf-41d4-bdc2-8936ddb5019b" providerId="ADAL" clId="{4507BBEB-9F73-4BC3-8BA6-9DFA4678FDC5}" dt="2026-09-09T14:47:26.285" v="420" actId="1076"/>
          <ac:cxnSpMkLst>
            <pc:docMk/>
            <pc:sldMk cId="1903684541" sldId="2147483405"/>
            <ac:cxnSpMk id="162" creationId="{25F9041C-6498-CB1D-E017-7FD291C87C1D}"/>
          </ac:cxnSpMkLst>
        </pc:cxnChg>
        <pc:cxnChg chg="mod">
          <ac:chgData name="Charles Awe (Stinson Communications Inc)" userId="1444a670-b0cf-41d4-bdc2-8936ddb5019b" providerId="ADAL" clId="{4507BBEB-9F73-4BC3-8BA6-9DFA4678FDC5}" dt="2026-09-09T14:47:26.285" v="420" actId="1076"/>
          <ac:cxnSpMkLst>
            <pc:docMk/>
            <pc:sldMk cId="1903684541" sldId="2147483405"/>
            <ac:cxnSpMk id="163" creationId="{21DA57F8-5D93-42B6-C9C8-8771FB737CF0}"/>
          </ac:cxnSpMkLst>
        </pc:cxnChg>
        <pc:cxnChg chg="mod">
          <ac:chgData name="Charles Awe (Stinson Communications Inc)" userId="1444a670-b0cf-41d4-bdc2-8936ddb5019b" providerId="ADAL" clId="{4507BBEB-9F73-4BC3-8BA6-9DFA4678FDC5}" dt="2026-09-09T14:51:05.960" v="524" actId="1076"/>
          <ac:cxnSpMkLst>
            <pc:docMk/>
            <pc:sldMk cId="1903684541" sldId="2147483405"/>
            <ac:cxnSpMk id="165" creationId="{8AA2FAB8-787C-86A9-F0ED-A1F82318A464}"/>
          </ac:cxnSpMkLst>
        </pc:cxnChg>
        <pc:cxnChg chg="mod">
          <ac:chgData name="Charles Awe (Stinson Communications Inc)" userId="1444a670-b0cf-41d4-bdc2-8936ddb5019b" providerId="ADAL" clId="{4507BBEB-9F73-4BC3-8BA6-9DFA4678FDC5}" dt="2026-09-09T14:49:55.861" v="476"/>
          <ac:cxnSpMkLst>
            <pc:docMk/>
            <pc:sldMk cId="1903684541" sldId="2147483405"/>
            <ac:cxnSpMk id="166" creationId="{00C75543-03B2-07CE-274C-CF2E4CAC55C2}"/>
          </ac:cxnSpMkLst>
        </pc:cxnChg>
      </pc:sldChg>
      <pc:sldChg chg="addSp delSp modSp add del mod addAnim delAnim modAnim chgLayout">
        <pc:chgData name="Charles Awe (Stinson Communications Inc)" userId="1444a670-b0cf-41d4-bdc2-8936ddb5019b" providerId="ADAL" clId="{4507BBEB-9F73-4BC3-8BA6-9DFA4678FDC5}" dt="2026-09-09T16:08:28.748" v="1650" actId="13244"/>
        <pc:sldMkLst>
          <pc:docMk/>
          <pc:sldMk cId="487568007" sldId="2147483406"/>
        </pc:sldMkLst>
        <pc:spChg chg="mod ord">
          <ac:chgData name="Charles Awe (Stinson Communications Inc)" userId="1444a670-b0cf-41d4-bdc2-8936ddb5019b" providerId="ADAL" clId="{4507BBEB-9F73-4BC3-8BA6-9DFA4678FDC5}" dt="2026-09-09T16:08:15.635" v="1649"/>
          <ac:spMkLst>
            <pc:docMk/>
            <pc:sldMk cId="487568007" sldId="2147483406"/>
            <ac:spMk id="3" creationId="{C79184C1-765C-AF18-2540-70075401ECE1}"/>
          </ac:spMkLst>
        </pc:spChg>
        <pc:spChg chg="mod ord">
          <ac:chgData name="Charles Awe (Stinson Communications Inc)" userId="1444a670-b0cf-41d4-bdc2-8936ddb5019b" providerId="ADAL" clId="{4507BBEB-9F73-4BC3-8BA6-9DFA4678FDC5}" dt="2026-09-09T16:08:15.635" v="1649"/>
          <ac:spMkLst>
            <pc:docMk/>
            <pc:sldMk cId="487568007" sldId="2147483406"/>
            <ac:spMk id="5" creationId="{96EB5254-8B64-909F-FBB4-BC6341DF4248}"/>
          </ac:spMkLst>
        </pc:spChg>
        <pc:spChg chg="mod ord">
          <ac:chgData name="Charles Awe (Stinson Communications Inc)" userId="1444a670-b0cf-41d4-bdc2-8936ddb5019b" providerId="ADAL" clId="{4507BBEB-9F73-4BC3-8BA6-9DFA4678FDC5}" dt="2026-09-09T16:08:28.748" v="1650" actId="13244"/>
          <ac:spMkLst>
            <pc:docMk/>
            <pc:sldMk cId="487568007" sldId="2147483406"/>
            <ac:spMk id="6" creationId="{985AA4EC-5228-7748-CDF5-64F7460EFA6D}"/>
          </ac:spMkLst>
        </pc:spChg>
        <pc:spChg chg="mod ord">
          <ac:chgData name="Charles Awe (Stinson Communications Inc)" userId="1444a670-b0cf-41d4-bdc2-8936ddb5019b" providerId="ADAL" clId="{4507BBEB-9F73-4BC3-8BA6-9DFA4678FDC5}" dt="2026-09-09T16:08:15.635" v="1649"/>
          <ac:spMkLst>
            <pc:docMk/>
            <pc:sldMk cId="487568007" sldId="2147483406"/>
            <ac:spMk id="11" creationId="{CD17E89A-FA17-2982-07C9-DF6E88903223}"/>
          </ac:spMkLst>
        </pc:spChg>
        <pc:spChg chg="mod ord">
          <ac:chgData name="Charles Awe (Stinson Communications Inc)" userId="1444a670-b0cf-41d4-bdc2-8936ddb5019b" providerId="ADAL" clId="{4507BBEB-9F73-4BC3-8BA6-9DFA4678FDC5}" dt="2026-09-09T16:08:15.635" v="1649"/>
          <ac:spMkLst>
            <pc:docMk/>
            <pc:sldMk cId="487568007" sldId="2147483406"/>
            <ac:spMk id="17" creationId="{E31384C8-C074-5C9F-5F64-C16956A45B1C}"/>
          </ac:spMkLst>
        </pc:spChg>
        <pc:spChg chg="mod ord">
          <ac:chgData name="Charles Awe (Stinson Communications Inc)" userId="1444a670-b0cf-41d4-bdc2-8936ddb5019b" providerId="ADAL" clId="{4507BBEB-9F73-4BC3-8BA6-9DFA4678FDC5}" dt="2026-09-09T16:08:15.635" v="1649"/>
          <ac:spMkLst>
            <pc:docMk/>
            <pc:sldMk cId="487568007" sldId="2147483406"/>
            <ac:spMk id="18" creationId="{9F1A0590-0C32-31B2-DF79-4B054A4A0D66}"/>
          </ac:spMkLst>
        </pc:spChg>
        <pc:spChg chg="mod ord">
          <ac:chgData name="Charles Awe (Stinson Communications Inc)" userId="1444a670-b0cf-41d4-bdc2-8936ddb5019b" providerId="ADAL" clId="{4507BBEB-9F73-4BC3-8BA6-9DFA4678FDC5}" dt="2026-09-09T16:08:15.635" v="1649"/>
          <ac:spMkLst>
            <pc:docMk/>
            <pc:sldMk cId="487568007" sldId="2147483406"/>
            <ac:spMk id="19" creationId="{F55FE648-93A4-49AF-A79A-032FE905D2DF}"/>
          </ac:spMkLst>
        </pc:spChg>
        <pc:spChg chg="mod ord">
          <ac:chgData name="Charles Awe (Stinson Communications Inc)" userId="1444a670-b0cf-41d4-bdc2-8936ddb5019b" providerId="ADAL" clId="{4507BBEB-9F73-4BC3-8BA6-9DFA4678FDC5}" dt="2026-09-09T16:08:15.635" v="1649"/>
          <ac:spMkLst>
            <pc:docMk/>
            <pc:sldMk cId="487568007" sldId="2147483406"/>
            <ac:spMk id="20" creationId="{8AF5F11B-A1E8-B589-5025-4935C491557B}"/>
          </ac:spMkLst>
        </pc:spChg>
        <pc:spChg chg="mod ord">
          <ac:chgData name="Charles Awe (Stinson Communications Inc)" userId="1444a670-b0cf-41d4-bdc2-8936ddb5019b" providerId="ADAL" clId="{4507BBEB-9F73-4BC3-8BA6-9DFA4678FDC5}" dt="2026-09-09T16:08:15.635" v="1649"/>
          <ac:spMkLst>
            <pc:docMk/>
            <pc:sldMk cId="487568007" sldId="2147483406"/>
            <ac:spMk id="9301" creationId="{00000000-0000-0000-0000-000000000000}"/>
          </ac:spMkLst>
        </pc:spChg>
        <pc:grpChg chg="mod ord">
          <ac:chgData name="Charles Awe (Stinson Communications Inc)" userId="1444a670-b0cf-41d4-bdc2-8936ddb5019b" providerId="ADAL" clId="{4507BBEB-9F73-4BC3-8BA6-9DFA4678FDC5}" dt="2026-09-09T16:08:15.635" v="1649"/>
          <ac:grpSpMkLst>
            <pc:docMk/>
            <pc:sldMk cId="487568007" sldId="2147483406"/>
            <ac:grpSpMk id="8" creationId="{E0A49701-950D-713D-36AC-6D079866E01D}"/>
          </ac:grpSpMkLst>
        </pc:grpChg>
        <pc:picChg chg="mod modCrop">
          <ac:chgData name="Charles Awe (Stinson Communications Inc)" userId="1444a670-b0cf-41d4-bdc2-8936ddb5019b" providerId="ADAL" clId="{4507BBEB-9F73-4BC3-8BA6-9DFA4678FDC5}" dt="2026-09-09T16:01:20.989" v="1586" actId="732"/>
          <ac:picMkLst>
            <pc:docMk/>
            <pc:sldMk cId="487568007" sldId="2147483406"/>
            <ac:picMk id="9" creationId="{41A4C681-50DD-30CD-A4A5-4AB79704026D}"/>
          </ac:picMkLst>
        </pc:picChg>
        <pc:picChg chg="mod">
          <ac:chgData name="Charles Awe (Stinson Communications Inc)" userId="1444a670-b0cf-41d4-bdc2-8936ddb5019b" providerId="ADAL" clId="{4507BBEB-9F73-4BC3-8BA6-9DFA4678FDC5}" dt="2026-09-09T16:02:17.405" v="1594" actId="1038"/>
          <ac:picMkLst>
            <pc:docMk/>
            <pc:sldMk cId="487568007" sldId="2147483406"/>
            <ac:picMk id="10" creationId="{B42783E8-9FBF-D977-6AFB-0789B4490E5B}"/>
          </ac:picMkLst>
        </pc:picChg>
      </pc:sldChg>
      <pc:sldChg chg="addSp delSp modSp add del mod addAnim delAnim modAnim chgLayout">
        <pc:chgData name="Charles Awe (Stinson Communications Inc)" userId="1444a670-b0cf-41d4-bdc2-8936ddb5019b" providerId="ADAL" clId="{4507BBEB-9F73-4BC3-8BA6-9DFA4678FDC5}" dt="2026-09-09T16:09:12.017" v="1654" actId="962"/>
        <pc:sldMkLst>
          <pc:docMk/>
          <pc:sldMk cId="2936697722" sldId="2147483407"/>
        </pc:sldMkLst>
        <pc:spChg chg="mod ord">
          <ac:chgData name="Charles Awe (Stinson Communications Inc)" userId="1444a670-b0cf-41d4-bdc2-8936ddb5019b" providerId="ADAL" clId="{4507BBEB-9F73-4BC3-8BA6-9DFA4678FDC5}" dt="2026-09-09T16:08:33.228" v="1651"/>
          <ac:spMkLst>
            <pc:docMk/>
            <pc:sldMk cId="2936697722" sldId="2147483407"/>
            <ac:spMk id="2" creationId="{D8ABE9A4-BEC3-AD9C-34F4-DDA6891CBCF0}"/>
          </ac:spMkLst>
        </pc:spChg>
        <pc:spChg chg="mod ord">
          <ac:chgData name="Charles Awe (Stinson Communications Inc)" userId="1444a670-b0cf-41d4-bdc2-8936ddb5019b" providerId="ADAL" clId="{4507BBEB-9F73-4BC3-8BA6-9DFA4678FDC5}" dt="2026-09-09T16:08:33.228" v="1651"/>
          <ac:spMkLst>
            <pc:docMk/>
            <pc:sldMk cId="2936697722" sldId="2147483407"/>
            <ac:spMk id="3" creationId="{3253B173-6F2F-EA99-1339-9DE04575EA1E}"/>
          </ac:spMkLst>
        </pc:spChg>
        <pc:spChg chg="mod ord">
          <ac:chgData name="Charles Awe (Stinson Communications Inc)" userId="1444a670-b0cf-41d4-bdc2-8936ddb5019b" providerId="ADAL" clId="{4507BBEB-9F73-4BC3-8BA6-9DFA4678FDC5}" dt="2026-09-09T16:08:33.228" v="1651"/>
          <ac:spMkLst>
            <pc:docMk/>
            <pc:sldMk cId="2936697722" sldId="2147483407"/>
            <ac:spMk id="5" creationId="{EA24C715-4F9A-4AA9-09A9-E11D8013777B}"/>
          </ac:spMkLst>
        </pc:spChg>
        <pc:spChg chg="mod ord">
          <ac:chgData name="Charles Awe (Stinson Communications Inc)" userId="1444a670-b0cf-41d4-bdc2-8936ddb5019b" providerId="ADAL" clId="{4507BBEB-9F73-4BC3-8BA6-9DFA4678FDC5}" dt="2026-09-09T16:08:33.228" v="1651"/>
          <ac:spMkLst>
            <pc:docMk/>
            <pc:sldMk cId="2936697722" sldId="2147483407"/>
            <ac:spMk id="7" creationId="{287445DB-70D4-4AA1-F211-483651A30916}"/>
          </ac:spMkLst>
        </pc:spChg>
        <pc:spChg chg="mod ord">
          <ac:chgData name="Charles Awe (Stinson Communications Inc)" userId="1444a670-b0cf-41d4-bdc2-8936ddb5019b" providerId="ADAL" clId="{4507BBEB-9F73-4BC3-8BA6-9DFA4678FDC5}" dt="2026-09-09T16:08:33.228" v="1651"/>
          <ac:spMkLst>
            <pc:docMk/>
            <pc:sldMk cId="2936697722" sldId="2147483407"/>
            <ac:spMk id="8" creationId="{CA1CEFC2-E99D-C5A8-8041-28FA15E2BE81}"/>
          </ac:spMkLst>
        </pc:spChg>
        <pc:spChg chg="mod ord">
          <ac:chgData name="Charles Awe (Stinson Communications Inc)" userId="1444a670-b0cf-41d4-bdc2-8936ddb5019b" providerId="ADAL" clId="{4507BBEB-9F73-4BC3-8BA6-9DFA4678FDC5}" dt="2026-09-09T16:08:33.228" v="1651"/>
          <ac:spMkLst>
            <pc:docMk/>
            <pc:sldMk cId="2936697722" sldId="2147483407"/>
            <ac:spMk id="9" creationId="{E9DFBEF0-52C9-9765-BC26-F4D922E66022}"/>
          </ac:spMkLst>
        </pc:spChg>
        <pc:spChg chg="mod ord">
          <ac:chgData name="Charles Awe (Stinson Communications Inc)" userId="1444a670-b0cf-41d4-bdc2-8936ddb5019b" providerId="ADAL" clId="{4507BBEB-9F73-4BC3-8BA6-9DFA4678FDC5}" dt="2026-09-09T16:08:33.228" v="1651"/>
          <ac:spMkLst>
            <pc:docMk/>
            <pc:sldMk cId="2936697722" sldId="2147483407"/>
            <ac:spMk id="10" creationId="{FB5159AC-7459-4E74-FCC2-C95F4AB8AB91}"/>
          </ac:spMkLst>
        </pc:spChg>
        <pc:spChg chg="mod">
          <ac:chgData name="Charles Awe (Stinson Communications Inc)" userId="1444a670-b0cf-41d4-bdc2-8936ddb5019b" providerId="ADAL" clId="{4507BBEB-9F73-4BC3-8BA6-9DFA4678FDC5}" dt="2026-09-09T16:06:57.770" v="1641" actId="1076"/>
          <ac:spMkLst>
            <pc:docMk/>
            <pc:sldMk cId="2936697722" sldId="2147483407"/>
            <ac:spMk id="9403" creationId="{00000000-0000-0000-0000-000000000000}"/>
          </ac:spMkLst>
        </pc:spChg>
        <pc:spChg chg="mod ord">
          <ac:chgData name="Charles Awe (Stinson Communications Inc)" userId="1444a670-b0cf-41d4-bdc2-8936ddb5019b" providerId="ADAL" clId="{4507BBEB-9F73-4BC3-8BA6-9DFA4678FDC5}" dt="2026-09-09T16:08:33.228" v="1651"/>
          <ac:spMkLst>
            <pc:docMk/>
            <pc:sldMk cId="2936697722" sldId="2147483407"/>
            <ac:spMk id="9404" creationId="{00000000-0000-0000-0000-000000000000}"/>
          </ac:spMkLst>
        </pc:spChg>
        <pc:spChg chg="mod ord">
          <ac:chgData name="Charles Awe (Stinson Communications Inc)" userId="1444a670-b0cf-41d4-bdc2-8936ddb5019b" providerId="ADAL" clId="{4507BBEB-9F73-4BC3-8BA6-9DFA4678FDC5}" dt="2026-09-09T16:08:33.228" v="1651"/>
          <ac:spMkLst>
            <pc:docMk/>
            <pc:sldMk cId="2936697722" sldId="2147483407"/>
            <ac:spMk id="9405" creationId="{00000000-0000-0000-0000-000000000000}"/>
          </ac:spMkLst>
        </pc:spChg>
        <pc:spChg chg="mod ord">
          <ac:chgData name="Charles Awe (Stinson Communications Inc)" userId="1444a670-b0cf-41d4-bdc2-8936ddb5019b" providerId="ADAL" clId="{4507BBEB-9F73-4BC3-8BA6-9DFA4678FDC5}" dt="2026-09-09T16:08:33.228" v="1651"/>
          <ac:spMkLst>
            <pc:docMk/>
            <pc:sldMk cId="2936697722" sldId="2147483407"/>
            <ac:spMk id="9406" creationId="{00000000-0000-0000-0000-000000000000}"/>
          </ac:spMkLst>
        </pc:spChg>
        <pc:picChg chg="mod ord">
          <ac:chgData name="Charles Awe (Stinson Communications Inc)" userId="1444a670-b0cf-41d4-bdc2-8936ddb5019b" providerId="ADAL" clId="{4507BBEB-9F73-4BC3-8BA6-9DFA4678FDC5}" dt="2026-09-09T16:09:12.017" v="1654" actId="962"/>
          <ac:picMkLst>
            <pc:docMk/>
            <pc:sldMk cId="2936697722" sldId="2147483407"/>
            <ac:picMk id="6" creationId="{C417F210-44C3-DA46-696C-C54B52CF0B70}"/>
          </ac:picMkLst>
        </pc:picChg>
      </pc:sldChg>
      <pc:sldChg chg="addSp delSp modSp add del mod delAnim modAnim chgLayout">
        <pc:chgData name="Charles Awe (Stinson Communications Inc)" userId="1444a670-b0cf-41d4-bdc2-8936ddb5019b" providerId="ADAL" clId="{4507BBEB-9F73-4BC3-8BA6-9DFA4678FDC5}" dt="2026-09-09T15:19:23.060" v="814" actId="962"/>
        <pc:sldMkLst>
          <pc:docMk/>
          <pc:sldMk cId="354976872" sldId="2147483408"/>
        </pc:sldMkLst>
        <pc:spChg chg="add mod ord">
          <ac:chgData name="Charles Awe (Stinson Communications Inc)" userId="1444a670-b0cf-41d4-bdc2-8936ddb5019b" providerId="ADAL" clId="{4507BBEB-9F73-4BC3-8BA6-9DFA4678FDC5}" dt="2026-09-09T15:18:31.238" v="812" actId="962"/>
          <ac:spMkLst>
            <pc:docMk/>
            <pc:sldMk cId="354976872" sldId="2147483408"/>
            <ac:spMk id="2" creationId="{52ABFC8D-637E-5AF7-77CB-5D316F597D34}"/>
          </ac:spMkLst>
        </pc:spChg>
        <pc:spChg chg="mod ord">
          <ac:chgData name="Charles Awe (Stinson Communications Inc)" userId="1444a670-b0cf-41d4-bdc2-8936ddb5019b" providerId="ADAL" clId="{4507BBEB-9F73-4BC3-8BA6-9DFA4678FDC5}" dt="2026-09-09T14:56:57.056" v="567" actId="700"/>
          <ac:spMkLst>
            <pc:docMk/>
            <pc:sldMk cId="354976872" sldId="2147483408"/>
            <ac:spMk id="3" creationId="{836C1743-F27D-1F3F-41E1-BD5177A2B44B}"/>
          </ac:spMkLst>
        </pc:spChg>
        <pc:spChg chg="add mod ord">
          <ac:chgData name="Charles Awe (Stinson Communications Inc)" userId="1444a670-b0cf-41d4-bdc2-8936ddb5019b" providerId="ADAL" clId="{4507BBEB-9F73-4BC3-8BA6-9DFA4678FDC5}" dt="2026-09-09T15:18:31.238" v="812" actId="962"/>
          <ac:spMkLst>
            <pc:docMk/>
            <pc:sldMk cId="354976872" sldId="2147483408"/>
            <ac:spMk id="4" creationId="{77CAC0B6-B7D7-4842-93E2-500EC2BA3371}"/>
          </ac:spMkLst>
        </pc:spChg>
        <pc:spChg chg="add mod ord">
          <ac:chgData name="Charles Awe (Stinson Communications Inc)" userId="1444a670-b0cf-41d4-bdc2-8936ddb5019b" providerId="ADAL" clId="{4507BBEB-9F73-4BC3-8BA6-9DFA4678FDC5}" dt="2026-09-09T15:18:31.238" v="812" actId="962"/>
          <ac:spMkLst>
            <pc:docMk/>
            <pc:sldMk cId="354976872" sldId="2147483408"/>
            <ac:spMk id="5" creationId="{3C3BED10-9FD9-7E9D-8876-10C04C911456}"/>
          </ac:spMkLst>
        </pc:spChg>
        <pc:spChg chg="mod">
          <ac:chgData name="Charles Awe (Stinson Communications Inc)" userId="1444a670-b0cf-41d4-bdc2-8936ddb5019b" providerId="ADAL" clId="{4507BBEB-9F73-4BC3-8BA6-9DFA4678FDC5}" dt="2026-09-09T15:02:19.789" v="768" actId="1035"/>
          <ac:spMkLst>
            <pc:docMk/>
            <pc:sldMk cId="354976872" sldId="2147483408"/>
            <ac:spMk id="60" creationId="{806BB251-FE3D-67E9-7A1F-FD3D188C61C2}"/>
          </ac:spMkLst>
        </pc:spChg>
        <pc:spChg chg="mod">
          <ac:chgData name="Charles Awe (Stinson Communications Inc)" userId="1444a670-b0cf-41d4-bdc2-8936ddb5019b" providerId="ADAL" clId="{4507BBEB-9F73-4BC3-8BA6-9DFA4678FDC5}" dt="2026-09-09T15:02:19.789" v="768" actId="1035"/>
          <ac:spMkLst>
            <pc:docMk/>
            <pc:sldMk cId="354976872" sldId="2147483408"/>
            <ac:spMk id="61" creationId="{A8D6BAA3-86D7-3005-FD79-376FA40F41EB}"/>
          </ac:spMkLst>
        </pc:spChg>
        <pc:spChg chg="mod">
          <ac:chgData name="Charles Awe (Stinson Communications Inc)" userId="1444a670-b0cf-41d4-bdc2-8936ddb5019b" providerId="ADAL" clId="{4507BBEB-9F73-4BC3-8BA6-9DFA4678FDC5}" dt="2026-09-09T15:02:19.789" v="768" actId="1035"/>
          <ac:spMkLst>
            <pc:docMk/>
            <pc:sldMk cId="354976872" sldId="2147483408"/>
            <ac:spMk id="62" creationId="{9C4D6446-1F28-97CE-6AC6-C8604CDE99DE}"/>
          </ac:spMkLst>
        </pc:spChg>
        <pc:spChg chg="mod">
          <ac:chgData name="Charles Awe (Stinson Communications Inc)" userId="1444a670-b0cf-41d4-bdc2-8936ddb5019b" providerId="ADAL" clId="{4507BBEB-9F73-4BC3-8BA6-9DFA4678FDC5}" dt="2026-09-09T15:02:19.789" v="768" actId="1035"/>
          <ac:spMkLst>
            <pc:docMk/>
            <pc:sldMk cId="354976872" sldId="2147483408"/>
            <ac:spMk id="8960" creationId="{7F8BEF5A-7FE2-7422-2591-4F87477C1FB6}"/>
          </ac:spMkLst>
        </pc:spChg>
        <pc:spChg chg="mod">
          <ac:chgData name="Charles Awe (Stinson Communications Inc)" userId="1444a670-b0cf-41d4-bdc2-8936ddb5019b" providerId="ADAL" clId="{4507BBEB-9F73-4BC3-8BA6-9DFA4678FDC5}" dt="2026-09-09T15:01:55.169" v="744" actId="1035"/>
          <ac:spMkLst>
            <pc:docMk/>
            <pc:sldMk cId="354976872" sldId="2147483408"/>
            <ac:spMk id="8961" creationId="{8F27E2D8-B051-1F17-189C-0C3EB4B789AF}"/>
          </ac:spMkLst>
        </pc:spChg>
        <pc:spChg chg="mod">
          <ac:chgData name="Charles Awe (Stinson Communications Inc)" userId="1444a670-b0cf-41d4-bdc2-8936ddb5019b" providerId="ADAL" clId="{4507BBEB-9F73-4BC3-8BA6-9DFA4678FDC5}" dt="2026-09-09T15:02:19.789" v="768" actId="1035"/>
          <ac:spMkLst>
            <pc:docMk/>
            <pc:sldMk cId="354976872" sldId="2147483408"/>
            <ac:spMk id="8962" creationId="{FDF18361-88F6-46C0-25FD-A8C1FDE15CE3}"/>
          </ac:spMkLst>
        </pc:spChg>
        <pc:spChg chg="mod">
          <ac:chgData name="Charles Awe (Stinson Communications Inc)" userId="1444a670-b0cf-41d4-bdc2-8936ddb5019b" providerId="ADAL" clId="{4507BBEB-9F73-4BC3-8BA6-9DFA4678FDC5}" dt="2026-09-09T15:02:19.789" v="768" actId="1035"/>
          <ac:spMkLst>
            <pc:docMk/>
            <pc:sldMk cId="354976872" sldId="2147483408"/>
            <ac:spMk id="8963" creationId="{82073188-21D0-0A06-0987-FD88E04BC4CB}"/>
          </ac:spMkLst>
        </pc:spChg>
        <pc:spChg chg="mod">
          <ac:chgData name="Charles Awe (Stinson Communications Inc)" userId="1444a670-b0cf-41d4-bdc2-8936ddb5019b" providerId="ADAL" clId="{4507BBEB-9F73-4BC3-8BA6-9DFA4678FDC5}" dt="2026-09-09T15:02:19.789" v="768" actId="1035"/>
          <ac:spMkLst>
            <pc:docMk/>
            <pc:sldMk cId="354976872" sldId="2147483408"/>
            <ac:spMk id="8964" creationId="{4A7AA3FE-46F8-5531-F785-D849C1FD50CA}"/>
          </ac:spMkLst>
        </pc:spChg>
        <pc:spChg chg="mod">
          <ac:chgData name="Charles Awe (Stinson Communications Inc)" userId="1444a670-b0cf-41d4-bdc2-8936ddb5019b" providerId="ADAL" clId="{4507BBEB-9F73-4BC3-8BA6-9DFA4678FDC5}" dt="2026-09-09T15:02:19.789" v="768" actId="1035"/>
          <ac:spMkLst>
            <pc:docMk/>
            <pc:sldMk cId="354976872" sldId="2147483408"/>
            <ac:spMk id="8965" creationId="{7324E233-45EA-B62C-B59F-11EADB92D7BD}"/>
          </ac:spMkLst>
        </pc:spChg>
        <pc:spChg chg="mod">
          <ac:chgData name="Charles Awe (Stinson Communications Inc)" userId="1444a670-b0cf-41d4-bdc2-8936ddb5019b" providerId="ADAL" clId="{4507BBEB-9F73-4BC3-8BA6-9DFA4678FDC5}" dt="2026-09-09T15:02:10.129" v="749"/>
          <ac:spMkLst>
            <pc:docMk/>
            <pc:sldMk cId="354976872" sldId="2147483408"/>
            <ac:spMk id="8967" creationId="{A83FA1BB-DCB1-ED4F-1E4A-9682712D2316}"/>
          </ac:spMkLst>
        </pc:spChg>
        <pc:spChg chg="mod">
          <ac:chgData name="Charles Awe (Stinson Communications Inc)" userId="1444a670-b0cf-41d4-bdc2-8936ddb5019b" providerId="ADAL" clId="{4507BBEB-9F73-4BC3-8BA6-9DFA4678FDC5}" dt="2026-09-09T15:02:10.129" v="747"/>
          <ac:spMkLst>
            <pc:docMk/>
            <pc:sldMk cId="354976872" sldId="2147483408"/>
            <ac:spMk id="8969" creationId="{2854C862-FB23-C548-C567-348C0BFC0E54}"/>
          </ac:spMkLst>
        </pc:spChg>
        <pc:spChg chg="mod">
          <ac:chgData name="Charles Awe (Stinson Communications Inc)" userId="1444a670-b0cf-41d4-bdc2-8936ddb5019b" providerId="ADAL" clId="{4507BBEB-9F73-4BC3-8BA6-9DFA4678FDC5}" dt="2026-09-09T14:58:28.966" v="610"/>
          <ac:spMkLst>
            <pc:docMk/>
            <pc:sldMk cId="354976872" sldId="2147483408"/>
            <ac:spMk id="8974" creationId="{BAD587A2-2DE4-BC8B-5560-0DC5C3F1F069}"/>
          </ac:spMkLst>
        </pc:spChg>
        <pc:spChg chg="mod">
          <ac:chgData name="Charles Awe (Stinson Communications Inc)" userId="1444a670-b0cf-41d4-bdc2-8936ddb5019b" providerId="ADAL" clId="{4507BBEB-9F73-4BC3-8BA6-9DFA4678FDC5}" dt="2026-09-09T14:59:12.590" v="648"/>
          <ac:spMkLst>
            <pc:docMk/>
            <pc:sldMk cId="354976872" sldId="2147483408"/>
            <ac:spMk id="8976" creationId="{5184B4CE-4A22-7273-9940-0E0B82A3A0CC}"/>
          </ac:spMkLst>
        </pc:spChg>
        <pc:spChg chg="mod">
          <ac:chgData name="Charles Awe (Stinson Communications Inc)" userId="1444a670-b0cf-41d4-bdc2-8936ddb5019b" providerId="ADAL" clId="{4507BBEB-9F73-4BC3-8BA6-9DFA4678FDC5}" dt="2026-09-09T15:02:10.129" v="749"/>
          <ac:spMkLst>
            <pc:docMk/>
            <pc:sldMk cId="354976872" sldId="2147483408"/>
            <ac:spMk id="8977" creationId="{6D7E0FBB-49F9-E235-60DD-219EF7F23853}"/>
          </ac:spMkLst>
        </pc:spChg>
        <pc:spChg chg="mod">
          <ac:chgData name="Charles Awe (Stinson Communications Inc)" userId="1444a670-b0cf-41d4-bdc2-8936ddb5019b" providerId="ADAL" clId="{4507BBEB-9F73-4BC3-8BA6-9DFA4678FDC5}" dt="2026-09-09T15:02:10.129" v="747"/>
          <ac:spMkLst>
            <pc:docMk/>
            <pc:sldMk cId="354976872" sldId="2147483408"/>
            <ac:spMk id="8978" creationId="{D872F57E-C173-B01F-4311-3E278817104F}"/>
          </ac:spMkLst>
        </pc:spChg>
        <pc:spChg chg="mod">
          <ac:chgData name="Charles Awe (Stinson Communications Inc)" userId="1444a670-b0cf-41d4-bdc2-8936ddb5019b" providerId="ADAL" clId="{4507BBEB-9F73-4BC3-8BA6-9DFA4678FDC5}" dt="2026-09-09T14:57:17.220" v="572" actId="1076"/>
          <ac:spMkLst>
            <pc:docMk/>
            <pc:sldMk cId="354976872" sldId="2147483408"/>
            <ac:spMk id="9001" creationId="{00000000-0000-0000-0000-000000000000}"/>
          </ac:spMkLst>
        </pc:spChg>
        <pc:grpChg chg="mod">
          <ac:chgData name="Charles Awe (Stinson Communications Inc)" userId="1444a670-b0cf-41d4-bdc2-8936ddb5019b" providerId="ADAL" clId="{4507BBEB-9F73-4BC3-8BA6-9DFA4678FDC5}" dt="2026-09-09T15:19:23.060" v="814" actId="962"/>
          <ac:grpSpMkLst>
            <pc:docMk/>
            <pc:sldMk cId="354976872" sldId="2147483408"/>
            <ac:grpSpMk id="8979" creationId="{476DA44A-7918-C44D-6723-68DBCEF9661D}"/>
          </ac:grpSpMkLst>
        </pc:grpChg>
        <pc:grpChg chg="mod">
          <ac:chgData name="Charles Awe (Stinson Communications Inc)" userId="1444a670-b0cf-41d4-bdc2-8936ddb5019b" providerId="ADAL" clId="{4507BBEB-9F73-4BC3-8BA6-9DFA4678FDC5}" dt="2026-09-09T15:19:23.060" v="814" actId="962"/>
          <ac:grpSpMkLst>
            <pc:docMk/>
            <pc:sldMk cId="354976872" sldId="2147483408"/>
            <ac:grpSpMk id="8980" creationId="{749E91B9-4886-5675-26C5-67AF18EBDB4A}"/>
          </ac:grpSpMkLst>
        </pc:grpChg>
        <pc:grpChg chg="mod">
          <ac:chgData name="Charles Awe (Stinson Communications Inc)" userId="1444a670-b0cf-41d4-bdc2-8936ddb5019b" providerId="ADAL" clId="{4507BBEB-9F73-4BC3-8BA6-9DFA4678FDC5}" dt="2026-09-09T15:18:23.409" v="811" actId="962"/>
          <ac:grpSpMkLst>
            <pc:docMk/>
            <pc:sldMk cId="354976872" sldId="2147483408"/>
            <ac:grpSpMk id="8981" creationId="{E054239B-A1C3-BB5C-C788-A83ED1F5C1CB}"/>
          </ac:grpSpMkLst>
        </pc:grpChg>
        <pc:grpChg chg="mod">
          <ac:chgData name="Charles Awe (Stinson Communications Inc)" userId="1444a670-b0cf-41d4-bdc2-8936ddb5019b" providerId="ADAL" clId="{4507BBEB-9F73-4BC3-8BA6-9DFA4678FDC5}" dt="2026-09-09T15:18:23.409" v="811" actId="962"/>
          <ac:grpSpMkLst>
            <pc:docMk/>
            <pc:sldMk cId="354976872" sldId="2147483408"/>
            <ac:grpSpMk id="8982" creationId="{2638290F-D658-F72D-99CC-F938FCE01540}"/>
          </ac:grpSpMkLst>
        </pc:grpChg>
        <pc:grpChg chg="mod">
          <ac:chgData name="Charles Awe (Stinson Communications Inc)" userId="1444a670-b0cf-41d4-bdc2-8936ddb5019b" providerId="ADAL" clId="{4507BBEB-9F73-4BC3-8BA6-9DFA4678FDC5}" dt="2026-09-09T15:18:23.409" v="811" actId="962"/>
          <ac:grpSpMkLst>
            <pc:docMk/>
            <pc:sldMk cId="354976872" sldId="2147483408"/>
            <ac:grpSpMk id="8983" creationId="{C4DBFC85-3842-03D0-BE17-8BD5BAF362B3}"/>
          </ac:grpSpMkLst>
        </pc:grpChg>
        <pc:picChg chg="mod">
          <ac:chgData name="Charles Awe (Stinson Communications Inc)" userId="1444a670-b0cf-41d4-bdc2-8936ddb5019b" providerId="ADAL" clId="{4507BBEB-9F73-4BC3-8BA6-9DFA4678FDC5}" dt="2026-09-09T14:59:12.590" v="648"/>
          <ac:picMkLst>
            <pc:docMk/>
            <pc:sldMk cId="354976872" sldId="2147483408"/>
            <ac:picMk id="56" creationId="{044D9561-56CE-E5BA-D842-DD6E0B128E1C}"/>
          </ac:picMkLst>
        </pc:picChg>
        <pc:picChg chg="mod">
          <ac:chgData name="Charles Awe (Stinson Communications Inc)" userId="1444a670-b0cf-41d4-bdc2-8936ddb5019b" providerId="ADAL" clId="{4507BBEB-9F73-4BC3-8BA6-9DFA4678FDC5}" dt="2026-09-09T14:58:28.966" v="610"/>
          <ac:picMkLst>
            <pc:docMk/>
            <pc:sldMk cId="354976872" sldId="2147483408"/>
            <ac:picMk id="90" creationId="{B51981EA-D63F-B808-974D-23859A426C71}"/>
          </ac:picMkLst>
        </pc:picChg>
        <pc:cxnChg chg="mod">
          <ac:chgData name="Charles Awe (Stinson Communications Inc)" userId="1444a670-b0cf-41d4-bdc2-8936ddb5019b" providerId="ADAL" clId="{4507BBEB-9F73-4BC3-8BA6-9DFA4678FDC5}" dt="2026-09-09T15:18:31.238" v="812" actId="962"/>
          <ac:cxnSpMkLst>
            <pc:docMk/>
            <pc:sldMk cId="354976872" sldId="2147483408"/>
            <ac:cxnSpMk id="8971" creationId="{0124E597-E353-9B4B-2002-8742FC515B5A}"/>
          </ac:cxnSpMkLst>
        </pc:cxnChg>
        <pc:cxnChg chg="mod">
          <ac:chgData name="Charles Awe (Stinson Communications Inc)" userId="1444a670-b0cf-41d4-bdc2-8936ddb5019b" providerId="ADAL" clId="{4507BBEB-9F73-4BC3-8BA6-9DFA4678FDC5}" dt="2026-09-09T15:18:31.238" v="812" actId="962"/>
          <ac:cxnSpMkLst>
            <pc:docMk/>
            <pc:sldMk cId="354976872" sldId="2147483408"/>
            <ac:cxnSpMk id="8972" creationId="{D471511A-2A26-DE9C-6C8F-4CE152B084F7}"/>
          </ac:cxnSpMkLst>
        </pc:cxnChg>
        <pc:cxnChg chg="mod">
          <ac:chgData name="Charles Awe (Stinson Communications Inc)" userId="1444a670-b0cf-41d4-bdc2-8936ddb5019b" providerId="ADAL" clId="{4507BBEB-9F73-4BC3-8BA6-9DFA4678FDC5}" dt="2026-09-09T15:18:31.238" v="812" actId="962"/>
          <ac:cxnSpMkLst>
            <pc:docMk/>
            <pc:sldMk cId="354976872" sldId="2147483408"/>
            <ac:cxnSpMk id="8973" creationId="{ABB63449-701E-487E-8B8D-44A866C8019B}"/>
          </ac:cxnSpMkLst>
        </pc:cxnChg>
      </pc:sldChg>
      <pc:sldChg chg="addSp delSp modSp add mod chgLayout">
        <pc:chgData name="Charles Awe (Stinson Communications Inc)" userId="1444a670-b0cf-41d4-bdc2-8936ddb5019b" providerId="ADAL" clId="{4507BBEB-9F73-4BC3-8BA6-9DFA4678FDC5}" dt="2026-09-09T15:07:27.633" v="787" actId="6264"/>
        <pc:sldMkLst>
          <pc:docMk/>
          <pc:sldMk cId="1475496235" sldId="2147483409"/>
        </pc:sldMkLst>
        <pc:spChg chg="mod ord">
          <ac:chgData name="Charles Awe (Stinson Communications Inc)" userId="1444a670-b0cf-41d4-bdc2-8936ddb5019b" providerId="ADAL" clId="{4507BBEB-9F73-4BC3-8BA6-9DFA4678FDC5}" dt="2026-09-09T15:07:27.633" v="787" actId="6264"/>
          <ac:spMkLst>
            <pc:docMk/>
            <pc:sldMk cId="1475496235" sldId="2147483409"/>
            <ac:spMk id="2" creationId="{C773D767-6A75-D0D4-A26E-DF4462EC468E}"/>
          </ac:spMkLst>
        </pc:spChg>
        <pc:spChg chg="mod ord">
          <ac:chgData name="Charles Awe (Stinson Communications Inc)" userId="1444a670-b0cf-41d4-bdc2-8936ddb5019b" providerId="ADAL" clId="{4507BBEB-9F73-4BC3-8BA6-9DFA4678FDC5}" dt="2026-09-09T15:07:27.633" v="787" actId="6264"/>
          <ac:spMkLst>
            <pc:docMk/>
            <pc:sldMk cId="1475496235" sldId="2147483409"/>
            <ac:spMk id="3" creationId="{8C373BCC-F61F-2BAA-1BE9-D7BE4193A0DE}"/>
          </ac:spMkLst>
        </pc:spChg>
      </pc:sldChg>
      <pc:sldChg chg="modSp add mod">
        <pc:chgData name="Charles Awe (Stinson Communications Inc)" userId="1444a670-b0cf-41d4-bdc2-8936ddb5019b" providerId="ADAL" clId="{4507BBEB-9F73-4BC3-8BA6-9DFA4678FDC5}" dt="2026-09-09T16:11:06.942" v="1662" actId="962"/>
        <pc:sldMkLst>
          <pc:docMk/>
          <pc:sldMk cId="3727265717" sldId="2147483410"/>
        </pc:sldMkLst>
        <pc:spChg chg="mod">
          <ac:chgData name="Charles Awe (Stinson Communications Inc)" userId="1444a670-b0cf-41d4-bdc2-8936ddb5019b" providerId="ADAL" clId="{4507BBEB-9F73-4BC3-8BA6-9DFA4678FDC5}" dt="2026-09-09T15:08:38.151" v="796" actId="1076"/>
          <ac:spMkLst>
            <pc:docMk/>
            <pc:sldMk cId="3727265717" sldId="2147483410"/>
            <ac:spMk id="8" creationId="{7D4DF7C7-EFFE-BA5B-F2D4-DCDA47A04C78}"/>
          </ac:spMkLst>
        </pc:spChg>
        <pc:spChg chg="mod">
          <ac:chgData name="Charles Awe (Stinson Communications Inc)" userId="1444a670-b0cf-41d4-bdc2-8936ddb5019b" providerId="ADAL" clId="{4507BBEB-9F73-4BC3-8BA6-9DFA4678FDC5}" dt="2026-09-09T15:08:38.151" v="796" actId="1076"/>
          <ac:spMkLst>
            <pc:docMk/>
            <pc:sldMk cId="3727265717" sldId="2147483410"/>
            <ac:spMk id="47" creationId="{C530A382-BED4-19B6-8BD5-A5C90CB78FA3}"/>
          </ac:spMkLst>
        </pc:spChg>
        <pc:picChg chg="mod">
          <ac:chgData name="Charles Awe (Stinson Communications Inc)" userId="1444a670-b0cf-41d4-bdc2-8936ddb5019b" providerId="ADAL" clId="{4507BBEB-9F73-4BC3-8BA6-9DFA4678FDC5}" dt="2026-09-09T16:11:06.942" v="1662" actId="962"/>
          <ac:picMkLst>
            <pc:docMk/>
            <pc:sldMk cId="3727265717" sldId="2147483410"/>
            <ac:picMk id="42" creationId="{922070F6-5C64-A71B-B286-6393D78DECF2}"/>
          </ac:picMkLst>
        </pc:picChg>
        <pc:picChg chg="mod">
          <ac:chgData name="Charles Awe (Stinson Communications Inc)" userId="1444a670-b0cf-41d4-bdc2-8936ddb5019b" providerId="ADAL" clId="{4507BBEB-9F73-4BC3-8BA6-9DFA4678FDC5}" dt="2026-09-09T15:08:38.151" v="796" actId="1076"/>
          <ac:picMkLst>
            <pc:docMk/>
            <pc:sldMk cId="3727265717" sldId="2147483410"/>
            <ac:picMk id="48" creationId="{42EF1EEE-D69C-B729-9DD2-8D62457523A5}"/>
          </ac:picMkLst>
        </pc:picChg>
      </pc:sldChg>
      <pc:sldChg chg="modSp add mod">
        <pc:chgData name="Charles Awe (Stinson Communications Inc)" userId="1444a670-b0cf-41d4-bdc2-8936ddb5019b" providerId="ADAL" clId="{4507BBEB-9F73-4BC3-8BA6-9DFA4678FDC5}" dt="2026-09-09T16:10:46.681" v="1660" actId="13244"/>
        <pc:sldMkLst>
          <pc:docMk/>
          <pc:sldMk cId="2638061139" sldId="2147483411"/>
        </pc:sldMkLst>
        <pc:spChg chg="ord">
          <ac:chgData name="Charles Awe (Stinson Communications Inc)" userId="1444a670-b0cf-41d4-bdc2-8936ddb5019b" providerId="ADAL" clId="{4507BBEB-9F73-4BC3-8BA6-9DFA4678FDC5}" dt="2026-09-09T16:10:26.128" v="1657"/>
          <ac:spMkLst>
            <pc:docMk/>
            <pc:sldMk cId="2638061139" sldId="2147483411"/>
            <ac:spMk id="3" creationId="{A98E132A-4448-1CD0-28D7-B44A1006D6DA}"/>
          </ac:spMkLst>
        </pc:spChg>
        <pc:spChg chg="ord">
          <ac:chgData name="Charles Awe (Stinson Communications Inc)" userId="1444a670-b0cf-41d4-bdc2-8936ddb5019b" providerId="ADAL" clId="{4507BBEB-9F73-4BC3-8BA6-9DFA4678FDC5}" dt="2026-09-09T16:10:26.128" v="1657"/>
          <ac:spMkLst>
            <pc:docMk/>
            <pc:sldMk cId="2638061139" sldId="2147483411"/>
            <ac:spMk id="7" creationId="{3163B6E5-4208-D3FA-3B92-CC1A81EA878C}"/>
          </ac:spMkLst>
        </pc:spChg>
        <pc:spChg chg="ord">
          <ac:chgData name="Charles Awe (Stinson Communications Inc)" userId="1444a670-b0cf-41d4-bdc2-8936ddb5019b" providerId="ADAL" clId="{4507BBEB-9F73-4BC3-8BA6-9DFA4678FDC5}" dt="2026-09-09T16:10:26.128" v="1657"/>
          <ac:spMkLst>
            <pc:docMk/>
            <pc:sldMk cId="2638061139" sldId="2147483411"/>
            <ac:spMk id="9" creationId="{367C8171-661D-D801-BEC8-146B1DCCE953}"/>
          </ac:spMkLst>
        </pc:spChg>
        <pc:spChg chg="ord">
          <ac:chgData name="Charles Awe (Stinson Communications Inc)" userId="1444a670-b0cf-41d4-bdc2-8936ddb5019b" providerId="ADAL" clId="{4507BBEB-9F73-4BC3-8BA6-9DFA4678FDC5}" dt="2026-09-09T16:10:46.681" v="1660" actId="13244"/>
          <ac:spMkLst>
            <pc:docMk/>
            <pc:sldMk cId="2638061139" sldId="2147483411"/>
            <ac:spMk id="10" creationId="{C26A99E7-8A93-D98D-81CB-D3B660DCE59F}"/>
          </ac:spMkLst>
        </pc:spChg>
        <pc:spChg chg="ord">
          <ac:chgData name="Charles Awe (Stinson Communications Inc)" userId="1444a670-b0cf-41d4-bdc2-8936ddb5019b" providerId="ADAL" clId="{4507BBEB-9F73-4BC3-8BA6-9DFA4678FDC5}" dt="2026-09-09T16:10:26.128" v="1657"/>
          <ac:spMkLst>
            <pc:docMk/>
            <pc:sldMk cId="2638061139" sldId="2147483411"/>
            <ac:spMk id="14" creationId="{774691E7-481D-48F3-0540-4EB23907BA76}"/>
          </ac:spMkLst>
        </pc:spChg>
        <pc:picChg chg="ord">
          <ac:chgData name="Charles Awe (Stinson Communications Inc)" userId="1444a670-b0cf-41d4-bdc2-8936ddb5019b" providerId="ADAL" clId="{4507BBEB-9F73-4BC3-8BA6-9DFA4678FDC5}" dt="2026-09-09T16:10:41.828" v="1659" actId="13244"/>
          <ac:picMkLst>
            <pc:docMk/>
            <pc:sldMk cId="2638061139" sldId="2147483411"/>
            <ac:picMk id="4" creationId="{6D38C596-B3EE-5A17-1235-55DE4CAC1038}"/>
          </ac:picMkLst>
        </pc:picChg>
        <pc:picChg chg="mod ord">
          <ac:chgData name="Charles Awe (Stinson Communications Inc)" userId="1444a670-b0cf-41d4-bdc2-8936ddb5019b" providerId="ADAL" clId="{4507BBEB-9F73-4BC3-8BA6-9DFA4678FDC5}" dt="2026-09-09T16:10:34.478" v="1658" actId="962"/>
          <ac:picMkLst>
            <pc:docMk/>
            <pc:sldMk cId="2638061139" sldId="2147483411"/>
            <ac:picMk id="6" creationId="{D5E292BD-EF21-4AE2-A54E-CBC6ABF19E16}"/>
          </ac:picMkLst>
        </pc:picChg>
      </pc:sldChg>
      <pc:sldChg chg="modSp add del mod">
        <pc:chgData name="Charles Awe (Stinson Communications Inc)" userId="1444a670-b0cf-41d4-bdc2-8936ddb5019b" providerId="ADAL" clId="{4507BBEB-9F73-4BC3-8BA6-9DFA4678FDC5}" dt="2026-09-09T15:20:14.576" v="912"/>
        <pc:sldMkLst>
          <pc:docMk/>
          <pc:sldMk cId="1187869018" sldId="2147483412"/>
        </pc:sldMkLst>
        <pc:spChg chg="ord">
          <ac:chgData name="Charles Awe (Stinson Communications Inc)" userId="1444a670-b0cf-41d4-bdc2-8936ddb5019b" providerId="ADAL" clId="{4507BBEB-9F73-4BC3-8BA6-9DFA4678FDC5}" dt="2026-09-09T15:20:14.576" v="912"/>
          <ac:spMkLst>
            <pc:docMk/>
            <pc:sldMk cId="1187869018" sldId="2147483412"/>
            <ac:spMk id="2" creationId="{211FE0BA-A33D-A629-630D-C3E9BEBFFBF1}"/>
          </ac:spMkLst>
        </pc:spChg>
        <pc:spChg chg="mod ord">
          <ac:chgData name="Charles Awe (Stinson Communications Inc)" userId="1444a670-b0cf-41d4-bdc2-8936ddb5019b" providerId="ADAL" clId="{4507BBEB-9F73-4BC3-8BA6-9DFA4678FDC5}" dt="2026-09-09T15:20:14.576" v="912"/>
          <ac:spMkLst>
            <pc:docMk/>
            <pc:sldMk cId="1187869018" sldId="2147483412"/>
            <ac:spMk id="36" creationId="{76ADA846-1069-8F8C-3964-1712CF78FF5D}"/>
          </ac:spMkLst>
        </pc:spChg>
        <pc:spChg chg="ord">
          <ac:chgData name="Charles Awe (Stinson Communications Inc)" userId="1444a670-b0cf-41d4-bdc2-8936ddb5019b" providerId="ADAL" clId="{4507BBEB-9F73-4BC3-8BA6-9DFA4678FDC5}" dt="2026-09-09T15:20:14.576" v="912"/>
          <ac:spMkLst>
            <pc:docMk/>
            <pc:sldMk cId="1187869018" sldId="2147483412"/>
            <ac:spMk id="9101" creationId="{00000000-0000-0000-0000-000000000000}"/>
          </ac:spMkLst>
        </pc:spChg>
        <pc:spChg chg="ord">
          <ac:chgData name="Charles Awe (Stinson Communications Inc)" userId="1444a670-b0cf-41d4-bdc2-8936ddb5019b" providerId="ADAL" clId="{4507BBEB-9F73-4BC3-8BA6-9DFA4678FDC5}" dt="2026-09-09T15:20:14.576" v="912"/>
          <ac:spMkLst>
            <pc:docMk/>
            <pc:sldMk cId="1187869018" sldId="2147483412"/>
            <ac:spMk id="9102" creationId="{00000000-0000-0000-0000-000000000000}"/>
          </ac:spMkLst>
        </pc:spChg>
        <pc:spChg chg="ord">
          <ac:chgData name="Charles Awe (Stinson Communications Inc)" userId="1444a670-b0cf-41d4-bdc2-8936ddb5019b" providerId="ADAL" clId="{4507BBEB-9F73-4BC3-8BA6-9DFA4678FDC5}" dt="2026-09-09T15:20:14.576" v="912"/>
          <ac:spMkLst>
            <pc:docMk/>
            <pc:sldMk cId="1187869018" sldId="2147483412"/>
            <ac:spMk id="9103" creationId="{00000000-0000-0000-0000-000000000000}"/>
          </ac:spMkLst>
        </pc:spChg>
        <pc:spChg chg="ord">
          <ac:chgData name="Charles Awe (Stinson Communications Inc)" userId="1444a670-b0cf-41d4-bdc2-8936ddb5019b" providerId="ADAL" clId="{4507BBEB-9F73-4BC3-8BA6-9DFA4678FDC5}" dt="2026-09-09T15:20:14.576" v="912"/>
          <ac:spMkLst>
            <pc:docMk/>
            <pc:sldMk cId="1187869018" sldId="2147483412"/>
            <ac:spMk id="9104" creationId="{00000000-0000-0000-0000-000000000000}"/>
          </ac:spMkLst>
        </pc:spChg>
        <pc:spChg chg="ord">
          <ac:chgData name="Charles Awe (Stinson Communications Inc)" userId="1444a670-b0cf-41d4-bdc2-8936ddb5019b" providerId="ADAL" clId="{4507BBEB-9F73-4BC3-8BA6-9DFA4678FDC5}" dt="2026-09-09T15:20:14.576" v="912"/>
          <ac:spMkLst>
            <pc:docMk/>
            <pc:sldMk cId="1187869018" sldId="2147483412"/>
            <ac:spMk id="9105" creationId="{00000000-0000-0000-0000-000000000000}"/>
          </ac:spMkLst>
        </pc:spChg>
        <pc:spChg chg="ord">
          <ac:chgData name="Charles Awe (Stinson Communications Inc)" userId="1444a670-b0cf-41d4-bdc2-8936ddb5019b" providerId="ADAL" clId="{4507BBEB-9F73-4BC3-8BA6-9DFA4678FDC5}" dt="2026-09-09T15:20:14.576" v="912"/>
          <ac:spMkLst>
            <pc:docMk/>
            <pc:sldMk cId="1187869018" sldId="2147483412"/>
            <ac:spMk id="9106" creationId="{00000000-0000-0000-0000-000000000000}"/>
          </ac:spMkLst>
        </pc:spChg>
        <pc:grpChg chg="mod">
          <ac:chgData name="Charles Awe (Stinson Communications Inc)" userId="1444a670-b0cf-41d4-bdc2-8936ddb5019b" providerId="ADAL" clId="{4507BBEB-9F73-4BC3-8BA6-9DFA4678FDC5}" dt="2026-09-09T15:19:37.417" v="815" actId="962"/>
          <ac:grpSpMkLst>
            <pc:docMk/>
            <pc:sldMk cId="1187869018" sldId="2147483412"/>
            <ac:grpSpMk id="50" creationId="{94025422-38C1-66FA-EEE3-4069801DC766}"/>
          </ac:grpSpMkLst>
        </pc:grpChg>
        <pc:grpChg chg="mod">
          <ac:chgData name="Charles Awe (Stinson Communications Inc)" userId="1444a670-b0cf-41d4-bdc2-8936ddb5019b" providerId="ADAL" clId="{4507BBEB-9F73-4BC3-8BA6-9DFA4678FDC5}" dt="2026-09-09T15:19:37.417" v="815" actId="962"/>
          <ac:grpSpMkLst>
            <pc:docMk/>
            <pc:sldMk cId="1187869018" sldId="2147483412"/>
            <ac:grpSpMk id="51" creationId="{83B8300F-168B-52AA-B199-C66D5F183061}"/>
          </ac:grpSpMkLst>
        </pc:grpChg>
        <pc:grpChg chg="mod">
          <ac:chgData name="Charles Awe (Stinson Communications Inc)" userId="1444a670-b0cf-41d4-bdc2-8936ddb5019b" providerId="ADAL" clId="{4507BBEB-9F73-4BC3-8BA6-9DFA4678FDC5}" dt="2026-09-09T15:19:37.417" v="815" actId="962"/>
          <ac:grpSpMkLst>
            <pc:docMk/>
            <pc:sldMk cId="1187869018" sldId="2147483412"/>
            <ac:grpSpMk id="52" creationId="{E968EFD0-C245-5B37-A0BA-023A4E216EC5}"/>
          </ac:grpSpMkLst>
        </pc:grpChg>
        <pc:grpChg chg="mod ord">
          <ac:chgData name="Charles Awe (Stinson Communications Inc)" userId="1444a670-b0cf-41d4-bdc2-8936ddb5019b" providerId="ADAL" clId="{4507BBEB-9F73-4BC3-8BA6-9DFA4678FDC5}" dt="2026-09-09T15:20:14.576" v="912"/>
          <ac:grpSpMkLst>
            <pc:docMk/>
            <pc:sldMk cId="1187869018" sldId="2147483412"/>
            <ac:grpSpMk id="53" creationId="{C2FF79B4-D660-5530-D8E0-60489F031383}"/>
          </ac:grpSpMkLst>
        </pc:grpChg>
        <pc:grpChg chg="mod">
          <ac:chgData name="Charles Awe (Stinson Communications Inc)" userId="1444a670-b0cf-41d4-bdc2-8936ddb5019b" providerId="ADAL" clId="{4507BBEB-9F73-4BC3-8BA6-9DFA4678FDC5}" dt="2026-09-09T15:19:37.417" v="815" actId="962"/>
          <ac:grpSpMkLst>
            <pc:docMk/>
            <pc:sldMk cId="1187869018" sldId="2147483412"/>
            <ac:grpSpMk id="54" creationId="{850181D9-8B95-C400-9B2E-BEEDF5192909}"/>
          </ac:grpSpMkLst>
        </pc:grpChg>
        <pc:grpChg chg="mod">
          <ac:chgData name="Charles Awe (Stinson Communications Inc)" userId="1444a670-b0cf-41d4-bdc2-8936ddb5019b" providerId="ADAL" clId="{4507BBEB-9F73-4BC3-8BA6-9DFA4678FDC5}" dt="2026-09-09T15:19:37.417" v="815" actId="962"/>
          <ac:grpSpMkLst>
            <pc:docMk/>
            <pc:sldMk cId="1187869018" sldId="2147483412"/>
            <ac:grpSpMk id="55" creationId="{1D2589F8-114D-9965-5473-AD789B83E745}"/>
          </ac:grpSpMkLst>
        </pc:grpChg>
        <pc:picChg chg="mod ord">
          <ac:chgData name="Charles Awe (Stinson Communications Inc)" userId="1444a670-b0cf-41d4-bdc2-8936ddb5019b" providerId="ADAL" clId="{4507BBEB-9F73-4BC3-8BA6-9DFA4678FDC5}" dt="2026-09-09T15:20:14.576" v="912"/>
          <ac:picMkLst>
            <pc:docMk/>
            <pc:sldMk cId="1187869018" sldId="2147483412"/>
            <ac:picMk id="5" creationId="{2C874131-2026-1AB2-0516-FF4EA971A4AC}"/>
          </ac:picMkLst>
        </pc:picChg>
        <pc:cxnChg chg="mod">
          <ac:chgData name="Charles Awe (Stinson Communications Inc)" userId="1444a670-b0cf-41d4-bdc2-8936ddb5019b" providerId="ADAL" clId="{4507BBEB-9F73-4BC3-8BA6-9DFA4678FDC5}" dt="2026-09-09T15:19:37.417" v="815" actId="962"/>
          <ac:cxnSpMkLst>
            <pc:docMk/>
            <pc:sldMk cId="1187869018" sldId="2147483412"/>
            <ac:cxnSpMk id="47" creationId="{387E1828-A921-785A-7EE6-332E81CB9252}"/>
          </ac:cxnSpMkLst>
        </pc:cxnChg>
        <pc:cxnChg chg="mod">
          <ac:chgData name="Charles Awe (Stinson Communications Inc)" userId="1444a670-b0cf-41d4-bdc2-8936ddb5019b" providerId="ADAL" clId="{4507BBEB-9F73-4BC3-8BA6-9DFA4678FDC5}" dt="2026-09-09T15:19:37.417" v="815" actId="962"/>
          <ac:cxnSpMkLst>
            <pc:docMk/>
            <pc:sldMk cId="1187869018" sldId="2147483412"/>
            <ac:cxnSpMk id="48" creationId="{53CAF327-7464-9AE8-D977-3F8105B9913F}"/>
          </ac:cxnSpMkLst>
        </pc:cxnChg>
        <pc:cxnChg chg="mod">
          <ac:chgData name="Charles Awe (Stinson Communications Inc)" userId="1444a670-b0cf-41d4-bdc2-8936ddb5019b" providerId="ADAL" clId="{4507BBEB-9F73-4BC3-8BA6-9DFA4678FDC5}" dt="2026-09-09T15:19:37.417" v="815" actId="962"/>
          <ac:cxnSpMkLst>
            <pc:docMk/>
            <pc:sldMk cId="1187869018" sldId="2147483412"/>
            <ac:cxnSpMk id="49" creationId="{83794091-C11F-C599-48DF-A7574937A5B9}"/>
          </ac:cxnSpMkLst>
        </pc:cxnChg>
      </pc:sldChg>
      <pc:sldChg chg="addSp delSp modSp add del mod delAnim modAnim chgLayout">
        <pc:chgData name="Charles Awe (Stinson Communications Inc)" userId="1444a670-b0cf-41d4-bdc2-8936ddb5019b" providerId="ADAL" clId="{4507BBEB-9F73-4BC3-8BA6-9DFA4678FDC5}" dt="2026-09-09T15:36:52.973" v="1124" actId="13244"/>
        <pc:sldMkLst>
          <pc:docMk/>
          <pc:sldMk cId="2182123041" sldId="2147483413"/>
        </pc:sldMkLst>
        <pc:spChg chg="mod ord">
          <ac:chgData name="Charles Awe (Stinson Communications Inc)" userId="1444a670-b0cf-41d4-bdc2-8936ddb5019b" providerId="ADAL" clId="{4507BBEB-9F73-4BC3-8BA6-9DFA4678FDC5}" dt="2026-09-09T15:30:27.293" v="1070" actId="122"/>
          <ac:spMkLst>
            <pc:docMk/>
            <pc:sldMk cId="2182123041" sldId="2147483413"/>
            <ac:spMk id="2" creationId="{ABB3C311-E8BD-9012-CD82-859A17115672}"/>
          </ac:spMkLst>
        </pc:spChg>
        <pc:spChg chg="mod ord">
          <ac:chgData name="Charles Awe (Stinson Communications Inc)" userId="1444a670-b0cf-41d4-bdc2-8936ddb5019b" providerId="ADAL" clId="{4507BBEB-9F73-4BC3-8BA6-9DFA4678FDC5}" dt="2026-09-09T15:36:52.973" v="1124" actId="13244"/>
          <ac:spMkLst>
            <pc:docMk/>
            <pc:sldMk cId="2182123041" sldId="2147483413"/>
            <ac:spMk id="8" creationId="{2DE90264-6A06-F3CA-D299-B9CA3ED28408}"/>
          </ac:spMkLst>
        </pc:spChg>
        <pc:spChg chg="mod">
          <ac:chgData name="Charles Awe (Stinson Communications Inc)" userId="1444a670-b0cf-41d4-bdc2-8936ddb5019b" providerId="ADAL" clId="{4507BBEB-9F73-4BC3-8BA6-9DFA4678FDC5}" dt="2026-09-09T15:35:25.019" v="1120" actId="962"/>
          <ac:spMkLst>
            <pc:docMk/>
            <pc:sldMk cId="2182123041" sldId="2147483413"/>
            <ac:spMk id="36" creationId="{FE1AEB38-C381-D2E6-8E3D-557F756E317D}"/>
          </ac:spMkLst>
        </pc:spChg>
        <pc:spChg chg="mod">
          <ac:chgData name="Charles Awe (Stinson Communications Inc)" userId="1444a670-b0cf-41d4-bdc2-8936ddb5019b" providerId="ADAL" clId="{4507BBEB-9F73-4BC3-8BA6-9DFA4678FDC5}" dt="2026-09-09T15:35:25.019" v="1120" actId="962"/>
          <ac:spMkLst>
            <pc:docMk/>
            <pc:sldMk cId="2182123041" sldId="2147483413"/>
            <ac:spMk id="37" creationId="{B5D55268-7DF9-EF96-6D67-D702084EBDD7}"/>
          </ac:spMkLst>
        </pc:spChg>
        <pc:spChg chg="mod">
          <ac:chgData name="Charles Awe (Stinson Communications Inc)" userId="1444a670-b0cf-41d4-bdc2-8936ddb5019b" providerId="ADAL" clId="{4507BBEB-9F73-4BC3-8BA6-9DFA4678FDC5}" dt="2026-09-09T15:35:25.019" v="1120" actId="962"/>
          <ac:spMkLst>
            <pc:docMk/>
            <pc:sldMk cId="2182123041" sldId="2147483413"/>
            <ac:spMk id="38" creationId="{5C16ADA1-E45E-4832-F45E-15BD1B058A8E}"/>
          </ac:spMkLst>
        </pc:spChg>
        <pc:spChg chg="mod">
          <ac:chgData name="Charles Awe (Stinson Communications Inc)" userId="1444a670-b0cf-41d4-bdc2-8936ddb5019b" providerId="ADAL" clId="{4507BBEB-9F73-4BC3-8BA6-9DFA4678FDC5}" dt="2026-09-09T15:27:41.987" v="1029"/>
          <ac:spMkLst>
            <pc:docMk/>
            <pc:sldMk cId="2182123041" sldId="2147483413"/>
            <ac:spMk id="39" creationId="{5A79535F-4432-1D7F-073F-A9E00ACC88F3}"/>
          </ac:spMkLst>
        </pc:spChg>
        <pc:spChg chg="mod">
          <ac:chgData name="Charles Awe (Stinson Communications Inc)" userId="1444a670-b0cf-41d4-bdc2-8936ddb5019b" providerId="ADAL" clId="{4507BBEB-9F73-4BC3-8BA6-9DFA4678FDC5}" dt="2026-09-09T15:27:38.433" v="1025"/>
          <ac:spMkLst>
            <pc:docMk/>
            <pc:sldMk cId="2182123041" sldId="2147483413"/>
            <ac:spMk id="40" creationId="{6632BBFD-607F-E01D-850D-2BCAB83CC8CF}"/>
          </ac:spMkLst>
        </pc:spChg>
        <pc:spChg chg="mod">
          <ac:chgData name="Charles Awe (Stinson Communications Inc)" userId="1444a670-b0cf-41d4-bdc2-8936ddb5019b" providerId="ADAL" clId="{4507BBEB-9F73-4BC3-8BA6-9DFA4678FDC5}" dt="2026-09-09T15:35:25.019" v="1120" actId="962"/>
          <ac:spMkLst>
            <pc:docMk/>
            <pc:sldMk cId="2182123041" sldId="2147483413"/>
            <ac:spMk id="41" creationId="{AE052310-69CC-3D5F-28E3-77E474580960}"/>
          </ac:spMkLst>
        </pc:spChg>
        <pc:spChg chg="mod">
          <ac:chgData name="Charles Awe (Stinson Communications Inc)" userId="1444a670-b0cf-41d4-bdc2-8936ddb5019b" providerId="ADAL" clId="{4507BBEB-9F73-4BC3-8BA6-9DFA4678FDC5}" dt="2026-09-09T15:29:07.429" v="1063"/>
          <ac:spMkLst>
            <pc:docMk/>
            <pc:sldMk cId="2182123041" sldId="2147483413"/>
            <ac:spMk id="43" creationId="{1BF11581-7E9C-9D21-4A68-5CD82D46E17B}"/>
          </ac:spMkLst>
        </pc:spChg>
        <pc:spChg chg="mod ord">
          <ac:chgData name="Charles Awe (Stinson Communications Inc)" userId="1444a670-b0cf-41d4-bdc2-8936ddb5019b" providerId="ADAL" clId="{4507BBEB-9F73-4BC3-8BA6-9DFA4678FDC5}" dt="2026-09-09T15:36:51.108" v="1123" actId="13244"/>
          <ac:spMkLst>
            <pc:docMk/>
            <pc:sldMk cId="2182123041" sldId="2147483413"/>
            <ac:spMk id="9500" creationId="{00000000-0000-0000-0000-000000000000}"/>
          </ac:spMkLst>
        </pc:spChg>
        <pc:spChg chg="mod">
          <ac:chgData name="Charles Awe (Stinson Communications Inc)" userId="1444a670-b0cf-41d4-bdc2-8936ddb5019b" providerId="ADAL" clId="{4507BBEB-9F73-4BC3-8BA6-9DFA4678FDC5}" dt="2026-09-09T15:25:40.745" v="995" actId="14100"/>
          <ac:spMkLst>
            <pc:docMk/>
            <pc:sldMk cId="2182123041" sldId="2147483413"/>
            <ac:spMk id="9501" creationId="{00000000-0000-0000-0000-000000000000}"/>
          </ac:spMkLst>
        </pc:spChg>
        <pc:spChg chg="mod">
          <ac:chgData name="Charles Awe (Stinson Communications Inc)" userId="1444a670-b0cf-41d4-bdc2-8936ddb5019b" providerId="ADAL" clId="{4507BBEB-9F73-4BC3-8BA6-9DFA4678FDC5}" dt="2026-09-09T15:27:12.266" v="1020"/>
          <ac:spMkLst>
            <pc:docMk/>
            <pc:sldMk cId="2182123041" sldId="2147483413"/>
            <ac:spMk id="9502"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03"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04" creationId="{00000000-0000-0000-0000-000000000000}"/>
          </ac:spMkLst>
        </pc:spChg>
        <pc:spChg chg="mod">
          <ac:chgData name="Charles Awe (Stinson Communications Inc)" userId="1444a670-b0cf-41d4-bdc2-8936ddb5019b" providerId="ADAL" clId="{4507BBEB-9F73-4BC3-8BA6-9DFA4678FDC5}" dt="2026-09-09T15:31:57.917" v="1093" actId="1076"/>
          <ac:spMkLst>
            <pc:docMk/>
            <pc:sldMk cId="2182123041" sldId="2147483413"/>
            <ac:spMk id="9505"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06"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07" creationId="{00000000-0000-0000-0000-000000000000}"/>
          </ac:spMkLst>
        </pc:spChg>
        <pc:spChg chg="mod">
          <ac:chgData name="Charles Awe (Stinson Communications Inc)" userId="1444a670-b0cf-41d4-bdc2-8936ddb5019b" providerId="ADAL" clId="{4507BBEB-9F73-4BC3-8BA6-9DFA4678FDC5}" dt="2026-09-09T15:31:57.917" v="1093" actId="1076"/>
          <ac:spMkLst>
            <pc:docMk/>
            <pc:sldMk cId="2182123041" sldId="2147483413"/>
            <ac:spMk id="9508" creationId="{00000000-0000-0000-0000-000000000000}"/>
          </ac:spMkLst>
        </pc:spChg>
        <pc:spChg chg="mod">
          <ac:chgData name="Charles Awe (Stinson Communications Inc)" userId="1444a670-b0cf-41d4-bdc2-8936ddb5019b" providerId="ADAL" clId="{4507BBEB-9F73-4BC3-8BA6-9DFA4678FDC5}" dt="2026-09-09T15:31:57.917" v="1093" actId="1076"/>
          <ac:spMkLst>
            <pc:docMk/>
            <pc:sldMk cId="2182123041" sldId="2147483413"/>
            <ac:spMk id="9509"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10"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1"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2"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3"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4" creationId="{00000000-0000-0000-0000-000000000000}"/>
          </ac:spMkLst>
        </pc:spChg>
        <pc:spChg chg="mod">
          <ac:chgData name="Charles Awe (Stinson Communications Inc)" userId="1444a670-b0cf-41d4-bdc2-8936ddb5019b" providerId="ADAL" clId="{4507BBEB-9F73-4BC3-8BA6-9DFA4678FDC5}" dt="2026-09-09T15:31:15.911" v="1086" actId="1035"/>
          <ac:spMkLst>
            <pc:docMk/>
            <pc:sldMk cId="2182123041" sldId="2147483413"/>
            <ac:spMk id="9515"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6" creationId="{00000000-0000-0000-0000-000000000000}"/>
          </ac:spMkLst>
        </pc:spChg>
        <pc:spChg chg="mod">
          <ac:chgData name="Charles Awe (Stinson Communications Inc)" userId="1444a670-b0cf-41d4-bdc2-8936ddb5019b" providerId="ADAL" clId="{4507BBEB-9F73-4BC3-8BA6-9DFA4678FDC5}" dt="2026-09-09T15:35:25.019" v="1120" actId="962"/>
          <ac:spMkLst>
            <pc:docMk/>
            <pc:sldMk cId="2182123041" sldId="2147483413"/>
            <ac:spMk id="9517"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8"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19"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20" creationId="{00000000-0000-0000-0000-000000000000}"/>
          </ac:spMkLst>
        </pc:spChg>
        <pc:spChg chg="mod">
          <ac:chgData name="Charles Awe (Stinson Communications Inc)" userId="1444a670-b0cf-41d4-bdc2-8936ddb5019b" providerId="ADAL" clId="{4507BBEB-9F73-4BC3-8BA6-9DFA4678FDC5}" dt="2026-09-09T15:31:42.823" v="1092" actId="1076"/>
          <ac:spMkLst>
            <pc:docMk/>
            <pc:sldMk cId="2182123041" sldId="2147483413"/>
            <ac:spMk id="9521" creationId="{00000000-0000-0000-0000-000000000000}"/>
          </ac:spMkLst>
        </pc:spChg>
        <pc:grpChg chg="add mod">
          <ac:chgData name="Charles Awe (Stinson Communications Inc)" userId="1444a670-b0cf-41d4-bdc2-8936ddb5019b" providerId="ADAL" clId="{4507BBEB-9F73-4BC3-8BA6-9DFA4678FDC5}" dt="2026-09-09T15:32:06.994" v="1097"/>
          <ac:grpSpMkLst>
            <pc:docMk/>
            <pc:sldMk cId="2182123041" sldId="2147483413"/>
            <ac:grpSpMk id="9" creationId="{10652B5E-26F2-0FD5-CBFF-FCF1C1C760F9}"/>
          </ac:grpSpMkLst>
        </pc:grpChg>
        <pc:grpChg chg="mod">
          <ac:chgData name="Charles Awe (Stinson Communications Inc)" userId="1444a670-b0cf-41d4-bdc2-8936ddb5019b" providerId="ADAL" clId="{4507BBEB-9F73-4BC3-8BA6-9DFA4678FDC5}" dt="2026-09-09T15:29:07.429" v="1063"/>
          <ac:grpSpMkLst>
            <pc:docMk/>
            <pc:sldMk cId="2182123041" sldId="2147483413"/>
            <ac:grpSpMk id="9473" creationId="{7C914068-76FC-204F-62EB-A3C16C54832F}"/>
          </ac:grpSpMkLst>
        </pc:grpChg>
        <pc:picChg chg="mod">
          <ac:chgData name="Charles Awe (Stinson Communications Inc)" userId="1444a670-b0cf-41d4-bdc2-8936ddb5019b" providerId="ADAL" clId="{4507BBEB-9F73-4BC3-8BA6-9DFA4678FDC5}" dt="2026-09-09T15:25:07.944" v="987" actId="1035"/>
          <ac:picMkLst>
            <pc:docMk/>
            <pc:sldMk cId="2182123041" sldId="2147483413"/>
            <ac:picMk id="9476" creationId="{68EDF24A-9307-E2CC-B2C1-82AF5EE7410A}"/>
          </ac:picMkLst>
        </pc:picChg>
        <pc:picChg chg="mod">
          <ac:chgData name="Charles Awe (Stinson Communications Inc)" userId="1444a670-b0cf-41d4-bdc2-8936ddb5019b" providerId="ADAL" clId="{4507BBEB-9F73-4BC3-8BA6-9DFA4678FDC5}" dt="2026-09-09T15:27:12.266" v="1018"/>
          <ac:picMkLst>
            <pc:docMk/>
            <pc:sldMk cId="2182123041" sldId="2147483413"/>
            <ac:picMk id="9478" creationId="{678FFF39-16B1-D491-1BBC-0DAFFD1EFB56}"/>
          </ac:picMkLst>
        </pc:picChg>
        <pc:cxnChg chg="mod">
          <ac:chgData name="Charles Awe (Stinson Communications Inc)" userId="1444a670-b0cf-41d4-bdc2-8936ddb5019b" providerId="ADAL" clId="{4507BBEB-9F73-4BC3-8BA6-9DFA4678FDC5}" dt="2026-09-09T15:32:06.994" v="1097"/>
          <ac:cxnSpMkLst>
            <pc:docMk/>
            <pc:sldMk cId="2182123041" sldId="2147483413"/>
            <ac:cxnSpMk id="5" creationId="{9B0F1D68-02D6-3015-FCD2-69B2DA4ED244}"/>
          </ac:cxnSpMkLst>
        </pc:cxnChg>
        <pc:cxnChg chg="mod">
          <ac:chgData name="Charles Awe (Stinson Communications Inc)" userId="1444a670-b0cf-41d4-bdc2-8936ddb5019b" providerId="ADAL" clId="{4507BBEB-9F73-4BC3-8BA6-9DFA4678FDC5}" dt="2026-09-09T15:32:06.994" v="1097"/>
          <ac:cxnSpMkLst>
            <pc:docMk/>
            <pc:sldMk cId="2182123041" sldId="2147483413"/>
            <ac:cxnSpMk id="6" creationId="{6F1C5E38-28B8-E02C-D8AB-31D8989EC9AC}"/>
          </ac:cxnSpMkLst>
        </pc:cxnChg>
        <pc:cxnChg chg="mod">
          <ac:chgData name="Charles Awe (Stinson Communications Inc)" userId="1444a670-b0cf-41d4-bdc2-8936ddb5019b" providerId="ADAL" clId="{4507BBEB-9F73-4BC3-8BA6-9DFA4678FDC5}" dt="2026-09-09T15:32:10.358" v="1100" actId="14100"/>
          <ac:cxnSpMkLst>
            <pc:docMk/>
            <pc:sldMk cId="2182123041" sldId="2147483413"/>
            <ac:cxnSpMk id="16" creationId="{DD2CA84E-DF53-77C9-0E3A-A312F7556DD9}"/>
          </ac:cxnSpMkLst>
        </pc:cxnChg>
        <pc:cxnChg chg="mod">
          <ac:chgData name="Charles Awe (Stinson Communications Inc)" userId="1444a670-b0cf-41d4-bdc2-8936ddb5019b" providerId="ADAL" clId="{4507BBEB-9F73-4BC3-8BA6-9DFA4678FDC5}" dt="2026-09-09T15:32:17.610" v="1101" actId="14100"/>
          <ac:cxnSpMkLst>
            <pc:docMk/>
            <pc:sldMk cId="2182123041" sldId="2147483413"/>
            <ac:cxnSpMk id="18" creationId="{3FD3E6F3-2FD9-890C-5449-46C556C375F8}"/>
          </ac:cxnSpMkLst>
        </pc:cxnChg>
        <pc:cxnChg chg="mod">
          <ac:chgData name="Charles Awe (Stinson Communications Inc)" userId="1444a670-b0cf-41d4-bdc2-8936ddb5019b" providerId="ADAL" clId="{4507BBEB-9F73-4BC3-8BA6-9DFA4678FDC5}" dt="2026-09-09T15:29:07.429" v="1063"/>
          <ac:cxnSpMkLst>
            <pc:docMk/>
            <pc:sldMk cId="2182123041" sldId="2147483413"/>
            <ac:cxnSpMk id="58" creationId="{54E4E4B4-0771-23F5-5B0A-A728631CE387}"/>
          </ac:cxnSpMkLst>
        </pc:cxnChg>
        <pc:cxnChg chg="mod">
          <ac:chgData name="Charles Awe (Stinson Communications Inc)" userId="1444a670-b0cf-41d4-bdc2-8936ddb5019b" providerId="ADAL" clId="{4507BBEB-9F73-4BC3-8BA6-9DFA4678FDC5}" dt="2026-09-09T15:29:07.429" v="1063"/>
          <ac:cxnSpMkLst>
            <pc:docMk/>
            <pc:sldMk cId="2182123041" sldId="2147483413"/>
            <ac:cxnSpMk id="61" creationId="{5F59C988-0E65-4AED-A222-0114D8CD9A7F}"/>
          </ac:cxnSpMkLst>
        </pc:cxnChg>
        <pc:cxnChg chg="mod">
          <ac:chgData name="Charles Awe (Stinson Communications Inc)" userId="1444a670-b0cf-41d4-bdc2-8936ddb5019b" providerId="ADAL" clId="{4507BBEB-9F73-4BC3-8BA6-9DFA4678FDC5}" dt="2026-09-09T15:29:07.429" v="1063"/>
          <ac:cxnSpMkLst>
            <pc:docMk/>
            <pc:sldMk cId="2182123041" sldId="2147483413"/>
            <ac:cxnSpMk id="62" creationId="{2821BC70-305A-209A-CBCD-657A8C693284}"/>
          </ac:cxnSpMkLst>
        </pc:cxnChg>
        <pc:cxnChg chg="mod">
          <ac:chgData name="Charles Awe (Stinson Communications Inc)" userId="1444a670-b0cf-41d4-bdc2-8936ddb5019b" providerId="ADAL" clId="{4507BBEB-9F73-4BC3-8BA6-9DFA4678FDC5}" dt="2026-09-09T15:29:07.429" v="1063"/>
          <ac:cxnSpMkLst>
            <pc:docMk/>
            <pc:sldMk cId="2182123041" sldId="2147483413"/>
            <ac:cxnSpMk id="9472" creationId="{FAEE0B87-CDE3-6083-B98C-EDFD2795F886}"/>
          </ac:cxnSpMkLst>
        </pc:cxnChg>
      </pc:sldChg>
      <pc:sldChg chg="modSp add mod modAnim">
        <pc:chgData name="Charles Awe (Stinson Communications Inc)" userId="1444a670-b0cf-41d4-bdc2-8936ddb5019b" providerId="ADAL" clId="{4507BBEB-9F73-4BC3-8BA6-9DFA4678FDC5}" dt="2026-09-09T15:42:21.050" v="1238"/>
        <pc:sldMkLst>
          <pc:docMk/>
          <pc:sldMk cId="110330168" sldId="2147483414"/>
        </pc:sldMkLst>
        <pc:spChg chg="ord">
          <ac:chgData name="Charles Awe (Stinson Communications Inc)" userId="1444a670-b0cf-41d4-bdc2-8936ddb5019b" providerId="ADAL" clId="{4507BBEB-9F73-4BC3-8BA6-9DFA4678FDC5}" dt="2026-09-09T15:42:21.050" v="1238"/>
          <ac:spMkLst>
            <pc:docMk/>
            <pc:sldMk cId="110330168" sldId="2147483414"/>
            <ac:spMk id="4" creationId="{4D9FD424-2372-33E0-992E-A82B79172F47}"/>
          </ac:spMkLst>
        </pc:spChg>
        <pc:spChg chg="mod">
          <ac:chgData name="Charles Awe (Stinson Communications Inc)" userId="1444a670-b0cf-41d4-bdc2-8936ddb5019b" providerId="ADAL" clId="{4507BBEB-9F73-4BC3-8BA6-9DFA4678FDC5}" dt="2026-09-09T15:42:12.240" v="1236" actId="962"/>
          <ac:spMkLst>
            <pc:docMk/>
            <pc:sldMk cId="110330168" sldId="2147483414"/>
            <ac:spMk id="5" creationId="{EE5EC981-8BDE-D63F-1F40-08CC89505977}"/>
          </ac:spMkLst>
        </pc:spChg>
        <pc:spChg chg="mod ord">
          <ac:chgData name="Charles Awe (Stinson Communications Inc)" userId="1444a670-b0cf-41d4-bdc2-8936ddb5019b" providerId="ADAL" clId="{4507BBEB-9F73-4BC3-8BA6-9DFA4678FDC5}" dt="2026-09-09T15:42:21.050" v="1238"/>
          <ac:spMkLst>
            <pc:docMk/>
            <pc:sldMk cId="110330168" sldId="2147483414"/>
            <ac:spMk id="6" creationId="{182632C4-6187-F7AA-2A5E-BCFF16C5ED98}"/>
          </ac:spMkLst>
        </pc:spChg>
        <pc:spChg chg="mod ord">
          <ac:chgData name="Charles Awe (Stinson Communications Inc)" userId="1444a670-b0cf-41d4-bdc2-8936ddb5019b" providerId="ADAL" clId="{4507BBEB-9F73-4BC3-8BA6-9DFA4678FDC5}" dt="2026-09-09T15:42:21.050" v="1238"/>
          <ac:spMkLst>
            <pc:docMk/>
            <pc:sldMk cId="110330168" sldId="2147483414"/>
            <ac:spMk id="7" creationId="{5708D3E8-E084-7520-F010-05268C4AAAC3}"/>
          </ac:spMkLst>
        </pc:spChg>
        <pc:spChg chg="mod">
          <ac:chgData name="Charles Awe (Stinson Communications Inc)" userId="1444a670-b0cf-41d4-bdc2-8936ddb5019b" providerId="ADAL" clId="{4507BBEB-9F73-4BC3-8BA6-9DFA4678FDC5}" dt="2026-09-09T15:42:12.240" v="1236" actId="962"/>
          <ac:spMkLst>
            <pc:docMk/>
            <pc:sldMk cId="110330168" sldId="2147483414"/>
            <ac:spMk id="8" creationId="{93AC20A7-2FCA-613A-CE20-39E6D5A81A36}"/>
          </ac:spMkLst>
        </pc:spChg>
        <pc:spChg chg="mod">
          <ac:chgData name="Charles Awe (Stinson Communications Inc)" userId="1444a670-b0cf-41d4-bdc2-8936ddb5019b" providerId="ADAL" clId="{4507BBEB-9F73-4BC3-8BA6-9DFA4678FDC5}" dt="2026-09-09T15:40:57.199" v="1226" actId="1035"/>
          <ac:spMkLst>
            <pc:docMk/>
            <pc:sldMk cId="110330168" sldId="2147483414"/>
            <ac:spMk id="9" creationId="{8C543408-061D-7646-6104-8F5EEA722404}"/>
          </ac:spMkLst>
        </pc:spChg>
        <pc:spChg chg="mod ord">
          <ac:chgData name="Charles Awe (Stinson Communications Inc)" userId="1444a670-b0cf-41d4-bdc2-8936ddb5019b" providerId="ADAL" clId="{4507BBEB-9F73-4BC3-8BA6-9DFA4678FDC5}" dt="2026-09-09T15:42:21.050" v="1238"/>
          <ac:spMkLst>
            <pc:docMk/>
            <pc:sldMk cId="110330168" sldId="2147483414"/>
            <ac:spMk id="10" creationId="{5583C5E6-58A1-D9D7-E926-34C3787C109A}"/>
          </ac:spMkLst>
        </pc:spChg>
        <pc:spChg chg="mod ord">
          <ac:chgData name="Charles Awe (Stinson Communications Inc)" userId="1444a670-b0cf-41d4-bdc2-8936ddb5019b" providerId="ADAL" clId="{4507BBEB-9F73-4BC3-8BA6-9DFA4678FDC5}" dt="2026-09-09T15:42:21.050" v="1238"/>
          <ac:spMkLst>
            <pc:docMk/>
            <pc:sldMk cId="110330168" sldId="2147483414"/>
            <ac:spMk id="12" creationId="{C9B339B7-48DA-1E92-5ACD-0ABA87F7D458}"/>
          </ac:spMkLst>
        </pc:spChg>
        <pc:spChg chg="mod ord">
          <ac:chgData name="Charles Awe (Stinson Communications Inc)" userId="1444a670-b0cf-41d4-bdc2-8936ddb5019b" providerId="ADAL" clId="{4507BBEB-9F73-4BC3-8BA6-9DFA4678FDC5}" dt="2026-09-09T15:42:21.050" v="1238"/>
          <ac:spMkLst>
            <pc:docMk/>
            <pc:sldMk cId="110330168" sldId="2147483414"/>
            <ac:spMk id="13" creationId="{8C119C4C-2EBD-E33E-433D-C1343CB99F87}"/>
          </ac:spMkLst>
        </pc:spChg>
        <pc:spChg chg="mod">
          <ac:chgData name="Charles Awe (Stinson Communications Inc)" userId="1444a670-b0cf-41d4-bdc2-8936ddb5019b" providerId="ADAL" clId="{4507BBEB-9F73-4BC3-8BA6-9DFA4678FDC5}" dt="2026-09-09T15:40:57.199" v="1226" actId="1035"/>
          <ac:spMkLst>
            <pc:docMk/>
            <pc:sldMk cId="110330168" sldId="2147483414"/>
            <ac:spMk id="15" creationId="{4D32A912-356D-5195-AA98-29DE86EF080F}"/>
          </ac:spMkLst>
        </pc:spChg>
        <pc:spChg chg="mod">
          <ac:chgData name="Charles Awe (Stinson Communications Inc)" userId="1444a670-b0cf-41d4-bdc2-8936ddb5019b" providerId="ADAL" clId="{4507BBEB-9F73-4BC3-8BA6-9DFA4678FDC5}" dt="2026-09-09T15:42:12.240" v="1236" actId="962"/>
          <ac:spMkLst>
            <pc:docMk/>
            <pc:sldMk cId="110330168" sldId="2147483414"/>
            <ac:spMk id="16" creationId="{85BB603D-F945-6476-792A-AD5744E592E2}"/>
          </ac:spMkLst>
        </pc:spChg>
        <pc:spChg chg="mod ord">
          <ac:chgData name="Charles Awe (Stinson Communications Inc)" userId="1444a670-b0cf-41d4-bdc2-8936ddb5019b" providerId="ADAL" clId="{4507BBEB-9F73-4BC3-8BA6-9DFA4678FDC5}" dt="2026-09-09T15:42:21.050" v="1238"/>
          <ac:spMkLst>
            <pc:docMk/>
            <pc:sldMk cId="110330168" sldId="2147483414"/>
            <ac:spMk id="18" creationId="{8291C992-8F97-2480-56A3-4C9543FE89AF}"/>
          </ac:spMkLst>
        </pc:spChg>
        <pc:spChg chg="mod">
          <ac:chgData name="Charles Awe (Stinson Communications Inc)" userId="1444a670-b0cf-41d4-bdc2-8936ddb5019b" providerId="ADAL" clId="{4507BBEB-9F73-4BC3-8BA6-9DFA4678FDC5}" dt="2026-09-09T15:42:12.240" v="1236" actId="962"/>
          <ac:spMkLst>
            <pc:docMk/>
            <pc:sldMk cId="110330168" sldId="2147483414"/>
            <ac:spMk id="19" creationId="{3FE73E08-F8F7-EBD9-842F-82CC20879A1A}"/>
          </ac:spMkLst>
        </pc:spChg>
        <pc:spChg chg="ord">
          <ac:chgData name="Charles Awe (Stinson Communications Inc)" userId="1444a670-b0cf-41d4-bdc2-8936ddb5019b" providerId="ADAL" clId="{4507BBEB-9F73-4BC3-8BA6-9DFA4678FDC5}" dt="2026-09-09T15:42:21.050" v="1238"/>
          <ac:spMkLst>
            <pc:docMk/>
            <pc:sldMk cId="110330168" sldId="2147483414"/>
            <ac:spMk id="22" creationId="{92CA3BB6-6EC8-65BC-449E-90E216BDCEA7}"/>
          </ac:spMkLst>
        </pc:spChg>
        <pc:spChg chg="mod ord">
          <ac:chgData name="Charles Awe (Stinson Communications Inc)" userId="1444a670-b0cf-41d4-bdc2-8936ddb5019b" providerId="ADAL" clId="{4507BBEB-9F73-4BC3-8BA6-9DFA4678FDC5}" dt="2026-09-09T15:42:21.050" v="1238"/>
          <ac:spMkLst>
            <pc:docMk/>
            <pc:sldMk cId="110330168" sldId="2147483414"/>
            <ac:spMk id="120" creationId="{71198BE3-5734-C9E4-B766-0ABBC32CB273}"/>
          </ac:spMkLst>
        </pc:spChg>
        <pc:spChg chg="mod ord">
          <ac:chgData name="Charles Awe (Stinson Communications Inc)" userId="1444a670-b0cf-41d4-bdc2-8936ddb5019b" providerId="ADAL" clId="{4507BBEB-9F73-4BC3-8BA6-9DFA4678FDC5}" dt="2026-09-09T15:42:21.050" v="1238"/>
          <ac:spMkLst>
            <pc:docMk/>
            <pc:sldMk cId="110330168" sldId="2147483414"/>
            <ac:spMk id="125" creationId="{1FE67ACC-B0EE-FF06-0659-E737C2AA1F3E}"/>
          </ac:spMkLst>
        </pc:spChg>
        <pc:spChg chg="mod">
          <ac:chgData name="Charles Awe (Stinson Communications Inc)" userId="1444a670-b0cf-41d4-bdc2-8936ddb5019b" providerId="ADAL" clId="{4507BBEB-9F73-4BC3-8BA6-9DFA4678FDC5}" dt="2026-09-09T15:41:43.327" v="1227" actId="1076"/>
          <ac:spMkLst>
            <pc:docMk/>
            <pc:sldMk cId="110330168" sldId="2147483414"/>
            <ac:spMk id="148" creationId="{509D5268-266B-E7F5-01FC-E8BF1EF22D7B}"/>
          </ac:spMkLst>
        </pc:spChg>
        <pc:spChg chg="mod">
          <ac:chgData name="Charles Awe (Stinson Communications Inc)" userId="1444a670-b0cf-41d4-bdc2-8936ddb5019b" providerId="ADAL" clId="{4507BBEB-9F73-4BC3-8BA6-9DFA4678FDC5}" dt="2026-09-09T15:40:49.546" v="1220" actId="1076"/>
          <ac:spMkLst>
            <pc:docMk/>
            <pc:sldMk cId="110330168" sldId="2147483414"/>
            <ac:spMk id="158" creationId="{6AF6E685-8D63-764F-E408-D8911FFF93EC}"/>
          </ac:spMkLst>
        </pc:spChg>
        <pc:picChg chg="mod">
          <ac:chgData name="Charles Awe (Stinson Communications Inc)" userId="1444a670-b0cf-41d4-bdc2-8936ddb5019b" providerId="ADAL" clId="{4507BBEB-9F73-4BC3-8BA6-9DFA4678FDC5}" dt="2026-09-09T15:40:11.629" v="1211" actId="14100"/>
          <ac:picMkLst>
            <pc:docMk/>
            <pc:sldMk cId="110330168" sldId="2147483414"/>
            <ac:picMk id="25" creationId="{E99C5E65-D4D5-CA0F-232A-7C1C6E9947B2}"/>
          </ac:picMkLst>
        </pc:picChg>
        <pc:picChg chg="mod">
          <ac:chgData name="Charles Awe (Stinson Communications Inc)" userId="1444a670-b0cf-41d4-bdc2-8936ddb5019b" providerId="ADAL" clId="{4507BBEB-9F73-4BC3-8BA6-9DFA4678FDC5}" dt="2026-09-09T15:42:10.159" v="1235" actId="1076"/>
          <ac:picMkLst>
            <pc:docMk/>
            <pc:sldMk cId="110330168" sldId="2147483414"/>
            <ac:picMk id="27" creationId="{F23D882D-D3D2-8432-C962-D2DED13767C5}"/>
          </ac:picMkLst>
        </pc:picChg>
        <pc:picChg chg="mod">
          <ac:chgData name="Charles Awe (Stinson Communications Inc)" userId="1444a670-b0cf-41d4-bdc2-8936ddb5019b" providerId="ADAL" clId="{4507BBEB-9F73-4BC3-8BA6-9DFA4678FDC5}" dt="2026-09-09T15:42:12.240" v="1236" actId="962"/>
          <ac:picMkLst>
            <pc:docMk/>
            <pc:sldMk cId="110330168" sldId="2147483414"/>
            <ac:picMk id="31" creationId="{04796DF2-70A0-1786-DEA4-005236D549EA}"/>
          </ac:picMkLst>
        </pc:picChg>
        <pc:picChg chg="mod">
          <ac:chgData name="Charles Awe (Stinson Communications Inc)" userId="1444a670-b0cf-41d4-bdc2-8936ddb5019b" providerId="ADAL" clId="{4507BBEB-9F73-4BC3-8BA6-9DFA4678FDC5}" dt="2026-09-09T15:42:12.240" v="1236" actId="962"/>
          <ac:picMkLst>
            <pc:docMk/>
            <pc:sldMk cId="110330168" sldId="2147483414"/>
            <ac:picMk id="33" creationId="{F479F732-958B-7ED9-EF23-272A8FCF567F}"/>
          </ac:picMkLst>
        </pc:picChg>
        <pc:picChg chg="mod">
          <ac:chgData name="Charles Awe (Stinson Communications Inc)" userId="1444a670-b0cf-41d4-bdc2-8936ddb5019b" providerId="ADAL" clId="{4507BBEB-9F73-4BC3-8BA6-9DFA4678FDC5}" dt="2026-09-09T15:42:15.709" v="1237" actId="962"/>
          <ac:picMkLst>
            <pc:docMk/>
            <pc:sldMk cId="110330168" sldId="2147483414"/>
            <ac:picMk id="162" creationId="{E07FD1BD-0A43-1364-E6E8-7B48D2E0825D}"/>
          </ac:picMkLst>
        </pc:picChg>
      </pc:sldChg>
      <pc:sldChg chg="addSp delSp modSp add mod ord modAnim">
        <pc:chgData name="Charles Awe (Stinson Communications Inc)" userId="1444a670-b0cf-41d4-bdc2-8936ddb5019b" providerId="ADAL" clId="{4507BBEB-9F73-4BC3-8BA6-9DFA4678FDC5}" dt="2026-09-09T15:54:45.279" v="1532"/>
        <pc:sldMkLst>
          <pc:docMk/>
          <pc:sldMk cId="3464111891" sldId="2147483415"/>
        </pc:sldMkLst>
        <pc:spChg chg="mod ord">
          <ac:chgData name="Charles Awe (Stinson Communications Inc)" userId="1444a670-b0cf-41d4-bdc2-8936ddb5019b" providerId="ADAL" clId="{4507BBEB-9F73-4BC3-8BA6-9DFA4678FDC5}" dt="2026-09-09T15:54:45.279" v="1532"/>
          <ac:spMkLst>
            <pc:docMk/>
            <pc:sldMk cId="3464111891" sldId="2147483415"/>
            <ac:spMk id="2" creationId="{02561A60-D281-21F1-D19E-A4ACB3DC6623}"/>
          </ac:spMkLst>
        </pc:spChg>
        <pc:spChg chg="mod">
          <ac:chgData name="Charles Awe (Stinson Communications Inc)" userId="1444a670-b0cf-41d4-bdc2-8936ddb5019b" providerId="ADAL" clId="{4507BBEB-9F73-4BC3-8BA6-9DFA4678FDC5}" dt="2026-09-09T15:47:54.434" v="1422" actId="1076"/>
          <ac:spMkLst>
            <pc:docMk/>
            <pc:sldMk cId="3464111891" sldId="2147483415"/>
            <ac:spMk id="3" creationId="{8526C23E-2AE2-9370-D42F-5F0B21A6B808}"/>
          </ac:spMkLst>
        </pc:spChg>
        <pc:spChg chg="mod">
          <ac:chgData name="Charles Awe (Stinson Communications Inc)" userId="1444a670-b0cf-41d4-bdc2-8936ddb5019b" providerId="ADAL" clId="{4507BBEB-9F73-4BC3-8BA6-9DFA4678FDC5}" dt="2026-09-09T15:48:48.416" v="1447" actId="1036"/>
          <ac:spMkLst>
            <pc:docMk/>
            <pc:sldMk cId="3464111891" sldId="2147483415"/>
            <ac:spMk id="6" creationId="{0E686D1B-FDEC-C8F5-6F68-01F383251E95}"/>
          </ac:spMkLst>
        </pc:spChg>
        <pc:spChg chg="mod ord">
          <ac:chgData name="Charles Awe (Stinson Communications Inc)" userId="1444a670-b0cf-41d4-bdc2-8936ddb5019b" providerId="ADAL" clId="{4507BBEB-9F73-4BC3-8BA6-9DFA4678FDC5}" dt="2026-09-09T15:54:45.279" v="1532"/>
          <ac:spMkLst>
            <pc:docMk/>
            <pc:sldMk cId="3464111891" sldId="2147483415"/>
            <ac:spMk id="7" creationId="{B11E9017-90C9-E7FB-8347-ECEF97D9B5BA}"/>
          </ac:spMkLst>
        </pc:spChg>
        <pc:spChg chg="mod ord">
          <ac:chgData name="Charles Awe (Stinson Communications Inc)" userId="1444a670-b0cf-41d4-bdc2-8936ddb5019b" providerId="ADAL" clId="{4507BBEB-9F73-4BC3-8BA6-9DFA4678FDC5}" dt="2026-09-09T15:54:45.279" v="1532"/>
          <ac:spMkLst>
            <pc:docMk/>
            <pc:sldMk cId="3464111891" sldId="2147483415"/>
            <ac:spMk id="11" creationId="{6B01380B-7F63-1574-1ADE-C1CD99A6CE89}"/>
          </ac:spMkLst>
        </pc:spChg>
        <pc:spChg chg="mod ord">
          <ac:chgData name="Charles Awe (Stinson Communications Inc)" userId="1444a670-b0cf-41d4-bdc2-8936ddb5019b" providerId="ADAL" clId="{4507BBEB-9F73-4BC3-8BA6-9DFA4678FDC5}" dt="2026-09-09T15:54:45.279" v="1532"/>
          <ac:spMkLst>
            <pc:docMk/>
            <pc:sldMk cId="3464111891" sldId="2147483415"/>
            <ac:spMk id="14" creationId="{F1926F8F-03E7-C99A-DAEE-3E067090FD36}"/>
          </ac:spMkLst>
        </pc:spChg>
        <pc:spChg chg="mod">
          <ac:chgData name="Charles Awe (Stinson Communications Inc)" userId="1444a670-b0cf-41d4-bdc2-8936ddb5019b" providerId="ADAL" clId="{4507BBEB-9F73-4BC3-8BA6-9DFA4678FDC5}" dt="2026-09-09T15:47:32.695" v="1412" actId="1035"/>
          <ac:spMkLst>
            <pc:docMk/>
            <pc:sldMk cId="3464111891" sldId="2147483415"/>
            <ac:spMk id="15" creationId="{027E39C0-5069-96E3-89F3-725B79F4D823}"/>
          </ac:spMkLst>
        </pc:spChg>
        <pc:spChg chg="mod ord">
          <ac:chgData name="Charles Awe (Stinson Communications Inc)" userId="1444a670-b0cf-41d4-bdc2-8936ddb5019b" providerId="ADAL" clId="{4507BBEB-9F73-4BC3-8BA6-9DFA4678FDC5}" dt="2026-09-09T15:54:45.279" v="1532"/>
          <ac:spMkLst>
            <pc:docMk/>
            <pc:sldMk cId="3464111891" sldId="2147483415"/>
            <ac:spMk id="17" creationId="{0E2676A3-E06D-D99A-55E6-FEB55E1EC276}"/>
          </ac:spMkLst>
        </pc:spChg>
        <pc:spChg chg="mod ord">
          <ac:chgData name="Charles Awe (Stinson Communications Inc)" userId="1444a670-b0cf-41d4-bdc2-8936ddb5019b" providerId="ADAL" clId="{4507BBEB-9F73-4BC3-8BA6-9DFA4678FDC5}" dt="2026-09-09T15:54:45.279" v="1532"/>
          <ac:spMkLst>
            <pc:docMk/>
            <pc:sldMk cId="3464111891" sldId="2147483415"/>
            <ac:spMk id="18" creationId="{EF9BBD01-E0AB-6E90-AB8E-4D3B2AC773C6}"/>
          </ac:spMkLst>
        </pc:spChg>
        <pc:spChg chg="mod ord">
          <ac:chgData name="Charles Awe (Stinson Communications Inc)" userId="1444a670-b0cf-41d4-bdc2-8936ddb5019b" providerId="ADAL" clId="{4507BBEB-9F73-4BC3-8BA6-9DFA4678FDC5}" dt="2026-09-09T15:54:45.279" v="1532"/>
          <ac:spMkLst>
            <pc:docMk/>
            <pc:sldMk cId="3464111891" sldId="2147483415"/>
            <ac:spMk id="19" creationId="{7694AA38-5904-1BC0-EC59-AB3C54E6ED72}"/>
          </ac:spMkLst>
        </pc:spChg>
        <pc:spChg chg="mod">
          <ac:chgData name="Charles Awe (Stinson Communications Inc)" userId="1444a670-b0cf-41d4-bdc2-8936ddb5019b" providerId="ADAL" clId="{4507BBEB-9F73-4BC3-8BA6-9DFA4678FDC5}" dt="2026-09-09T15:47:32.695" v="1412" actId="1035"/>
          <ac:spMkLst>
            <pc:docMk/>
            <pc:sldMk cId="3464111891" sldId="2147483415"/>
            <ac:spMk id="20" creationId="{0B20B467-EA46-AE55-ABAD-51773B74AD77}"/>
          </ac:spMkLst>
        </pc:spChg>
        <pc:spChg chg="mod ord">
          <ac:chgData name="Charles Awe (Stinson Communications Inc)" userId="1444a670-b0cf-41d4-bdc2-8936ddb5019b" providerId="ADAL" clId="{4507BBEB-9F73-4BC3-8BA6-9DFA4678FDC5}" dt="2026-09-09T15:54:45.279" v="1532"/>
          <ac:spMkLst>
            <pc:docMk/>
            <pc:sldMk cId="3464111891" sldId="2147483415"/>
            <ac:spMk id="21" creationId="{14862BD9-6FC8-1F7D-EB52-7566BF372766}"/>
          </ac:spMkLst>
        </pc:spChg>
        <pc:spChg chg="mod ord">
          <ac:chgData name="Charles Awe (Stinson Communications Inc)" userId="1444a670-b0cf-41d4-bdc2-8936ddb5019b" providerId="ADAL" clId="{4507BBEB-9F73-4BC3-8BA6-9DFA4678FDC5}" dt="2026-09-09T15:54:45.279" v="1532"/>
          <ac:spMkLst>
            <pc:docMk/>
            <pc:sldMk cId="3464111891" sldId="2147483415"/>
            <ac:spMk id="25" creationId="{AEE2B57E-E7B4-A64D-57EA-CD5BE37B7C6A}"/>
          </ac:spMkLst>
        </pc:spChg>
        <pc:spChg chg="mod">
          <ac:chgData name="Charles Awe (Stinson Communications Inc)" userId="1444a670-b0cf-41d4-bdc2-8936ddb5019b" providerId="ADAL" clId="{4507BBEB-9F73-4BC3-8BA6-9DFA4678FDC5}" dt="2026-09-09T15:48:09.622" v="1430" actId="1038"/>
          <ac:spMkLst>
            <pc:docMk/>
            <pc:sldMk cId="3464111891" sldId="2147483415"/>
            <ac:spMk id="28" creationId="{F25836AD-4212-3360-A206-8498E77DCA28}"/>
          </ac:spMkLst>
        </pc:spChg>
        <pc:spChg chg="mod">
          <ac:chgData name="Charles Awe (Stinson Communications Inc)" userId="1444a670-b0cf-41d4-bdc2-8936ddb5019b" providerId="ADAL" clId="{4507BBEB-9F73-4BC3-8BA6-9DFA4678FDC5}" dt="2026-09-09T15:47:41.655" v="1415" actId="14100"/>
          <ac:spMkLst>
            <pc:docMk/>
            <pc:sldMk cId="3464111891" sldId="2147483415"/>
            <ac:spMk id="36" creationId="{3D5E78AD-56DF-E383-B518-0491AE86E4F1}"/>
          </ac:spMkLst>
        </pc:spChg>
        <pc:spChg chg="mod">
          <ac:chgData name="Charles Awe (Stinson Communications Inc)" userId="1444a670-b0cf-41d4-bdc2-8936ddb5019b" providerId="ADAL" clId="{4507BBEB-9F73-4BC3-8BA6-9DFA4678FDC5}" dt="2026-09-09T15:48:03.393" v="1424" actId="14100"/>
          <ac:spMkLst>
            <pc:docMk/>
            <pc:sldMk cId="3464111891" sldId="2147483415"/>
            <ac:spMk id="44" creationId="{5D5CA027-E4D9-7BAF-1237-9CFE0B7509B1}"/>
          </ac:spMkLst>
        </pc:spChg>
        <pc:spChg chg="mod ord">
          <ac:chgData name="Charles Awe (Stinson Communications Inc)" userId="1444a670-b0cf-41d4-bdc2-8936ddb5019b" providerId="ADAL" clId="{4507BBEB-9F73-4BC3-8BA6-9DFA4678FDC5}" dt="2026-09-09T15:54:45.279" v="1532"/>
          <ac:spMkLst>
            <pc:docMk/>
            <pc:sldMk cId="3464111891" sldId="2147483415"/>
            <ac:spMk id="52" creationId="{BF49A29F-F609-9AB1-AFB9-D2F01ABBAC52}"/>
          </ac:spMkLst>
        </pc:spChg>
      </pc:sldChg>
      <pc:sldChg chg="addSp delSp modSp add del mod delAnim modAnim chgLayout">
        <pc:chgData name="Charles Awe (Stinson Communications Inc)" userId="1444a670-b0cf-41d4-bdc2-8936ddb5019b" providerId="ADAL" clId="{4507BBEB-9F73-4BC3-8BA6-9DFA4678FDC5}" dt="2026-09-09T16:07:34.569" v="1647" actId="478"/>
        <pc:sldMkLst>
          <pc:docMk/>
          <pc:sldMk cId="1502416247" sldId="2147483416"/>
        </pc:sldMkLst>
        <pc:spChg chg="mod">
          <ac:chgData name="Charles Awe (Stinson Communications Inc)" userId="1444a670-b0cf-41d4-bdc2-8936ddb5019b" providerId="ADAL" clId="{4507BBEB-9F73-4BC3-8BA6-9DFA4678FDC5}" dt="2026-09-09T15:54:27.165" v="1530"/>
          <ac:spMkLst>
            <pc:docMk/>
            <pc:sldMk cId="1502416247" sldId="2147483416"/>
            <ac:spMk id="2" creationId="{4650F74D-2D0A-7592-FC13-752A6483C49D}"/>
          </ac:spMkLst>
        </pc:spChg>
        <pc:spChg chg="mod ord">
          <ac:chgData name="Charles Awe (Stinson Communications Inc)" userId="1444a670-b0cf-41d4-bdc2-8936ddb5019b" providerId="ADAL" clId="{4507BBEB-9F73-4BC3-8BA6-9DFA4678FDC5}" dt="2026-09-09T15:52:25.042" v="1496"/>
          <ac:spMkLst>
            <pc:docMk/>
            <pc:sldMk cId="1502416247" sldId="2147483416"/>
            <ac:spMk id="3" creationId="{86F26B6D-E216-4D5D-1443-7050422B94CA}"/>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8" creationId="{DFC91083-4317-8EDC-0047-5468846FD5E9}"/>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10" creationId="{5100BC80-D6CE-C594-FC72-E61A2A416A72}"/>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11" creationId="{C78D83A0-36C5-457C-60B7-66D5964DD099}"/>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12" creationId="{00580C0F-76B5-7F69-C751-7CD0DF673331}"/>
          </ac:spMkLst>
        </pc:spChg>
        <pc:spChg chg="mod ord">
          <ac:chgData name="Charles Awe (Stinson Communications Inc)" userId="1444a670-b0cf-41d4-bdc2-8936ddb5019b" providerId="ADAL" clId="{4507BBEB-9F73-4BC3-8BA6-9DFA4678FDC5}" dt="2026-09-09T15:55:46.975" v="1538" actId="13244"/>
          <ac:spMkLst>
            <pc:docMk/>
            <pc:sldMk cId="1502416247" sldId="2147483416"/>
            <ac:spMk id="9201"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2"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3"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4" creationId="{00000000-0000-0000-0000-000000000000}"/>
          </ac:spMkLst>
        </pc:spChg>
        <pc:spChg chg="mod">
          <ac:chgData name="Charles Awe (Stinson Communications Inc)" userId="1444a670-b0cf-41d4-bdc2-8936ddb5019b" providerId="ADAL" clId="{4507BBEB-9F73-4BC3-8BA6-9DFA4678FDC5}" dt="2026-09-09T16:05:11.752" v="1626" actId="14100"/>
          <ac:spMkLst>
            <pc:docMk/>
            <pc:sldMk cId="1502416247" sldId="2147483416"/>
            <ac:spMk id="9205"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6"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7" creationId="{00000000-0000-0000-0000-000000000000}"/>
          </ac:spMkLst>
        </pc:spChg>
        <pc:spChg chg="mod">
          <ac:chgData name="Charles Awe (Stinson Communications Inc)" userId="1444a670-b0cf-41d4-bdc2-8936ddb5019b" providerId="ADAL" clId="{4507BBEB-9F73-4BC3-8BA6-9DFA4678FDC5}" dt="2026-09-09T15:57:48.268" v="1556" actId="403"/>
          <ac:spMkLst>
            <pc:docMk/>
            <pc:sldMk cId="1502416247" sldId="2147483416"/>
            <ac:spMk id="9208" creationId="{00000000-0000-0000-0000-000000000000}"/>
          </ac:spMkLst>
        </pc:spChg>
        <pc:spChg chg="mod">
          <ac:chgData name="Charles Awe (Stinson Communications Inc)" userId="1444a670-b0cf-41d4-bdc2-8936ddb5019b" providerId="ADAL" clId="{4507BBEB-9F73-4BC3-8BA6-9DFA4678FDC5}" dt="2026-09-09T16:07:32.428" v="1646" actId="1076"/>
          <ac:spMkLst>
            <pc:docMk/>
            <pc:sldMk cId="1502416247" sldId="2147483416"/>
            <ac:spMk id="9209" creationId="{00000000-0000-0000-0000-000000000000}"/>
          </ac:spMkLst>
        </pc:spChg>
        <pc:picChg chg="mod ord">
          <ac:chgData name="Charles Awe (Stinson Communications Inc)" userId="1444a670-b0cf-41d4-bdc2-8936ddb5019b" providerId="ADAL" clId="{4507BBEB-9F73-4BC3-8BA6-9DFA4678FDC5}" dt="2026-09-09T15:55:38.723" v="1537" actId="13244"/>
          <ac:picMkLst>
            <pc:docMk/>
            <pc:sldMk cId="1502416247" sldId="2147483416"/>
            <ac:picMk id="7" creationId="{E2421F10-8F99-4855-6387-3AA1628A00D4}"/>
          </ac:picMkLst>
        </pc:picChg>
      </pc:sldChg>
      <pc:sldMasterChg chg="delSldLayout">
        <pc:chgData name="Charles Awe (Stinson Communications Inc)" userId="1444a670-b0cf-41d4-bdc2-8936ddb5019b" providerId="ADAL" clId="{4507BBEB-9F73-4BC3-8BA6-9DFA4678FDC5}" dt="2026-09-09T15:48:59.879" v="1449" actId="47"/>
        <pc:sldMasterMkLst>
          <pc:docMk/>
          <pc:sldMasterMk cId="3418689686" sldId="2147485447"/>
        </pc:sldMasterMkLst>
      </pc:sldMasterChg>
    </pc:docChg>
  </pc:docChgLst>
  <pc:docChgLst>
    <pc:chgData name="April Dunnam" userId="S::apdunnam@microsoft.com::562b7256-5259-47b4-83a3-59bfd87a28e0" providerId="AD" clId="Web-{33FEED94-918D-21E0-504F-C5016D3B1335}"/>
    <pc:docChg chg="addSld delSld modSld modSection">
      <pc:chgData name="April Dunnam" userId="S::apdunnam@microsoft.com::562b7256-5259-47b4-83a3-59bfd87a28e0" providerId="AD" clId="Web-{33FEED94-918D-21E0-504F-C5016D3B1335}" dt="2026-08-31T16:03:42.564" v="111" actId="20577"/>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9/25/26 10:37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9/25/26 10:37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earn.microsoft.com/en-us/power-platform/guidance/case-studies/mobilezone-modernizes-service-delivery"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9/25/26 10:37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21245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A6C2-5C15-5A0D-E126-A1B4F46CA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5A0F0-8353-29D7-D522-85270C4D8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03C56-1A0F-CE46-9F1B-B86EC1BAE941}"/>
              </a:ext>
            </a:extLst>
          </p:cNvPr>
          <p:cNvSpPr>
            <a:spLocks noGrp="1"/>
          </p:cNvSpPr>
          <p:nvPr>
            <p:ph type="body" idx="1"/>
          </p:nvPr>
        </p:nvSpPr>
        <p:spPr/>
        <p:txBody>
          <a:bodyPr/>
          <a:lstStyle/>
          <a:p>
            <a:pPr marL="171450" indent="-171450">
              <a:buFont typeface="Arial" panose="020B0604020202020204" pitchFamily="34" charset="0"/>
              <a:buChar char="•"/>
            </a:pPr>
            <a:r>
              <a:rPr lang="en-US"/>
              <a:t>Enterprise processes have many variables that include people, systems, rules – exceptions to those rules – dependencies, and risk</a:t>
            </a:r>
          </a:p>
          <a:p>
            <a:pPr marL="171450" indent="-171450">
              <a:buFont typeface="Arial" panose="020B0604020202020204" pitchFamily="34" charset="0"/>
              <a:buChar char="•"/>
            </a:pPr>
            <a:r>
              <a:rPr lang="en-US"/>
              <a:t>Organizations have spent over a decade trying to get these right with new technology</a:t>
            </a:r>
          </a:p>
          <a:p>
            <a:pPr marL="171450" indent="-171450">
              <a:buFont typeface="Arial" panose="020B0604020202020204" pitchFamily="34" charset="0"/>
              <a:buChar char="•"/>
            </a:pPr>
            <a:r>
              <a:rPr lang="en-US"/>
              <a:t>So not only are enterprise processes complex…</a:t>
            </a:r>
          </a:p>
          <a:p>
            <a:pPr mar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8BC48347-B66F-BEEE-7921-2E45497EB9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24075-3183-45B6-A8D3-A990B733D760}"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85257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2550-B04D-563E-36A4-7C93310AA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574BC-576C-8971-07F6-654C0A27E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B504F-5054-28C8-C95E-5A399515908D}"/>
              </a:ext>
            </a:extLst>
          </p:cNvPr>
          <p:cNvSpPr>
            <a:spLocks noGrp="1"/>
          </p:cNvSpPr>
          <p:nvPr>
            <p:ph type="body" idx="1"/>
          </p:nvPr>
        </p:nvSpPr>
        <p:spPr/>
        <p:txBody>
          <a:bodyPr/>
          <a:lstStyle/>
          <a:p>
            <a:pPr marL="171450" indent="-171450">
              <a:buFont typeface="Arial" panose="020B0604020202020204" pitchFamily="34" charset="0"/>
              <a:buChar char="•"/>
            </a:pPr>
            <a:r>
              <a:rPr lang="en-US"/>
              <a:t>How can agents help with this complexity?</a:t>
            </a:r>
          </a:p>
          <a:p>
            <a:pPr marL="171450" indent="-171450">
              <a:buFont typeface="Arial" panose="020B0604020202020204" pitchFamily="34" charset="0"/>
              <a:buChar char="•"/>
            </a:pPr>
            <a:r>
              <a:rPr lang="en-US"/>
              <a:t>Agents run processes across systems, helping unify some of the siloed apps and data within organizations</a:t>
            </a:r>
          </a:p>
          <a:p>
            <a:pPr marL="171450" indent="-171450">
              <a:buFont typeface="Arial" panose="020B0604020202020204" pitchFamily="34" charset="0"/>
              <a:buChar char="•"/>
            </a:pPr>
            <a:r>
              <a:rPr lang="en-US"/>
              <a:t>How do they do that?</a:t>
            </a:r>
          </a:p>
          <a:p>
            <a:pPr marL="171450" indent="-171450">
              <a:buFont typeface="Arial" panose="020B0604020202020204" pitchFamily="34" charset="0"/>
              <a:buChar char="•"/>
            </a:pPr>
            <a:r>
              <a:rPr lang="en-US"/>
              <a:t>They  automatically sense data by reading emails, triggers, and user input</a:t>
            </a:r>
          </a:p>
          <a:p>
            <a:pPr marL="171450" indent="-171450">
              <a:buFont typeface="Arial" panose="020B0604020202020204" pitchFamily="34" charset="0"/>
              <a:buChar char="•"/>
            </a:pPr>
            <a:r>
              <a:rPr lang="en-US"/>
              <a:t>They reason over the context, set goals, and make a plan</a:t>
            </a:r>
          </a:p>
          <a:p>
            <a:pPr marL="171450" indent="-171450">
              <a:buFont typeface="Arial" panose="020B0604020202020204" pitchFamily="34" charset="0"/>
              <a:buChar char="•"/>
            </a:pPr>
            <a:r>
              <a:rPr lang="en-US"/>
              <a:t>And then they execute tasks</a:t>
            </a:r>
          </a:p>
          <a:p>
            <a:pPr marL="171450" indent="-171450">
              <a:buFont typeface="Arial" panose="020B0604020202020204" pitchFamily="34" charset="0"/>
              <a:buChar char="•"/>
            </a:pPr>
            <a:r>
              <a:rPr lang="en-US"/>
              <a:t>For example, an agent could read an email from a prospective customer which requests a proposal, research answers to a questions, and create a plan. It could then draft a proposal for you and send it to you in Teams for your review </a:t>
            </a:r>
          </a:p>
          <a:p>
            <a:pPr mar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13F53DC5-D448-8DEF-5A88-BF85BE4A01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24075-3183-45B6-A8D3-A990B733D760}"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81333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2554C-7875-7578-D0F7-D032A0FC9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ABCCD-615F-9560-D18B-DC347ED584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1ABBA0-56F0-4785-0AB2-BF7FD8AFD91C}"/>
              </a:ext>
            </a:extLst>
          </p:cNvPr>
          <p:cNvSpPr>
            <a:spLocks noGrp="1"/>
          </p:cNvSpPr>
          <p:nvPr>
            <p:ph type="body" idx="1"/>
          </p:nvPr>
        </p:nvSpPr>
        <p:spPr/>
        <p:txBody>
          <a:bodyPr/>
          <a:lstStyle/>
          <a:p>
            <a:pPr marL="171450" indent="-171450">
              <a:buFont typeface="Arial" panose="020B0604020202020204" pitchFamily="34" charset="0"/>
              <a:buChar char="•"/>
            </a:pPr>
            <a:r>
              <a:rPr lang="en-US"/>
              <a:t>We believe that Copilot Studio is the enterprise-grade agent platform that can help you address these challenges with AI</a:t>
            </a:r>
          </a:p>
          <a:p>
            <a:pPr marL="171450" indent="-171450">
              <a:buFont typeface="Arial" panose="020B0604020202020204" pitchFamily="34" charset="0"/>
              <a:buChar char="•"/>
            </a:pPr>
            <a:r>
              <a:rPr lang="en-US"/>
              <a:t>It has shown real business value with an open and integrated ecosystem</a:t>
            </a:r>
          </a:p>
          <a:p>
            <a:pPr marL="171450" indent="-171450">
              <a:buFont typeface="Arial" panose="020B0604020202020204" pitchFamily="34" charset="0"/>
              <a:buChar char="•"/>
            </a:pPr>
            <a:r>
              <a:rPr lang="en-US"/>
              <a:t>Allows organizations to mix traditional automation with GenAI</a:t>
            </a:r>
          </a:p>
          <a:p>
            <a:pPr marL="171450" indent="-171450">
              <a:buFont typeface="Arial" panose="020B0604020202020204" pitchFamily="34" charset="0"/>
              <a:buChar char="•"/>
            </a:pPr>
            <a:r>
              <a:rPr lang="en-US"/>
              <a:t>Automatically updates with the latest models so you don’t have to think about it</a:t>
            </a:r>
          </a:p>
          <a:p>
            <a:pPr marL="171450" indent="-171450">
              <a:buFont typeface="Arial" panose="020B0604020202020204" pitchFamily="34" charset="0"/>
              <a:buChar char="•"/>
            </a:pPr>
            <a:r>
              <a:rPr lang="en-US"/>
              <a:t>And allows you to publish agents to where your people are</a:t>
            </a:r>
          </a:p>
          <a:p>
            <a:pPr marL="171450" indent="-171450">
              <a:buFont typeface="Arial" panose="020B0604020202020204" pitchFamily="34" charset="0"/>
              <a:buChar char="•"/>
            </a:pPr>
            <a:r>
              <a:rPr lang="en-US"/>
              <a:t>All with robust governance and security features</a:t>
            </a:r>
          </a:p>
        </p:txBody>
      </p:sp>
      <p:sp>
        <p:nvSpPr>
          <p:cNvPr id="4" name="Slide Number Placeholder 3">
            <a:extLst>
              <a:ext uri="{FF2B5EF4-FFF2-40B4-BE49-F238E27FC236}">
                <a16:creationId xmlns:a16="http://schemas.microsoft.com/office/drawing/2014/main" id="{D3A07AE1-F0E1-3B2B-A21D-74D98D0F4B8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AB24075-3183-45B6-A8D3-A990B733D760}"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8520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50DB-DB19-DE48-60A1-4A112F48F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8276A-898B-FE68-D787-CFEDA72C8B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326924-CC6F-1726-D77B-8EA2525E9789}"/>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AF4D32EB-884D-5212-D4F5-65F7882F8E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AB24075-3183-45B6-A8D3-A990B733D760}"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83035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A845-5628-BA44-5AFE-DEF5AC665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0338B-8E50-F926-FB18-E264859A52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457F4F8-A31C-F59C-BC29-58757783700C}"/>
              </a:ext>
            </a:extLst>
          </p:cNvPr>
          <p:cNvSpPr>
            <a:spLocks noGrp="1"/>
          </p:cNvSpPr>
          <p:nvPr>
            <p:ph type="body" idx="1"/>
          </p:nvPr>
        </p:nvSpPr>
        <p:spPr/>
        <p:txBody>
          <a:bodyPr/>
          <a:lstStyle/>
          <a:p>
            <a:pPr marL="171450" indent="-171450">
              <a:buFont typeface="Arial" panose="020B0604020202020204" pitchFamily="34" charset="0"/>
              <a:buChar char="•"/>
            </a:pPr>
            <a:r>
              <a:rPr lang="en-US"/>
              <a:t>You can build agents like these by connecting to your existing data and systems, which lets you build in a fraction of the time</a:t>
            </a:r>
          </a:p>
          <a:p>
            <a:pPr marL="171450" indent="-171450">
              <a:buFont typeface="Arial" panose="020B0604020202020204" pitchFamily="34" charset="0"/>
              <a:buChar char="•"/>
            </a:pPr>
            <a:r>
              <a:rPr lang="en-US"/>
              <a:t>Connect to Microsoft 365, Azure,</a:t>
            </a:r>
          </a:p>
          <a:p>
            <a:pPr marL="171450" indent="-171450">
              <a:buFont typeface="Arial" panose="020B0604020202020204" pitchFamily="34" charset="0"/>
              <a:buChar char="•"/>
            </a:pPr>
            <a:r>
              <a:rPr lang="en-US"/>
              <a:t>External apps like AWS, Salesforce, SAP, ServiceNow, Oracle, and hundreds more</a:t>
            </a:r>
          </a:p>
          <a:p>
            <a:pPr marL="171450" indent="-171450">
              <a:buFont typeface="Arial" panose="020B0604020202020204" pitchFamily="34" charset="0"/>
              <a:buChar char="•"/>
            </a:pPr>
            <a:r>
              <a:rPr lang="en-US"/>
              <a:t>Or pick websites and files as knowledge sources for your agents</a:t>
            </a:r>
          </a:p>
          <a:p>
            <a:pPr marL="171450" indent="-171450">
              <a:buFont typeface="Arial" panose="020B0604020202020204" pitchFamily="34" charset="0"/>
              <a:buChar char="•"/>
            </a:pPr>
            <a:r>
              <a:rPr lang="en-US"/>
              <a:t>For example, a telecom provider built an IT operations agent that created tickets by connecting to Jira (</a:t>
            </a:r>
            <a:r>
              <a:rPr lang="en-US">
                <a:hlinkClick r:id="rId3"/>
              </a:rPr>
              <a:t>Telecom provider </a:t>
            </a:r>
            <a:r>
              <a:rPr lang="en-US" err="1">
                <a:hlinkClick r:id="rId3"/>
              </a:rPr>
              <a:t>mobilezone</a:t>
            </a:r>
            <a:r>
              <a:rPr lang="en-US">
                <a:hlinkClick r:id="rId3"/>
              </a:rPr>
              <a:t> modernizes service delivery using Microsoft Copilot Studio - Power Platform | Microsoft Learn</a:t>
            </a:r>
            <a:r>
              <a:rPr lang="en-US"/>
              <a:t>). This helped resolve issues faster for employees and made the process easier for the IT team.</a:t>
            </a:r>
          </a:p>
          <a:p>
            <a:pPr marL="171450" indent="-171450">
              <a:buFont typeface="Arial" panose="020B0604020202020204" pitchFamily="34" charset="0"/>
              <a:buChar char="•"/>
            </a:pPr>
            <a:r>
              <a:rPr lang="en-US"/>
              <a:t>Jira is one example of what you can connect to, but there are over1400 connectors and MCPs depending on your business needs</a:t>
            </a:r>
          </a:p>
        </p:txBody>
      </p:sp>
      <p:sp>
        <p:nvSpPr>
          <p:cNvPr id="4" name="Slide Number Placeholder 3">
            <a:extLst>
              <a:ext uri="{FF2B5EF4-FFF2-40B4-BE49-F238E27FC236}">
                <a16:creationId xmlns:a16="http://schemas.microsoft.com/office/drawing/2014/main" id="{BBA639BD-E2A6-4279-29B5-C8DA811BF25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AB24075-3183-45B6-A8D3-A990B733D760}"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05867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it’s time for the lab!  In this lab, you’ll be building an order management agent in Copilot Studio and incorporating agent flows and MCP</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9/25/26 10:37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0556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00E6-80E5-8CC9-100F-4CAF88839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F86AB-153C-E788-5A49-8CCD07FE4B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71A8E7-6253-2B04-A971-651D7CEDC990}"/>
              </a:ext>
            </a:extLst>
          </p:cNvPr>
          <p:cNvSpPr>
            <a:spLocks noGrp="1"/>
          </p:cNvSpPr>
          <p:nvPr>
            <p:ph type="body" idx="1"/>
          </p:nvPr>
        </p:nvSpPr>
        <p:spPr/>
        <p:txBody>
          <a:bodyPr/>
          <a:lstStyle/>
          <a:p>
            <a:r>
              <a:rPr lang="en-US" sz="900">
                <a:latin typeface="Segoe UI"/>
                <a:cs typeface="Segoe UI"/>
              </a:rPr>
              <a:t>I hope this workshop gave you a good introduction to building agentic solutions with Copilot Studio.  TO help you continue learning, we curated a collection of resources at </a:t>
            </a:r>
            <a:r>
              <a:rPr lang="en-US" sz="900" err="1">
                <a:latin typeface="Segoe UI"/>
                <a:cs typeface="Segoe UI"/>
              </a:rPr>
              <a:t>aka.ms</a:t>
            </a:r>
            <a:r>
              <a:rPr lang="en-US" sz="900">
                <a:latin typeface="Segoe UI"/>
                <a:cs typeface="Segoe UI"/>
              </a:rPr>
              <a:t>/</a:t>
            </a:r>
            <a:r>
              <a:rPr lang="en-US" sz="900" err="1">
                <a:latin typeface="Segoe UI"/>
                <a:cs typeface="Segoe UI"/>
              </a:rPr>
              <a:t>copilotstudio-getstarted</a:t>
            </a:r>
            <a:endParaRPr lang="en-US" sz="900">
              <a:latin typeface="Segoe UI"/>
              <a:cs typeface="Segoe UI"/>
            </a:endParaRPr>
          </a:p>
        </p:txBody>
      </p:sp>
      <p:sp>
        <p:nvSpPr>
          <p:cNvPr id="4" name="Header Placeholder 3">
            <a:extLst>
              <a:ext uri="{FF2B5EF4-FFF2-40B4-BE49-F238E27FC236}">
                <a16:creationId xmlns:a16="http://schemas.microsoft.com/office/drawing/2014/main" id="{D7D27305-D46A-56CD-26EC-4B942A0B366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6B640F4-75A0-BCCD-DA0A-9E8BBF9D768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8EDE849-ED80-5B58-911D-A291B63CCE3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9/25/26 10:37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45BC4036-60E8-06A2-AA6F-02C62A9CD18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06601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9D36-B736-1499-B928-3593F1A34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E166C-E221-850F-6D47-0DE30AE02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DE7A4A-CB6A-1ECD-9E57-B703DD57DF74}"/>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B761569-BD60-464B-BA73-EE342FF4D3B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ED42446B-4FCC-3891-F7BB-770A68BD7243}"/>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32000F8-1181-B6DF-7357-38CC2DF82F7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9/25/26 10:37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1448F81C-DED0-3648-D1F8-75A2247F6B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565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1D04-65C9-1396-C894-DC6DD9080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AAA97-F161-7E63-A212-FF6B3A211034}"/>
              </a:ext>
            </a:extLst>
          </p:cNvPr>
          <p:cNvSpPr>
            <a:spLocks noGrp="1" noRot="1" noChangeAspect="1"/>
          </p:cNvSpPr>
          <p:nvPr>
            <p:ph type="sldImg"/>
          </p:nvPr>
        </p:nvSpPr>
        <p:spPr>
          <a:xfrm>
            <a:off x="746125" y="1181100"/>
            <a:ext cx="5670550" cy="3189288"/>
          </a:xfrm>
        </p:spPr>
        <p:txBody>
          <a:bodyPr/>
          <a:lstStyle/>
          <a:p>
            <a:endParaRPr lang="en-US"/>
          </a:p>
        </p:txBody>
      </p:sp>
      <p:sp>
        <p:nvSpPr>
          <p:cNvPr id="3" name="Notes Placeholder 2">
            <a:extLst>
              <a:ext uri="{FF2B5EF4-FFF2-40B4-BE49-F238E27FC236}">
                <a16:creationId xmlns:a16="http://schemas.microsoft.com/office/drawing/2014/main" id="{1034E301-42EA-136B-F964-3CCA1D35916E}"/>
              </a:ext>
            </a:extLst>
          </p:cNvPr>
          <p:cNvSpPr>
            <a:spLocks noGrp="1"/>
          </p:cNvSpPr>
          <p:nvPr>
            <p:ph type="body" idx="1"/>
          </p:nvPr>
        </p:nvSpPr>
        <p:spPr/>
        <p:txBody>
          <a:bodyPr/>
          <a:lstStyle/>
          <a:p>
            <a:r>
              <a:rPr lang="en-US" dirty="0"/>
              <a:t>For AI Tour Labs</a:t>
            </a:r>
          </a:p>
          <a:p>
            <a:endParaRPr lang="en-US" dirty="0"/>
          </a:p>
        </p:txBody>
      </p:sp>
      <p:sp>
        <p:nvSpPr>
          <p:cNvPr id="4" name="Slide Number Placeholder 3">
            <a:extLst>
              <a:ext uri="{FF2B5EF4-FFF2-40B4-BE49-F238E27FC236}">
                <a16:creationId xmlns:a16="http://schemas.microsoft.com/office/drawing/2014/main" id="{4102E1EE-82CA-A17C-0E28-FF0EC2BC51D9}"/>
              </a:ext>
            </a:extLst>
          </p:cNvPr>
          <p:cNvSpPr>
            <a:spLocks noGrp="1"/>
          </p:cNvSpPr>
          <p:nvPr>
            <p:ph type="sldNum" sz="quarter" idx="5"/>
          </p:nvPr>
        </p:nvSpPr>
        <p:spPr/>
        <p:txBody>
          <a:bodyPr/>
          <a:lstStyle/>
          <a:p>
            <a:pPr marL="0" marR="0" lvl="0" indent="0" algn="r" defTabSz="966516" rtl="0" eaLnBrk="1" fontAlgn="auto" latinLnBrk="0" hangingPunct="1">
              <a:lnSpc>
                <a:spcPct val="100000"/>
              </a:lnSpc>
              <a:spcBef>
                <a:spcPts val="0"/>
              </a:spcBef>
              <a:spcAft>
                <a:spcPts val="0"/>
              </a:spcAft>
              <a:buClrTx/>
              <a:buSzTx/>
              <a:buFontTx/>
              <a:buNone/>
              <a:tabLst/>
              <a:defRPr/>
            </a:pPr>
            <a:fld id="{577E7C3F-570D-674B-A591-D32D552AFC0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516"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7066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22.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2.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22.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2.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4.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4.xml"/><Relationship Id="rId4" Type="http://schemas.openxmlformats.org/officeDocument/2006/relationships/image" Target="../media/image17.jpe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4.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4.xml"/><Relationship Id="rId6" Type="http://schemas.openxmlformats.org/officeDocument/2006/relationships/image" Target="../media/image22.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4.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4.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656F5673-27D5-8494-291A-0C7F83EDF46D}"/>
              </a:ext>
            </a:extLst>
          </p:cNvPr>
          <p:cNvSpPr/>
          <p:nvPr userDrawn="1"/>
        </p:nvSpPr>
        <p:spPr>
          <a:xfrm>
            <a:off x="536575" y="2458622"/>
            <a:ext cx="3865501" cy="1703804"/>
          </a:xfrm>
          <a:custGeom>
            <a:avLst/>
            <a:gdLst>
              <a:gd name="csX0" fmla="*/ 542449 w 3308032"/>
              <a:gd name="csY0" fmla="*/ 193548 h 1458087"/>
              <a:gd name="csX1" fmla="*/ 543401 w 3308032"/>
              <a:gd name="csY1" fmla="*/ 149066 h 1458087"/>
              <a:gd name="csX2" fmla="*/ 541211 w 3308032"/>
              <a:gd name="csY2" fmla="*/ 149066 h 1458087"/>
              <a:gd name="csX3" fmla="*/ 534924 w 3308032"/>
              <a:gd name="csY3" fmla="*/ 168593 h 1458087"/>
              <a:gd name="csX4" fmla="*/ 528257 w 3308032"/>
              <a:gd name="csY4" fmla="*/ 186309 h 1458087"/>
              <a:gd name="csX5" fmla="*/ 374618 w 3308032"/>
              <a:gd name="csY5" fmla="*/ 572929 h 1458087"/>
              <a:gd name="csX6" fmla="*/ 310229 w 3308032"/>
              <a:gd name="csY6" fmla="*/ 572929 h 1458087"/>
              <a:gd name="csX7" fmla="*/ 155448 w 3308032"/>
              <a:gd name="csY7" fmla="*/ 189738 h 1458087"/>
              <a:gd name="csX8" fmla="*/ 149352 w 3308032"/>
              <a:gd name="csY8" fmla="*/ 172402 h 1458087"/>
              <a:gd name="csX9" fmla="*/ 141351 w 3308032"/>
              <a:gd name="csY9" fmla="*/ 149162 h 1458087"/>
              <a:gd name="csX10" fmla="*/ 139160 w 3308032"/>
              <a:gd name="csY10" fmla="*/ 149162 h 1458087"/>
              <a:gd name="csX11" fmla="*/ 140303 w 3308032"/>
              <a:gd name="csY11" fmla="*/ 195834 h 1458087"/>
              <a:gd name="csX12" fmla="*/ 140684 w 3308032"/>
              <a:gd name="csY12" fmla="*/ 246602 h 1458087"/>
              <a:gd name="csX13" fmla="*/ 140684 w 3308032"/>
              <a:gd name="csY13" fmla="*/ 572929 h 1458087"/>
              <a:gd name="csX14" fmla="*/ 55817 w 3308032"/>
              <a:gd name="csY14" fmla="*/ 572929 h 1458087"/>
              <a:gd name="csX15" fmla="*/ 55817 w 3308032"/>
              <a:gd name="csY15" fmla="*/ 39338 h 1458087"/>
              <a:gd name="csX16" fmla="*/ 185642 w 3308032"/>
              <a:gd name="csY16" fmla="*/ 39338 h 1458087"/>
              <a:gd name="csX17" fmla="*/ 322231 w 3308032"/>
              <a:gd name="csY17" fmla="*/ 383477 h 1458087"/>
              <a:gd name="csX18" fmla="*/ 334709 w 3308032"/>
              <a:gd name="csY18" fmla="*/ 415671 h 1458087"/>
              <a:gd name="csX19" fmla="*/ 343853 w 3308032"/>
              <a:gd name="csY19" fmla="*/ 444913 h 1458087"/>
              <a:gd name="csX20" fmla="*/ 346043 w 3308032"/>
              <a:gd name="csY20" fmla="*/ 444913 h 1458087"/>
              <a:gd name="csX21" fmla="*/ 358140 w 3308032"/>
              <a:gd name="csY21" fmla="*/ 412528 h 1458087"/>
              <a:gd name="csX22" fmla="*/ 369475 w 3308032"/>
              <a:gd name="csY22" fmla="*/ 382429 h 1458087"/>
              <a:gd name="csX23" fmla="*/ 507873 w 3308032"/>
              <a:gd name="csY23" fmla="*/ 39338 h 1458087"/>
              <a:gd name="csX24" fmla="*/ 632555 w 3308032"/>
              <a:gd name="csY24" fmla="*/ 39338 h 1458087"/>
              <a:gd name="csX25" fmla="*/ 632555 w 3308032"/>
              <a:gd name="csY25" fmla="*/ 572929 h 1458087"/>
              <a:gd name="csX26" fmla="*/ 542163 w 3308032"/>
              <a:gd name="csY26" fmla="*/ 572929 h 1458087"/>
              <a:gd name="csX27" fmla="*/ 542163 w 3308032"/>
              <a:gd name="csY27" fmla="*/ 234315 h 1458087"/>
              <a:gd name="csX28" fmla="*/ 542735 w 3308032"/>
              <a:gd name="csY28" fmla="*/ 193548 h 1458087"/>
              <a:gd name="csX29" fmla="*/ 768001 w 3308032"/>
              <a:gd name="csY29" fmla="*/ 14383 h 1458087"/>
              <a:gd name="csX30" fmla="*/ 728567 w 3308032"/>
              <a:gd name="csY30" fmla="*/ 29623 h 1458087"/>
              <a:gd name="csX31" fmla="*/ 713327 w 3308032"/>
              <a:gd name="csY31" fmla="*/ 67247 h 1458087"/>
              <a:gd name="csX32" fmla="*/ 728567 w 3308032"/>
              <a:gd name="csY32" fmla="*/ 104966 h 1458087"/>
              <a:gd name="csX33" fmla="*/ 768001 w 3308032"/>
              <a:gd name="csY33" fmla="*/ 120777 h 1458087"/>
              <a:gd name="csX34" fmla="*/ 808196 w 3308032"/>
              <a:gd name="csY34" fmla="*/ 105537 h 1458087"/>
              <a:gd name="csX35" fmla="*/ 823436 w 3308032"/>
              <a:gd name="csY35" fmla="*/ 67627 h 1458087"/>
              <a:gd name="csX36" fmla="*/ 808196 w 3308032"/>
              <a:gd name="csY36" fmla="*/ 29718 h 1458087"/>
              <a:gd name="csX37" fmla="*/ 768001 w 3308032"/>
              <a:gd name="csY37" fmla="*/ 14478 h 1458087"/>
              <a:gd name="csX38" fmla="*/ 723329 w 3308032"/>
              <a:gd name="csY38" fmla="*/ 572834 h 1458087"/>
              <a:gd name="csX39" fmla="*/ 812292 w 3308032"/>
              <a:gd name="csY39" fmla="*/ 572834 h 1458087"/>
              <a:gd name="csX40" fmla="*/ 812292 w 3308032"/>
              <a:gd name="csY40" fmla="*/ 191834 h 1458087"/>
              <a:gd name="csX41" fmla="*/ 723329 w 3308032"/>
              <a:gd name="csY41" fmla="*/ 191834 h 1458087"/>
              <a:gd name="csX42" fmla="*/ 723329 w 3308032"/>
              <a:gd name="csY42" fmla="*/ 572834 h 1458087"/>
              <a:gd name="csX43" fmla="*/ 1079278 w 3308032"/>
              <a:gd name="csY43" fmla="*/ 581787 h 1458087"/>
              <a:gd name="csX44" fmla="*/ 1169099 w 3308032"/>
              <a:gd name="csY44" fmla="*/ 561689 h 1458087"/>
              <a:gd name="csX45" fmla="*/ 1234726 w 3308032"/>
              <a:gd name="csY45" fmla="*/ 500253 h 1458087"/>
              <a:gd name="csX46" fmla="*/ 1165860 w 3308032"/>
              <a:gd name="csY46" fmla="*/ 461582 h 1458087"/>
              <a:gd name="csX47" fmla="*/ 1127951 w 3308032"/>
              <a:gd name="csY47" fmla="*/ 497110 h 1458087"/>
              <a:gd name="csX48" fmla="*/ 1081469 w 3308032"/>
              <a:gd name="csY48" fmla="*/ 507683 h 1458087"/>
              <a:gd name="csX49" fmla="*/ 1004126 w 3308032"/>
              <a:gd name="csY49" fmla="*/ 475298 h 1458087"/>
              <a:gd name="csX50" fmla="*/ 975074 w 3308032"/>
              <a:gd name="csY50" fmla="*/ 383000 h 1458087"/>
              <a:gd name="csX51" fmla="*/ 1004506 w 3308032"/>
              <a:gd name="csY51" fmla="*/ 288512 h 1458087"/>
              <a:gd name="csX52" fmla="*/ 1079278 w 3308032"/>
              <a:gd name="csY52" fmla="*/ 254699 h 1458087"/>
              <a:gd name="csX53" fmla="*/ 1125379 w 3308032"/>
              <a:gd name="csY53" fmla="*/ 265462 h 1458087"/>
              <a:gd name="csX54" fmla="*/ 1162622 w 3308032"/>
              <a:gd name="csY54" fmla="*/ 301943 h 1458087"/>
              <a:gd name="csX55" fmla="*/ 1232535 w 3308032"/>
              <a:gd name="csY55" fmla="*/ 267367 h 1458087"/>
              <a:gd name="csX56" fmla="*/ 1172432 w 3308032"/>
              <a:gd name="csY56" fmla="*/ 204311 h 1458087"/>
              <a:gd name="csX57" fmla="*/ 1082231 w 3308032"/>
              <a:gd name="csY57" fmla="*/ 182880 h 1458087"/>
              <a:gd name="csX58" fmla="*/ 939356 w 3308032"/>
              <a:gd name="csY58" fmla="*/ 238125 h 1458087"/>
              <a:gd name="csX59" fmla="*/ 884301 w 3308032"/>
              <a:gd name="csY59" fmla="*/ 389001 h 1458087"/>
              <a:gd name="csX60" fmla="*/ 936022 w 3308032"/>
              <a:gd name="csY60" fmla="*/ 528923 h 1458087"/>
              <a:gd name="csX61" fmla="*/ 1079278 w 3308032"/>
              <a:gd name="csY61" fmla="*/ 581787 h 1458087"/>
              <a:gd name="csX62" fmla="*/ 1393031 w 3308032"/>
              <a:gd name="csY62" fmla="*/ 384524 h 1458087"/>
              <a:gd name="csX63" fmla="*/ 1416653 w 3308032"/>
              <a:gd name="csY63" fmla="*/ 296323 h 1458087"/>
              <a:gd name="csX64" fmla="*/ 1478566 w 3308032"/>
              <a:gd name="csY64" fmla="*/ 262795 h 1458087"/>
              <a:gd name="csX65" fmla="*/ 1501807 w 3308032"/>
              <a:gd name="csY65" fmla="*/ 265176 h 1458087"/>
              <a:gd name="csX66" fmla="*/ 1523619 w 3308032"/>
              <a:gd name="csY66" fmla="*/ 271653 h 1458087"/>
              <a:gd name="csX67" fmla="*/ 1547432 w 3308032"/>
              <a:gd name="csY67" fmla="*/ 195739 h 1458087"/>
              <a:gd name="csX68" fmla="*/ 1521047 w 3308032"/>
              <a:gd name="csY68" fmla="*/ 187166 h 1458087"/>
              <a:gd name="csX69" fmla="*/ 1494282 w 3308032"/>
              <a:gd name="csY69" fmla="*/ 184975 h 1458087"/>
              <a:gd name="csX70" fmla="*/ 1433989 w 3308032"/>
              <a:gd name="csY70" fmla="*/ 204502 h 1458087"/>
              <a:gd name="csX71" fmla="*/ 1394555 w 3308032"/>
              <a:gd name="csY71" fmla="*/ 260509 h 1458087"/>
              <a:gd name="csX72" fmla="*/ 1393031 w 3308032"/>
              <a:gd name="csY72" fmla="*/ 260509 h 1458087"/>
              <a:gd name="csX73" fmla="*/ 1393031 w 3308032"/>
              <a:gd name="csY73" fmla="*/ 191643 h 1458087"/>
              <a:gd name="csX74" fmla="*/ 1304068 w 3308032"/>
              <a:gd name="csY74" fmla="*/ 191643 h 1458087"/>
              <a:gd name="csX75" fmla="*/ 1304068 w 3308032"/>
              <a:gd name="csY75" fmla="*/ 572643 h 1458087"/>
              <a:gd name="csX76" fmla="*/ 1393031 w 3308032"/>
              <a:gd name="csY76" fmla="*/ 572643 h 1458087"/>
              <a:gd name="csX77" fmla="*/ 1393031 w 3308032"/>
              <a:gd name="csY77" fmla="*/ 384334 h 1458087"/>
              <a:gd name="csX78" fmla="*/ 1621917 w 3308032"/>
              <a:gd name="csY78" fmla="*/ 528542 h 1458087"/>
              <a:gd name="csX79" fmla="*/ 1568482 w 3308032"/>
              <a:gd name="csY79" fmla="*/ 385286 h 1458087"/>
              <a:gd name="csX80" fmla="*/ 1625060 w 3308032"/>
              <a:gd name="csY80" fmla="*/ 238506 h 1458087"/>
              <a:gd name="csX81" fmla="*/ 1771269 w 3308032"/>
              <a:gd name="csY81" fmla="*/ 182880 h 1458087"/>
              <a:gd name="csX82" fmla="*/ 1914335 w 3308032"/>
              <a:gd name="csY82" fmla="*/ 237554 h 1458087"/>
              <a:gd name="csX83" fmla="*/ 1966627 w 3308032"/>
              <a:gd name="csY83" fmla="*/ 378905 h 1458087"/>
              <a:gd name="csX84" fmla="*/ 1911572 w 3308032"/>
              <a:gd name="csY84" fmla="*/ 524542 h 1458087"/>
              <a:gd name="csX85" fmla="*/ 1766126 w 3308032"/>
              <a:gd name="csY85" fmla="*/ 581692 h 1458087"/>
              <a:gd name="csX86" fmla="*/ 1621917 w 3308032"/>
              <a:gd name="csY86" fmla="*/ 528447 h 1458087"/>
              <a:gd name="csX87" fmla="*/ 1659350 w 3308032"/>
              <a:gd name="csY87" fmla="*/ 383477 h 1458087"/>
              <a:gd name="csX88" fmla="*/ 1688973 w 3308032"/>
              <a:gd name="csY88" fmla="*/ 476155 h 1458087"/>
              <a:gd name="csX89" fmla="*/ 1769555 w 3308032"/>
              <a:gd name="csY89" fmla="*/ 509969 h 1458087"/>
              <a:gd name="csX90" fmla="*/ 1847850 w 3308032"/>
              <a:gd name="csY90" fmla="*/ 475012 h 1458087"/>
              <a:gd name="csX91" fmla="*/ 1875568 w 3308032"/>
              <a:gd name="csY91" fmla="*/ 381286 h 1458087"/>
              <a:gd name="csX92" fmla="*/ 1847660 w 3308032"/>
              <a:gd name="csY92" fmla="*/ 289750 h 1458087"/>
              <a:gd name="csX93" fmla="*/ 1769174 w 3308032"/>
              <a:gd name="csY93" fmla="*/ 255175 h 1458087"/>
              <a:gd name="csX94" fmla="*/ 1689354 w 3308032"/>
              <a:gd name="csY94" fmla="*/ 290894 h 1458087"/>
              <a:gd name="csX95" fmla="*/ 1659446 w 3308032"/>
              <a:gd name="csY95" fmla="*/ 383572 h 1458087"/>
              <a:gd name="csX96" fmla="*/ 2267426 w 3308032"/>
              <a:gd name="csY96" fmla="*/ 547878 h 1458087"/>
              <a:gd name="csX97" fmla="*/ 2308003 w 3308032"/>
              <a:gd name="csY97" fmla="*/ 458915 h 1458087"/>
              <a:gd name="csX98" fmla="*/ 2276761 w 3308032"/>
              <a:gd name="csY98" fmla="*/ 380048 h 1458087"/>
              <a:gd name="csX99" fmla="*/ 2182273 w 3308032"/>
              <a:gd name="csY99" fmla="*/ 339471 h 1458087"/>
              <a:gd name="csX100" fmla="*/ 2127028 w 3308032"/>
              <a:gd name="csY100" fmla="*/ 321278 h 1458087"/>
              <a:gd name="csX101" fmla="*/ 2112359 w 3308032"/>
              <a:gd name="csY101" fmla="*/ 292227 h 1458087"/>
              <a:gd name="csX102" fmla="*/ 2126456 w 3308032"/>
              <a:gd name="csY102" fmla="*/ 261366 h 1458087"/>
              <a:gd name="csX103" fmla="*/ 2167795 w 3308032"/>
              <a:gd name="csY103" fmla="*/ 249460 h 1458087"/>
              <a:gd name="csX104" fmla="*/ 2211515 w 3308032"/>
              <a:gd name="csY104" fmla="*/ 258413 h 1458087"/>
              <a:gd name="csX105" fmla="*/ 2247043 w 3308032"/>
              <a:gd name="csY105" fmla="*/ 285179 h 1458087"/>
              <a:gd name="csX106" fmla="*/ 2298764 w 3308032"/>
              <a:gd name="csY106" fmla="*/ 238316 h 1458087"/>
              <a:gd name="csX107" fmla="*/ 2243328 w 3308032"/>
              <a:gd name="csY107" fmla="*/ 196596 h 1458087"/>
              <a:gd name="csX108" fmla="*/ 2170367 w 3308032"/>
              <a:gd name="csY108" fmla="*/ 182785 h 1458087"/>
              <a:gd name="csX109" fmla="*/ 2069211 w 3308032"/>
              <a:gd name="csY109" fmla="*/ 214598 h 1458087"/>
              <a:gd name="csX110" fmla="*/ 2029015 w 3308032"/>
              <a:gd name="csY110" fmla="*/ 302228 h 1458087"/>
              <a:gd name="csX111" fmla="*/ 2058638 w 3308032"/>
              <a:gd name="csY111" fmla="*/ 375380 h 1458087"/>
              <a:gd name="csX112" fmla="*/ 2163032 w 3308032"/>
              <a:gd name="csY112" fmla="*/ 417957 h 1458087"/>
              <a:gd name="csX113" fmla="*/ 2208943 w 3308032"/>
              <a:gd name="csY113" fmla="*/ 435959 h 1458087"/>
              <a:gd name="csX114" fmla="*/ 2224373 w 3308032"/>
              <a:gd name="csY114" fmla="*/ 467011 h 1458087"/>
              <a:gd name="csX115" fmla="*/ 2207990 w 3308032"/>
              <a:gd name="csY115" fmla="*/ 502158 h 1458087"/>
              <a:gd name="csX116" fmla="*/ 2162271 w 3308032"/>
              <a:gd name="csY116" fmla="*/ 514636 h 1458087"/>
              <a:gd name="csX117" fmla="*/ 2112645 w 3308032"/>
              <a:gd name="csY117" fmla="*/ 502920 h 1458087"/>
              <a:gd name="csX118" fmla="*/ 2068163 w 3308032"/>
              <a:gd name="csY118" fmla="*/ 463677 h 1458087"/>
              <a:gd name="csX119" fmla="*/ 2014633 w 3308032"/>
              <a:gd name="csY119" fmla="*/ 511683 h 1458087"/>
              <a:gd name="csX120" fmla="*/ 2074926 w 3308032"/>
              <a:gd name="csY120" fmla="*/ 563785 h 1458087"/>
              <a:gd name="csX121" fmla="*/ 2161604 w 3308032"/>
              <a:gd name="csY121" fmla="*/ 581692 h 1458087"/>
              <a:gd name="csX122" fmla="*/ 2267617 w 3308032"/>
              <a:gd name="csY122" fmla="*/ 547878 h 1458087"/>
              <a:gd name="csX123" fmla="*/ 2717292 w 3308032"/>
              <a:gd name="csY123" fmla="*/ 237554 h 1458087"/>
              <a:gd name="csX124" fmla="*/ 2769584 w 3308032"/>
              <a:gd name="csY124" fmla="*/ 378905 h 1458087"/>
              <a:gd name="csX125" fmla="*/ 2714530 w 3308032"/>
              <a:gd name="csY125" fmla="*/ 524542 h 1458087"/>
              <a:gd name="csX126" fmla="*/ 2569083 w 3308032"/>
              <a:gd name="csY126" fmla="*/ 581692 h 1458087"/>
              <a:gd name="csX127" fmla="*/ 2424875 w 3308032"/>
              <a:gd name="csY127" fmla="*/ 528447 h 1458087"/>
              <a:gd name="csX128" fmla="*/ 2371439 w 3308032"/>
              <a:gd name="csY128" fmla="*/ 385191 h 1458087"/>
              <a:gd name="csX129" fmla="*/ 2428018 w 3308032"/>
              <a:gd name="csY129" fmla="*/ 238411 h 1458087"/>
              <a:gd name="csX130" fmla="*/ 2574227 w 3308032"/>
              <a:gd name="csY130" fmla="*/ 182785 h 1458087"/>
              <a:gd name="csX131" fmla="*/ 2717292 w 3308032"/>
              <a:gd name="csY131" fmla="*/ 237458 h 1458087"/>
              <a:gd name="csX132" fmla="*/ 2678430 w 3308032"/>
              <a:gd name="csY132" fmla="*/ 381191 h 1458087"/>
              <a:gd name="csX133" fmla="*/ 2650522 w 3308032"/>
              <a:gd name="csY133" fmla="*/ 289655 h 1458087"/>
              <a:gd name="csX134" fmla="*/ 2572036 w 3308032"/>
              <a:gd name="csY134" fmla="*/ 255079 h 1458087"/>
              <a:gd name="csX135" fmla="*/ 2492216 w 3308032"/>
              <a:gd name="csY135" fmla="*/ 290798 h 1458087"/>
              <a:gd name="csX136" fmla="*/ 2462308 w 3308032"/>
              <a:gd name="csY136" fmla="*/ 383477 h 1458087"/>
              <a:gd name="csX137" fmla="*/ 2491931 w 3308032"/>
              <a:gd name="csY137" fmla="*/ 476155 h 1458087"/>
              <a:gd name="csX138" fmla="*/ 2572512 w 3308032"/>
              <a:gd name="csY138" fmla="*/ 509969 h 1458087"/>
              <a:gd name="csX139" fmla="*/ 2650808 w 3308032"/>
              <a:gd name="csY139" fmla="*/ 475012 h 1458087"/>
              <a:gd name="csX140" fmla="*/ 2678525 w 3308032"/>
              <a:gd name="csY140" fmla="*/ 381286 h 1458087"/>
              <a:gd name="csX141" fmla="*/ 3280410 w 3308032"/>
              <a:gd name="csY141" fmla="*/ 494729 h 1458087"/>
              <a:gd name="csX142" fmla="*/ 3257360 w 3308032"/>
              <a:gd name="csY142" fmla="*/ 507397 h 1458087"/>
              <a:gd name="csX143" fmla="*/ 3236500 w 3308032"/>
              <a:gd name="csY143" fmla="*/ 511112 h 1458087"/>
              <a:gd name="csX144" fmla="*/ 3205258 w 3308032"/>
              <a:gd name="csY144" fmla="*/ 497872 h 1458087"/>
              <a:gd name="csX145" fmla="*/ 3194114 w 3308032"/>
              <a:gd name="csY145" fmla="*/ 456724 h 1458087"/>
              <a:gd name="csX146" fmla="*/ 3194114 w 3308032"/>
              <a:gd name="csY146" fmla="*/ 260985 h 1458087"/>
              <a:gd name="csX147" fmla="*/ 3291269 w 3308032"/>
              <a:gd name="csY147" fmla="*/ 260985 h 1458087"/>
              <a:gd name="csX148" fmla="*/ 3291269 w 3308032"/>
              <a:gd name="csY148" fmla="*/ 191738 h 1458087"/>
              <a:gd name="csX149" fmla="*/ 3194114 w 3308032"/>
              <a:gd name="csY149" fmla="*/ 191738 h 1458087"/>
              <a:gd name="csX150" fmla="*/ 3194114 w 3308032"/>
              <a:gd name="csY150" fmla="*/ 82677 h 1458087"/>
              <a:gd name="csX151" fmla="*/ 3105150 w 3308032"/>
              <a:gd name="csY151" fmla="*/ 98298 h 1458087"/>
              <a:gd name="csX152" fmla="*/ 3105150 w 3308032"/>
              <a:gd name="csY152" fmla="*/ 191643 h 1458087"/>
              <a:gd name="csX153" fmla="*/ 2957227 w 3308032"/>
              <a:gd name="csY153" fmla="*/ 191643 h 1458087"/>
              <a:gd name="csX154" fmla="*/ 2957227 w 3308032"/>
              <a:gd name="csY154" fmla="*/ 130969 h 1458087"/>
              <a:gd name="csX155" fmla="*/ 2970086 w 3308032"/>
              <a:gd name="csY155" fmla="*/ 86297 h 1458087"/>
              <a:gd name="csX156" fmla="*/ 3006757 w 3308032"/>
              <a:gd name="csY156" fmla="*/ 71438 h 1458087"/>
              <a:gd name="csX157" fmla="*/ 3029236 w 3308032"/>
              <a:gd name="csY157" fmla="*/ 74962 h 1458087"/>
              <a:gd name="csX158" fmla="*/ 3049143 w 3308032"/>
              <a:gd name="csY158" fmla="*/ 84868 h 1458087"/>
              <a:gd name="csX159" fmla="*/ 3085624 w 3308032"/>
              <a:gd name="csY159" fmla="*/ 20479 h 1458087"/>
              <a:gd name="csX160" fmla="*/ 3045429 w 3308032"/>
              <a:gd name="csY160" fmla="*/ 5048 h 1458087"/>
              <a:gd name="csX161" fmla="*/ 3003042 w 3308032"/>
              <a:gd name="csY161" fmla="*/ 0 h 1458087"/>
              <a:gd name="csX162" fmla="*/ 2903887 w 3308032"/>
              <a:gd name="csY162" fmla="*/ 34957 h 1458087"/>
              <a:gd name="csX163" fmla="*/ 2868740 w 3308032"/>
              <a:gd name="csY163" fmla="*/ 130207 h 1458087"/>
              <a:gd name="csX164" fmla="*/ 2868740 w 3308032"/>
              <a:gd name="csY164" fmla="*/ 191643 h 1458087"/>
              <a:gd name="csX165" fmla="*/ 2803970 w 3308032"/>
              <a:gd name="csY165" fmla="*/ 191643 h 1458087"/>
              <a:gd name="csX166" fmla="*/ 2803970 w 3308032"/>
              <a:gd name="csY166" fmla="*/ 260890 h 1458087"/>
              <a:gd name="csX167" fmla="*/ 2868740 w 3308032"/>
              <a:gd name="csY167" fmla="*/ 260890 h 1458087"/>
              <a:gd name="csX168" fmla="*/ 2868740 w 3308032"/>
              <a:gd name="csY168" fmla="*/ 572643 h 1458087"/>
              <a:gd name="csX169" fmla="*/ 2957322 w 3308032"/>
              <a:gd name="csY169" fmla="*/ 572643 h 1458087"/>
              <a:gd name="csX170" fmla="*/ 2957322 w 3308032"/>
              <a:gd name="csY170" fmla="*/ 260890 h 1458087"/>
              <a:gd name="csX171" fmla="*/ 3105246 w 3308032"/>
              <a:gd name="csY171" fmla="*/ 260890 h 1458087"/>
              <a:gd name="csX172" fmla="*/ 3105246 w 3308032"/>
              <a:gd name="csY172" fmla="*/ 469297 h 1458087"/>
              <a:gd name="csX173" fmla="*/ 3133535 w 3308032"/>
              <a:gd name="csY173" fmla="*/ 553022 h 1458087"/>
              <a:gd name="csX174" fmla="*/ 3218021 w 3308032"/>
              <a:gd name="csY174" fmla="*/ 581692 h 1458087"/>
              <a:gd name="csX175" fmla="*/ 3269171 w 3308032"/>
              <a:gd name="csY175" fmla="*/ 574453 h 1458087"/>
              <a:gd name="csX176" fmla="*/ 3308033 w 3308032"/>
              <a:gd name="csY176" fmla="*/ 554926 h 1458087"/>
              <a:gd name="csX177" fmla="*/ 3280505 w 3308032"/>
              <a:gd name="csY177" fmla="*/ 494633 h 1458087"/>
              <a:gd name="csX178" fmla="*/ 301181 w 3308032"/>
              <a:gd name="csY178" fmla="*/ 915543 h 1458087"/>
              <a:gd name="csX179" fmla="*/ 497300 w 3308032"/>
              <a:gd name="csY179" fmla="*/ 1449134 h 1458087"/>
              <a:gd name="csX180" fmla="*/ 399860 w 3308032"/>
              <a:gd name="csY180" fmla="*/ 1449134 h 1458087"/>
              <a:gd name="csX181" fmla="*/ 354139 w 3308032"/>
              <a:gd name="csY181" fmla="*/ 1324166 h 1458087"/>
              <a:gd name="csX182" fmla="*/ 140970 w 3308032"/>
              <a:gd name="csY182" fmla="*/ 1324166 h 1458087"/>
              <a:gd name="csX183" fmla="*/ 97441 w 3308032"/>
              <a:gd name="csY183" fmla="*/ 1449134 h 1458087"/>
              <a:gd name="csX184" fmla="*/ 0 w 3308032"/>
              <a:gd name="csY184" fmla="*/ 1449134 h 1458087"/>
              <a:gd name="csX185" fmla="*/ 197930 w 3308032"/>
              <a:gd name="csY185" fmla="*/ 915543 h 1458087"/>
              <a:gd name="csX186" fmla="*/ 301371 w 3308032"/>
              <a:gd name="csY186" fmla="*/ 915543 h 1458087"/>
              <a:gd name="csX187" fmla="*/ 329851 w 3308032"/>
              <a:gd name="csY187" fmla="*/ 1247108 h 1458087"/>
              <a:gd name="csX188" fmla="*/ 257651 w 3308032"/>
              <a:gd name="csY188" fmla="*/ 1037654 h 1458087"/>
              <a:gd name="csX189" fmla="*/ 252984 w 3308032"/>
              <a:gd name="csY189" fmla="*/ 1022795 h 1458087"/>
              <a:gd name="csX190" fmla="*/ 248317 w 3308032"/>
              <a:gd name="csY190" fmla="*/ 1006412 h 1458087"/>
              <a:gd name="csX191" fmla="*/ 246126 w 3308032"/>
              <a:gd name="csY191" fmla="*/ 1006412 h 1458087"/>
              <a:gd name="csX192" fmla="*/ 241459 w 3308032"/>
              <a:gd name="csY192" fmla="*/ 1022223 h 1458087"/>
              <a:gd name="csX193" fmla="*/ 236411 w 3308032"/>
              <a:gd name="csY193" fmla="*/ 1037654 h 1458087"/>
              <a:gd name="csX194" fmla="*/ 164973 w 3308032"/>
              <a:gd name="csY194" fmla="*/ 1247108 h 1458087"/>
              <a:gd name="csX195" fmla="*/ 329756 w 3308032"/>
              <a:gd name="csY195" fmla="*/ 1247108 h 1458087"/>
              <a:gd name="csX196" fmla="*/ 557403 w 3308032"/>
              <a:gd name="csY196" fmla="*/ 1449134 h 1458087"/>
              <a:gd name="csX197" fmla="*/ 648557 w 3308032"/>
              <a:gd name="csY197" fmla="*/ 1449134 h 1458087"/>
              <a:gd name="csX198" fmla="*/ 648557 w 3308032"/>
              <a:gd name="csY198" fmla="*/ 915543 h 1458087"/>
              <a:gd name="csX199" fmla="*/ 557403 w 3308032"/>
              <a:gd name="csY199" fmla="*/ 915543 h 1458087"/>
              <a:gd name="csX200" fmla="*/ 557403 w 3308032"/>
              <a:gd name="csY200" fmla="*/ 1449134 h 1458087"/>
              <a:gd name="csX201" fmla="*/ 1271778 w 3308032"/>
              <a:gd name="csY201" fmla="*/ 915543 h 1458087"/>
              <a:gd name="csX202" fmla="*/ 883730 w 3308032"/>
              <a:gd name="csY202" fmla="*/ 915543 h 1458087"/>
              <a:gd name="csX203" fmla="*/ 883730 w 3308032"/>
              <a:gd name="csY203" fmla="*/ 992600 h 1458087"/>
              <a:gd name="csX204" fmla="*/ 1031843 w 3308032"/>
              <a:gd name="csY204" fmla="*/ 992600 h 1458087"/>
              <a:gd name="csX205" fmla="*/ 1031843 w 3308032"/>
              <a:gd name="csY205" fmla="*/ 1449134 h 1458087"/>
              <a:gd name="csX206" fmla="*/ 1122998 w 3308032"/>
              <a:gd name="csY206" fmla="*/ 1449134 h 1458087"/>
              <a:gd name="csX207" fmla="*/ 1122998 w 3308032"/>
              <a:gd name="csY207" fmla="*/ 992600 h 1458087"/>
              <a:gd name="csX208" fmla="*/ 1271778 w 3308032"/>
              <a:gd name="csY208" fmla="*/ 992600 h 1458087"/>
              <a:gd name="csX209" fmla="*/ 1271778 w 3308032"/>
              <a:gd name="csY209" fmla="*/ 915543 h 1458087"/>
              <a:gd name="csX210" fmla="*/ 1581340 w 3308032"/>
              <a:gd name="csY210" fmla="*/ 1113854 h 1458087"/>
              <a:gd name="csX211" fmla="*/ 1633633 w 3308032"/>
              <a:gd name="csY211" fmla="*/ 1255205 h 1458087"/>
              <a:gd name="csX212" fmla="*/ 1578578 w 3308032"/>
              <a:gd name="csY212" fmla="*/ 1400842 h 1458087"/>
              <a:gd name="csX213" fmla="*/ 1433132 w 3308032"/>
              <a:gd name="csY213" fmla="*/ 1457992 h 1458087"/>
              <a:gd name="csX214" fmla="*/ 1288923 w 3308032"/>
              <a:gd name="csY214" fmla="*/ 1404747 h 1458087"/>
              <a:gd name="csX215" fmla="*/ 1235488 w 3308032"/>
              <a:gd name="csY215" fmla="*/ 1261491 h 1458087"/>
              <a:gd name="csX216" fmla="*/ 1292066 w 3308032"/>
              <a:gd name="csY216" fmla="*/ 1114711 h 1458087"/>
              <a:gd name="csX217" fmla="*/ 1438275 w 3308032"/>
              <a:gd name="csY217" fmla="*/ 1059085 h 1458087"/>
              <a:gd name="csX218" fmla="*/ 1581340 w 3308032"/>
              <a:gd name="csY218" fmla="*/ 1113758 h 1458087"/>
              <a:gd name="csX219" fmla="*/ 1542479 w 3308032"/>
              <a:gd name="csY219" fmla="*/ 1257491 h 1458087"/>
              <a:gd name="csX220" fmla="*/ 1514570 w 3308032"/>
              <a:gd name="csY220" fmla="*/ 1165955 h 1458087"/>
              <a:gd name="csX221" fmla="*/ 1436084 w 3308032"/>
              <a:gd name="csY221" fmla="*/ 1131380 h 1458087"/>
              <a:gd name="csX222" fmla="*/ 1356265 w 3308032"/>
              <a:gd name="csY222" fmla="*/ 1167098 h 1458087"/>
              <a:gd name="csX223" fmla="*/ 1326356 w 3308032"/>
              <a:gd name="csY223" fmla="*/ 1259777 h 1458087"/>
              <a:gd name="csX224" fmla="*/ 1355979 w 3308032"/>
              <a:gd name="csY224" fmla="*/ 1352455 h 1458087"/>
              <a:gd name="csX225" fmla="*/ 1436561 w 3308032"/>
              <a:gd name="csY225" fmla="*/ 1386269 h 1458087"/>
              <a:gd name="csX226" fmla="*/ 1514856 w 3308032"/>
              <a:gd name="csY226" fmla="*/ 1351312 h 1458087"/>
              <a:gd name="csX227" fmla="*/ 1542574 w 3308032"/>
              <a:gd name="csY227" fmla="*/ 1257586 h 1458087"/>
              <a:gd name="csX228" fmla="*/ 1951577 w 3308032"/>
              <a:gd name="csY228" fmla="*/ 1285399 h 1458087"/>
              <a:gd name="csX229" fmla="*/ 1926622 w 3308032"/>
              <a:gd name="csY229" fmla="*/ 1357598 h 1458087"/>
              <a:gd name="csX230" fmla="*/ 1862233 w 3308032"/>
              <a:gd name="csY230" fmla="*/ 1386269 h 1458087"/>
              <a:gd name="csX231" fmla="*/ 1805273 w 3308032"/>
              <a:gd name="csY231" fmla="*/ 1362266 h 1458087"/>
              <a:gd name="csX232" fmla="*/ 1787081 w 3308032"/>
              <a:gd name="csY232" fmla="*/ 1290638 h 1458087"/>
              <a:gd name="csX233" fmla="*/ 1787081 w 3308032"/>
              <a:gd name="csY233" fmla="*/ 1068134 h 1458087"/>
              <a:gd name="csX234" fmla="*/ 1698498 w 3308032"/>
              <a:gd name="csY234" fmla="*/ 1068134 h 1458087"/>
              <a:gd name="csX235" fmla="*/ 1698498 w 3308032"/>
              <a:gd name="csY235" fmla="*/ 1302544 h 1458087"/>
              <a:gd name="csX236" fmla="*/ 1732502 w 3308032"/>
              <a:gd name="csY236" fmla="*/ 1418463 h 1458087"/>
              <a:gd name="csX237" fmla="*/ 1833563 w 3308032"/>
              <a:gd name="csY237" fmla="*/ 1458087 h 1458087"/>
              <a:gd name="csX238" fmla="*/ 1899571 w 3308032"/>
              <a:gd name="csY238" fmla="*/ 1441514 h 1458087"/>
              <a:gd name="csX239" fmla="*/ 1949577 w 3308032"/>
              <a:gd name="csY239" fmla="*/ 1397413 h 1458087"/>
              <a:gd name="csX240" fmla="*/ 1951482 w 3308032"/>
              <a:gd name="csY240" fmla="*/ 1397413 h 1458087"/>
              <a:gd name="csX241" fmla="*/ 1951482 w 3308032"/>
              <a:gd name="csY241" fmla="*/ 1449134 h 1458087"/>
              <a:gd name="csX242" fmla="*/ 2040446 w 3308032"/>
              <a:gd name="csY242" fmla="*/ 1449134 h 1458087"/>
              <a:gd name="csX243" fmla="*/ 2040446 w 3308032"/>
              <a:gd name="csY243" fmla="*/ 1068134 h 1458087"/>
              <a:gd name="csX244" fmla="*/ 1951482 w 3308032"/>
              <a:gd name="csY244" fmla="*/ 1068134 h 1458087"/>
              <a:gd name="csX245" fmla="*/ 1951482 w 3308032"/>
              <a:gd name="csY245" fmla="*/ 1285399 h 1458087"/>
              <a:gd name="csX246" fmla="*/ 2326767 w 3308032"/>
              <a:gd name="csY246" fmla="*/ 1061466 h 1458087"/>
              <a:gd name="csX247" fmla="*/ 2266474 w 3308032"/>
              <a:gd name="csY247" fmla="*/ 1080992 h 1458087"/>
              <a:gd name="csX248" fmla="*/ 2227040 w 3308032"/>
              <a:gd name="csY248" fmla="*/ 1136999 h 1458087"/>
              <a:gd name="csX249" fmla="*/ 2225516 w 3308032"/>
              <a:gd name="csY249" fmla="*/ 1136999 h 1458087"/>
              <a:gd name="csX250" fmla="*/ 2225516 w 3308032"/>
              <a:gd name="csY250" fmla="*/ 1068134 h 1458087"/>
              <a:gd name="csX251" fmla="*/ 2136553 w 3308032"/>
              <a:gd name="csY251" fmla="*/ 1068134 h 1458087"/>
              <a:gd name="csX252" fmla="*/ 2136553 w 3308032"/>
              <a:gd name="csY252" fmla="*/ 1449134 h 1458087"/>
              <a:gd name="csX253" fmla="*/ 2225516 w 3308032"/>
              <a:gd name="csY253" fmla="*/ 1449134 h 1458087"/>
              <a:gd name="csX254" fmla="*/ 2225516 w 3308032"/>
              <a:gd name="csY254" fmla="*/ 1260824 h 1458087"/>
              <a:gd name="csX255" fmla="*/ 2249138 w 3308032"/>
              <a:gd name="csY255" fmla="*/ 1172623 h 1458087"/>
              <a:gd name="csX256" fmla="*/ 2311051 w 3308032"/>
              <a:gd name="csY256" fmla="*/ 1139095 h 1458087"/>
              <a:gd name="csX257" fmla="*/ 2334292 w 3308032"/>
              <a:gd name="csY257" fmla="*/ 1141476 h 1458087"/>
              <a:gd name="csX258" fmla="*/ 2356104 w 3308032"/>
              <a:gd name="csY258" fmla="*/ 1147953 h 1458087"/>
              <a:gd name="csX259" fmla="*/ 2379917 w 3308032"/>
              <a:gd name="csY259" fmla="*/ 1072039 h 1458087"/>
              <a:gd name="csX260" fmla="*/ 2353532 w 3308032"/>
              <a:gd name="csY260" fmla="*/ 1063466 h 1458087"/>
              <a:gd name="csX261" fmla="*/ 2326767 w 3308032"/>
              <a:gd name="csY261" fmla="*/ 1061276 h 1458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3308032" h="1458087">
                <a:moveTo>
                  <a:pt x="542449" y="193548"/>
                </a:moveTo>
                <a:cubicBezTo>
                  <a:pt x="542830" y="180499"/>
                  <a:pt x="543116" y="165735"/>
                  <a:pt x="543401" y="149066"/>
                </a:cubicBezTo>
                <a:lnTo>
                  <a:pt x="541211" y="149066"/>
                </a:lnTo>
                <a:cubicBezTo>
                  <a:pt x="539020" y="156496"/>
                  <a:pt x="536829" y="162973"/>
                  <a:pt x="534924" y="168593"/>
                </a:cubicBezTo>
                <a:cubicBezTo>
                  <a:pt x="532924" y="174212"/>
                  <a:pt x="530733" y="180118"/>
                  <a:pt x="528257" y="186309"/>
                </a:cubicBezTo>
                <a:lnTo>
                  <a:pt x="374618" y="572929"/>
                </a:lnTo>
                <a:lnTo>
                  <a:pt x="310229" y="572929"/>
                </a:lnTo>
                <a:lnTo>
                  <a:pt x="155448" y="189738"/>
                </a:lnTo>
                <a:cubicBezTo>
                  <a:pt x="153448" y="184023"/>
                  <a:pt x="151447" y="178308"/>
                  <a:pt x="149352" y="172402"/>
                </a:cubicBezTo>
                <a:cubicBezTo>
                  <a:pt x="147257" y="166592"/>
                  <a:pt x="144589" y="158782"/>
                  <a:pt x="141351" y="149162"/>
                </a:cubicBezTo>
                <a:lnTo>
                  <a:pt x="139160" y="149162"/>
                </a:lnTo>
                <a:cubicBezTo>
                  <a:pt x="139637" y="164592"/>
                  <a:pt x="140018" y="180118"/>
                  <a:pt x="140303" y="195834"/>
                </a:cubicBezTo>
                <a:cubicBezTo>
                  <a:pt x="140589" y="211550"/>
                  <a:pt x="140684" y="228505"/>
                  <a:pt x="140684" y="246602"/>
                </a:cubicBezTo>
                <a:lnTo>
                  <a:pt x="140684" y="572929"/>
                </a:lnTo>
                <a:lnTo>
                  <a:pt x="55817" y="572929"/>
                </a:lnTo>
                <a:lnTo>
                  <a:pt x="55817" y="39338"/>
                </a:lnTo>
                <a:lnTo>
                  <a:pt x="185642" y="39338"/>
                </a:lnTo>
                <a:lnTo>
                  <a:pt x="322231" y="383477"/>
                </a:lnTo>
                <a:cubicBezTo>
                  <a:pt x="327470" y="396145"/>
                  <a:pt x="331565" y="406908"/>
                  <a:pt x="334709" y="415671"/>
                </a:cubicBezTo>
                <a:cubicBezTo>
                  <a:pt x="337852" y="424434"/>
                  <a:pt x="340805" y="434245"/>
                  <a:pt x="343853" y="444913"/>
                </a:cubicBezTo>
                <a:lnTo>
                  <a:pt x="346043" y="444913"/>
                </a:lnTo>
                <a:cubicBezTo>
                  <a:pt x="350520" y="433007"/>
                  <a:pt x="354520" y="422243"/>
                  <a:pt x="358140" y="412528"/>
                </a:cubicBezTo>
                <a:cubicBezTo>
                  <a:pt x="361760" y="402812"/>
                  <a:pt x="365474" y="392811"/>
                  <a:pt x="369475" y="382429"/>
                </a:cubicBezTo>
                <a:lnTo>
                  <a:pt x="507873" y="39338"/>
                </a:lnTo>
                <a:lnTo>
                  <a:pt x="632555" y="39338"/>
                </a:lnTo>
                <a:lnTo>
                  <a:pt x="632555" y="572929"/>
                </a:lnTo>
                <a:lnTo>
                  <a:pt x="542163" y="572929"/>
                </a:lnTo>
                <a:lnTo>
                  <a:pt x="542163" y="234315"/>
                </a:lnTo>
                <a:cubicBezTo>
                  <a:pt x="542163" y="220218"/>
                  <a:pt x="542354" y="206597"/>
                  <a:pt x="542735" y="193548"/>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100000">
                <a:srgbClr val="0078D4"/>
              </a:gs>
              <a:gs pos="3000">
                <a:srgbClr val="463668"/>
              </a:gs>
            </a:gsLst>
            <a:lin ang="0" scaled="0"/>
          </a:gradFill>
          <a:ln w="9525" cap="flat">
            <a:noFill/>
            <a:prstDash val="solid"/>
            <a:miter/>
          </a:ln>
        </p:spPr>
        <p:txBody>
          <a:bodyPr/>
          <a:lstStyle/>
          <a:p>
            <a:endParaRPr lang="en-US"/>
          </a:p>
        </p:txBody>
      </p:sp>
      <p:pic>
        <p:nvPicPr>
          <p:cNvPr id="17" name="MS logo gray - EMF" descr="Microsoft logo, gray text version">
            <a:extLst>
              <a:ext uri="{FF2B5EF4-FFF2-40B4-BE49-F238E27FC236}">
                <a16:creationId xmlns:a16="http://schemas.microsoft.com/office/drawing/2014/main" id="{B605AFFB-ECC7-BC73-2966-D56BADE09BC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94360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accent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199" y="3962399"/>
            <a:ext cx="594360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B6A310A5-2746-FFC9-C289-A677D4E8400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FFFFFF"/>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461739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bg>
      <p:bgPr>
        <a:solidFill>
          <a:srgbClr val="D7D2CB"/>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bg>
      <p:bgPr>
        <a:solidFill>
          <a:srgbClr val="D7D2C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bg>
      <p:bgPr>
        <a:solidFill>
          <a:srgbClr val="D7D2CB"/>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521208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521208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MS logo white - EMF" descr="Microsoft logo white text version">
            <a:extLst>
              <a:ext uri="{FF2B5EF4-FFF2-40B4-BE49-F238E27FC236}">
                <a16:creationId xmlns:a16="http://schemas.microsoft.com/office/drawing/2014/main" id="{E3F2D131-C4A2-F59F-2172-831DB755274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3" name="Freeform: Shape 2">
            <a:extLst>
              <a:ext uri="{FF2B5EF4-FFF2-40B4-BE49-F238E27FC236}">
                <a16:creationId xmlns:a16="http://schemas.microsoft.com/office/drawing/2014/main" id="{F0ECA564-B1BE-4684-BF40-9288F1FB9504}"/>
              </a:ext>
            </a:extLst>
          </p:cNvPr>
          <p:cNvSpPr/>
          <p:nvPr userDrawn="1"/>
        </p:nvSpPr>
        <p:spPr>
          <a:xfrm>
            <a:off x="536575" y="2458622"/>
            <a:ext cx="3865501" cy="1703804"/>
          </a:xfrm>
          <a:custGeom>
            <a:avLst/>
            <a:gdLst>
              <a:gd name="csX0" fmla="*/ 542449 w 3308032"/>
              <a:gd name="csY0" fmla="*/ 193548 h 1458087"/>
              <a:gd name="csX1" fmla="*/ 543401 w 3308032"/>
              <a:gd name="csY1" fmla="*/ 149066 h 1458087"/>
              <a:gd name="csX2" fmla="*/ 541211 w 3308032"/>
              <a:gd name="csY2" fmla="*/ 149066 h 1458087"/>
              <a:gd name="csX3" fmla="*/ 534924 w 3308032"/>
              <a:gd name="csY3" fmla="*/ 168593 h 1458087"/>
              <a:gd name="csX4" fmla="*/ 528257 w 3308032"/>
              <a:gd name="csY4" fmla="*/ 186309 h 1458087"/>
              <a:gd name="csX5" fmla="*/ 374618 w 3308032"/>
              <a:gd name="csY5" fmla="*/ 572929 h 1458087"/>
              <a:gd name="csX6" fmla="*/ 310229 w 3308032"/>
              <a:gd name="csY6" fmla="*/ 572929 h 1458087"/>
              <a:gd name="csX7" fmla="*/ 155448 w 3308032"/>
              <a:gd name="csY7" fmla="*/ 189738 h 1458087"/>
              <a:gd name="csX8" fmla="*/ 149352 w 3308032"/>
              <a:gd name="csY8" fmla="*/ 172402 h 1458087"/>
              <a:gd name="csX9" fmla="*/ 141351 w 3308032"/>
              <a:gd name="csY9" fmla="*/ 149162 h 1458087"/>
              <a:gd name="csX10" fmla="*/ 139160 w 3308032"/>
              <a:gd name="csY10" fmla="*/ 149162 h 1458087"/>
              <a:gd name="csX11" fmla="*/ 140303 w 3308032"/>
              <a:gd name="csY11" fmla="*/ 195834 h 1458087"/>
              <a:gd name="csX12" fmla="*/ 140684 w 3308032"/>
              <a:gd name="csY12" fmla="*/ 246602 h 1458087"/>
              <a:gd name="csX13" fmla="*/ 140684 w 3308032"/>
              <a:gd name="csY13" fmla="*/ 572929 h 1458087"/>
              <a:gd name="csX14" fmla="*/ 55817 w 3308032"/>
              <a:gd name="csY14" fmla="*/ 572929 h 1458087"/>
              <a:gd name="csX15" fmla="*/ 55817 w 3308032"/>
              <a:gd name="csY15" fmla="*/ 39338 h 1458087"/>
              <a:gd name="csX16" fmla="*/ 185642 w 3308032"/>
              <a:gd name="csY16" fmla="*/ 39338 h 1458087"/>
              <a:gd name="csX17" fmla="*/ 322231 w 3308032"/>
              <a:gd name="csY17" fmla="*/ 383477 h 1458087"/>
              <a:gd name="csX18" fmla="*/ 334709 w 3308032"/>
              <a:gd name="csY18" fmla="*/ 415671 h 1458087"/>
              <a:gd name="csX19" fmla="*/ 343853 w 3308032"/>
              <a:gd name="csY19" fmla="*/ 444913 h 1458087"/>
              <a:gd name="csX20" fmla="*/ 346043 w 3308032"/>
              <a:gd name="csY20" fmla="*/ 444913 h 1458087"/>
              <a:gd name="csX21" fmla="*/ 358140 w 3308032"/>
              <a:gd name="csY21" fmla="*/ 412528 h 1458087"/>
              <a:gd name="csX22" fmla="*/ 369475 w 3308032"/>
              <a:gd name="csY22" fmla="*/ 382429 h 1458087"/>
              <a:gd name="csX23" fmla="*/ 507873 w 3308032"/>
              <a:gd name="csY23" fmla="*/ 39338 h 1458087"/>
              <a:gd name="csX24" fmla="*/ 632555 w 3308032"/>
              <a:gd name="csY24" fmla="*/ 39338 h 1458087"/>
              <a:gd name="csX25" fmla="*/ 632555 w 3308032"/>
              <a:gd name="csY25" fmla="*/ 572929 h 1458087"/>
              <a:gd name="csX26" fmla="*/ 542163 w 3308032"/>
              <a:gd name="csY26" fmla="*/ 572929 h 1458087"/>
              <a:gd name="csX27" fmla="*/ 542163 w 3308032"/>
              <a:gd name="csY27" fmla="*/ 234315 h 1458087"/>
              <a:gd name="csX28" fmla="*/ 542735 w 3308032"/>
              <a:gd name="csY28" fmla="*/ 193548 h 1458087"/>
              <a:gd name="csX29" fmla="*/ 768001 w 3308032"/>
              <a:gd name="csY29" fmla="*/ 14383 h 1458087"/>
              <a:gd name="csX30" fmla="*/ 728567 w 3308032"/>
              <a:gd name="csY30" fmla="*/ 29623 h 1458087"/>
              <a:gd name="csX31" fmla="*/ 713327 w 3308032"/>
              <a:gd name="csY31" fmla="*/ 67247 h 1458087"/>
              <a:gd name="csX32" fmla="*/ 728567 w 3308032"/>
              <a:gd name="csY32" fmla="*/ 104966 h 1458087"/>
              <a:gd name="csX33" fmla="*/ 768001 w 3308032"/>
              <a:gd name="csY33" fmla="*/ 120777 h 1458087"/>
              <a:gd name="csX34" fmla="*/ 808196 w 3308032"/>
              <a:gd name="csY34" fmla="*/ 105537 h 1458087"/>
              <a:gd name="csX35" fmla="*/ 823436 w 3308032"/>
              <a:gd name="csY35" fmla="*/ 67627 h 1458087"/>
              <a:gd name="csX36" fmla="*/ 808196 w 3308032"/>
              <a:gd name="csY36" fmla="*/ 29718 h 1458087"/>
              <a:gd name="csX37" fmla="*/ 768001 w 3308032"/>
              <a:gd name="csY37" fmla="*/ 14478 h 1458087"/>
              <a:gd name="csX38" fmla="*/ 723329 w 3308032"/>
              <a:gd name="csY38" fmla="*/ 572834 h 1458087"/>
              <a:gd name="csX39" fmla="*/ 812292 w 3308032"/>
              <a:gd name="csY39" fmla="*/ 572834 h 1458087"/>
              <a:gd name="csX40" fmla="*/ 812292 w 3308032"/>
              <a:gd name="csY40" fmla="*/ 191834 h 1458087"/>
              <a:gd name="csX41" fmla="*/ 723329 w 3308032"/>
              <a:gd name="csY41" fmla="*/ 191834 h 1458087"/>
              <a:gd name="csX42" fmla="*/ 723329 w 3308032"/>
              <a:gd name="csY42" fmla="*/ 572834 h 1458087"/>
              <a:gd name="csX43" fmla="*/ 1079278 w 3308032"/>
              <a:gd name="csY43" fmla="*/ 581787 h 1458087"/>
              <a:gd name="csX44" fmla="*/ 1169099 w 3308032"/>
              <a:gd name="csY44" fmla="*/ 561689 h 1458087"/>
              <a:gd name="csX45" fmla="*/ 1234726 w 3308032"/>
              <a:gd name="csY45" fmla="*/ 500253 h 1458087"/>
              <a:gd name="csX46" fmla="*/ 1165860 w 3308032"/>
              <a:gd name="csY46" fmla="*/ 461582 h 1458087"/>
              <a:gd name="csX47" fmla="*/ 1127951 w 3308032"/>
              <a:gd name="csY47" fmla="*/ 497110 h 1458087"/>
              <a:gd name="csX48" fmla="*/ 1081469 w 3308032"/>
              <a:gd name="csY48" fmla="*/ 507683 h 1458087"/>
              <a:gd name="csX49" fmla="*/ 1004126 w 3308032"/>
              <a:gd name="csY49" fmla="*/ 475298 h 1458087"/>
              <a:gd name="csX50" fmla="*/ 975074 w 3308032"/>
              <a:gd name="csY50" fmla="*/ 383000 h 1458087"/>
              <a:gd name="csX51" fmla="*/ 1004506 w 3308032"/>
              <a:gd name="csY51" fmla="*/ 288512 h 1458087"/>
              <a:gd name="csX52" fmla="*/ 1079278 w 3308032"/>
              <a:gd name="csY52" fmla="*/ 254699 h 1458087"/>
              <a:gd name="csX53" fmla="*/ 1125379 w 3308032"/>
              <a:gd name="csY53" fmla="*/ 265462 h 1458087"/>
              <a:gd name="csX54" fmla="*/ 1162622 w 3308032"/>
              <a:gd name="csY54" fmla="*/ 301943 h 1458087"/>
              <a:gd name="csX55" fmla="*/ 1232535 w 3308032"/>
              <a:gd name="csY55" fmla="*/ 267367 h 1458087"/>
              <a:gd name="csX56" fmla="*/ 1172432 w 3308032"/>
              <a:gd name="csY56" fmla="*/ 204311 h 1458087"/>
              <a:gd name="csX57" fmla="*/ 1082231 w 3308032"/>
              <a:gd name="csY57" fmla="*/ 182880 h 1458087"/>
              <a:gd name="csX58" fmla="*/ 939356 w 3308032"/>
              <a:gd name="csY58" fmla="*/ 238125 h 1458087"/>
              <a:gd name="csX59" fmla="*/ 884301 w 3308032"/>
              <a:gd name="csY59" fmla="*/ 389001 h 1458087"/>
              <a:gd name="csX60" fmla="*/ 936022 w 3308032"/>
              <a:gd name="csY60" fmla="*/ 528923 h 1458087"/>
              <a:gd name="csX61" fmla="*/ 1079278 w 3308032"/>
              <a:gd name="csY61" fmla="*/ 581787 h 1458087"/>
              <a:gd name="csX62" fmla="*/ 1393031 w 3308032"/>
              <a:gd name="csY62" fmla="*/ 384524 h 1458087"/>
              <a:gd name="csX63" fmla="*/ 1416653 w 3308032"/>
              <a:gd name="csY63" fmla="*/ 296323 h 1458087"/>
              <a:gd name="csX64" fmla="*/ 1478566 w 3308032"/>
              <a:gd name="csY64" fmla="*/ 262795 h 1458087"/>
              <a:gd name="csX65" fmla="*/ 1501807 w 3308032"/>
              <a:gd name="csY65" fmla="*/ 265176 h 1458087"/>
              <a:gd name="csX66" fmla="*/ 1523619 w 3308032"/>
              <a:gd name="csY66" fmla="*/ 271653 h 1458087"/>
              <a:gd name="csX67" fmla="*/ 1547432 w 3308032"/>
              <a:gd name="csY67" fmla="*/ 195739 h 1458087"/>
              <a:gd name="csX68" fmla="*/ 1521047 w 3308032"/>
              <a:gd name="csY68" fmla="*/ 187166 h 1458087"/>
              <a:gd name="csX69" fmla="*/ 1494282 w 3308032"/>
              <a:gd name="csY69" fmla="*/ 184975 h 1458087"/>
              <a:gd name="csX70" fmla="*/ 1433989 w 3308032"/>
              <a:gd name="csY70" fmla="*/ 204502 h 1458087"/>
              <a:gd name="csX71" fmla="*/ 1394555 w 3308032"/>
              <a:gd name="csY71" fmla="*/ 260509 h 1458087"/>
              <a:gd name="csX72" fmla="*/ 1393031 w 3308032"/>
              <a:gd name="csY72" fmla="*/ 260509 h 1458087"/>
              <a:gd name="csX73" fmla="*/ 1393031 w 3308032"/>
              <a:gd name="csY73" fmla="*/ 191643 h 1458087"/>
              <a:gd name="csX74" fmla="*/ 1304068 w 3308032"/>
              <a:gd name="csY74" fmla="*/ 191643 h 1458087"/>
              <a:gd name="csX75" fmla="*/ 1304068 w 3308032"/>
              <a:gd name="csY75" fmla="*/ 572643 h 1458087"/>
              <a:gd name="csX76" fmla="*/ 1393031 w 3308032"/>
              <a:gd name="csY76" fmla="*/ 572643 h 1458087"/>
              <a:gd name="csX77" fmla="*/ 1393031 w 3308032"/>
              <a:gd name="csY77" fmla="*/ 384334 h 1458087"/>
              <a:gd name="csX78" fmla="*/ 1621917 w 3308032"/>
              <a:gd name="csY78" fmla="*/ 528542 h 1458087"/>
              <a:gd name="csX79" fmla="*/ 1568482 w 3308032"/>
              <a:gd name="csY79" fmla="*/ 385286 h 1458087"/>
              <a:gd name="csX80" fmla="*/ 1625060 w 3308032"/>
              <a:gd name="csY80" fmla="*/ 238506 h 1458087"/>
              <a:gd name="csX81" fmla="*/ 1771269 w 3308032"/>
              <a:gd name="csY81" fmla="*/ 182880 h 1458087"/>
              <a:gd name="csX82" fmla="*/ 1914335 w 3308032"/>
              <a:gd name="csY82" fmla="*/ 237554 h 1458087"/>
              <a:gd name="csX83" fmla="*/ 1966627 w 3308032"/>
              <a:gd name="csY83" fmla="*/ 378905 h 1458087"/>
              <a:gd name="csX84" fmla="*/ 1911572 w 3308032"/>
              <a:gd name="csY84" fmla="*/ 524542 h 1458087"/>
              <a:gd name="csX85" fmla="*/ 1766126 w 3308032"/>
              <a:gd name="csY85" fmla="*/ 581692 h 1458087"/>
              <a:gd name="csX86" fmla="*/ 1621917 w 3308032"/>
              <a:gd name="csY86" fmla="*/ 528447 h 1458087"/>
              <a:gd name="csX87" fmla="*/ 1659350 w 3308032"/>
              <a:gd name="csY87" fmla="*/ 383477 h 1458087"/>
              <a:gd name="csX88" fmla="*/ 1688973 w 3308032"/>
              <a:gd name="csY88" fmla="*/ 476155 h 1458087"/>
              <a:gd name="csX89" fmla="*/ 1769555 w 3308032"/>
              <a:gd name="csY89" fmla="*/ 509969 h 1458087"/>
              <a:gd name="csX90" fmla="*/ 1847850 w 3308032"/>
              <a:gd name="csY90" fmla="*/ 475012 h 1458087"/>
              <a:gd name="csX91" fmla="*/ 1875568 w 3308032"/>
              <a:gd name="csY91" fmla="*/ 381286 h 1458087"/>
              <a:gd name="csX92" fmla="*/ 1847660 w 3308032"/>
              <a:gd name="csY92" fmla="*/ 289750 h 1458087"/>
              <a:gd name="csX93" fmla="*/ 1769174 w 3308032"/>
              <a:gd name="csY93" fmla="*/ 255175 h 1458087"/>
              <a:gd name="csX94" fmla="*/ 1689354 w 3308032"/>
              <a:gd name="csY94" fmla="*/ 290894 h 1458087"/>
              <a:gd name="csX95" fmla="*/ 1659446 w 3308032"/>
              <a:gd name="csY95" fmla="*/ 383572 h 1458087"/>
              <a:gd name="csX96" fmla="*/ 2267426 w 3308032"/>
              <a:gd name="csY96" fmla="*/ 547878 h 1458087"/>
              <a:gd name="csX97" fmla="*/ 2308003 w 3308032"/>
              <a:gd name="csY97" fmla="*/ 458915 h 1458087"/>
              <a:gd name="csX98" fmla="*/ 2276761 w 3308032"/>
              <a:gd name="csY98" fmla="*/ 380048 h 1458087"/>
              <a:gd name="csX99" fmla="*/ 2182273 w 3308032"/>
              <a:gd name="csY99" fmla="*/ 339471 h 1458087"/>
              <a:gd name="csX100" fmla="*/ 2127028 w 3308032"/>
              <a:gd name="csY100" fmla="*/ 321278 h 1458087"/>
              <a:gd name="csX101" fmla="*/ 2112359 w 3308032"/>
              <a:gd name="csY101" fmla="*/ 292227 h 1458087"/>
              <a:gd name="csX102" fmla="*/ 2126456 w 3308032"/>
              <a:gd name="csY102" fmla="*/ 261366 h 1458087"/>
              <a:gd name="csX103" fmla="*/ 2167795 w 3308032"/>
              <a:gd name="csY103" fmla="*/ 249460 h 1458087"/>
              <a:gd name="csX104" fmla="*/ 2211515 w 3308032"/>
              <a:gd name="csY104" fmla="*/ 258413 h 1458087"/>
              <a:gd name="csX105" fmla="*/ 2247043 w 3308032"/>
              <a:gd name="csY105" fmla="*/ 285179 h 1458087"/>
              <a:gd name="csX106" fmla="*/ 2298764 w 3308032"/>
              <a:gd name="csY106" fmla="*/ 238316 h 1458087"/>
              <a:gd name="csX107" fmla="*/ 2243328 w 3308032"/>
              <a:gd name="csY107" fmla="*/ 196596 h 1458087"/>
              <a:gd name="csX108" fmla="*/ 2170367 w 3308032"/>
              <a:gd name="csY108" fmla="*/ 182785 h 1458087"/>
              <a:gd name="csX109" fmla="*/ 2069211 w 3308032"/>
              <a:gd name="csY109" fmla="*/ 214598 h 1458087"/>
              <a:gd name="csX110" fmla="*/ 2029015 w 3308032"/>
              <a:gd name="csY110" fmla="*/ 302228 h 1458087"/>
              <a:gd name="csX111" fmla="*/ 2058638 w 3308032"/>
              <a:gd name="csY111" fmla="*/ 375380 h 1458087"/>
              <a:gd name="csX112" fmla="*/ 2163032 w 3308032"/>
              <a:gd name="csY112" fmla="*/ 417957 h 1458087"/>
              <a:gd name="csX113" fmla="*/ 2208943 w 3308032"/>
              <a:gd name="csY113" fmla="*/ 435959 h 1458087"/>
              <a:gd name="csX114" fmla="*/ 2224373 w 3308032"/>
              <a:gd name="csY114" fmla="*/ 467011 h 1458087"/>
              <a:gd name="csX115" fmla="*/ 2207990 w 3308032"/>
              <a:gd name="csY115" fmla="*/ 502158 h 1458087"/>
              <a:gd name="csX116" fmla="*/ 2162271 w 3308032"/>
              <a:gd name="csY116" fmla="*/ 514636 h 1458087"/>
              <a:gd name="csX117" fmla="*/ 2112645 w 3308032"/>
              <a:gd name="csY117" fmla="*/ 502920 h 1458087"/>
              <a:gd name="csX118" fmla="*/ 2068163 w 3308032"/>
              <a:gd name="csY118" fmla="*/ 463677 h 1458087"/>
              <a:gd name="csX119" fmla="*/ 2014633 w 3308032"/>
              <a:gd name="csY119" fmla="*/ 511683 h 1458087"/>
              <a:gd name="csX120" fmla="*/ 2074926 w 3308032"/>
              <a:gd name="csY120" fmla="*/ 563785 h 1458087"/>
              <a:gd name="csX121" fmla="*/ 2161604 w 3308032"/>
              <a:gd name="csY121" fmla="*/ 581692 h 1458087"/>
              <a:gd name="csX122" fmla="*/ 2267617 w 3308032"/>
              <a:gd name="csY122" fmla="*/ 547878 h 1458087"/>
              <a:gd name="csX123" fmla="*/ 2717292 w 3308032"/>
              <a:gd name="csY123" fmla="*/ 237554 h 1458087"/>
              <a:gd name="csX124" fmla="*/ 2769584 w 3308032"/>
              <a:gd name="csY124" fmla="*/ 378905 h 1458087"/>
              <a:gd name="csX125" fmla="*/ 2714530 w 3308032"/>
              <a:gd name="csY125" fmla="*/ 524542 h 1458087"/>
              <a:gd name="csX126" fmla="*/ 2569083 w 3308032"/>
              <a:gd name="csY126" fmla="*/ 581692 h 1458087"/>
              <a:gd name="csX127" fmla="*/ 2424875 w 3308032"/>
              <a:gd name="csY127" fmla="*/ 528447 h 1458087"/>
              <a:gd name="csX128" fmla="*/ 2371439 w 3308032"/>
              <a:gd name="csY128" fmla="*/ 385191 h 1458087"/>
              <a:gd name="csX129" fmla="*/ 2428018 w 3308032"/>
              <a:gd name="csY129" fmla="*/ 238411 h 1458087"/>
              <a:gd name="csX130" fmla="*/ 2574227 w 3308032"/>
              <a:gd name="csY130" fmla="*/ 182785 h 1458087"/>
              <a:gd name="csX131" fmla="*/ 2717292 w 3308032"/>
              <a:gd name="csY131" fmla="*/ 237458 h 1458087"/>
              <a:gd name="csX132" fmla="*/ 2678430 w 3308032"/>
              <a:gd name="csY132" fmla="*/ 381191 h 1458087"/>
              <a:gd name="csX133" fmla="*/ 2650522 w 3308032"/>
              <a:gd name="csY133" fmla="*/ 289655 h 1458087"/>
              <a:gd name="csX134" fmla="*/ 2572036 w 3308032"/>
              <a:gd name="csY134" fmla="*/ 255079 h 1458087"/>
              <a:gd name="csX135" fmla="*/ 2492216 w 3308032"/>
              <a:gd name="csY135" fmla="*/ 290798 h 1458087"/>
              <a:gd name="csX136" fmla="*/ 2462308 w 3308032"/>
              <a:gd name="csY136" fmla="*/ 383477 h 1458087"/>
              <a:gd name="csX137" fmla="*/ 2491931 w 3308032"/>
              <a:gd name="csY137" fmla="*/ 476155 h 1458087"/>
              <a:gd name="csX138" fmla="*/ 2572512 w 3308032"/>
              <a:gd name="csY138" fmla="*/ 509969 h 1458087"/>
              <a:gd name="csX139" fmla="*/ 2650808 w 3308032"/>
              <a:gd name="csY139" fmla="*/ 475012 h 1458087"/>
              <a:gd name="csX140" fmla="*/ 2678525 w 3308032"/>
              <a:gd name="csY140" fmla="*/ 381286 h 1458087"/>
              <a:gd name="csX141" fmla="*/ 3280410 w 3308032"/>
              <a:gd name="csY141" fmla="*/ 494729 h 1458087"/>
              <a:gd name="csX142" fmla="*/ 3257360 w 3308032"/>
              <a:gd name="csY142" fmla="*/ 507397 h 1458087"/>
              <a:gd name="csX143" fmla="*/ 3236500 w 3308032"/>
              <a:gd name="csY143" fmla="*/ 511112 h 1458087"/>
              <a:gd name="csX144" fmla="*/ 3205258 w 3308032"/>
              <a:gd name="csY144" fmla="*/ 497872 h 1458087"/>
              <a:gd name="csX145" fmla="*/ 3194114 w 3308032"/>
              <a:gd name="csY145" fmla="*/ 456724 h 1458087"/>
              <a:gd name="csX146" fmla="*/ 3194114 w 3308032"/>
              <a:gd name="csY146" fmla="*/ 260985 h 1458087"/>
              <a:gd name="csX147" fmla="*/ 3291269 w 3308032"/>
              <a:gd name="csY147" fmla="*/ 260985 h 1458087"/>
              <a:gd name="csX148" fmla="*/ 3291269 w 3308032"/>
              <a:gd name="csY148" fmla="*/ 191738 h 1458087"/>
              <a:gd name="csX149" fmla="*/ 3194114 w 3308032"/>
              <a:gd name="csY149" fmla="*/ 191738 h 1458087"/>
              <a:gd name="csX150" fmla="*/ 3194114 w 3308032"/>
              <a:gd name="csY150" fmla="*/ 82677 h 1458087"/>
              <a:gd name="csX151" fmla="*/ 3105150 w 3308032"/>
              <a:gd name="csY151" fmla="*/ 98298 h 1458087"/>
              <a:gd name="csX152" fmla="*/ 3105150 w 3308032"/>
              <a:gd name="csY152" fmla="*/ 191643 h 1458087"/>
              <a:gd name="csX153" fmla="*/ 2957227 w 3308032"/>
              <a:gd name="csY153" fmla="*/ 191643 h 1458087"/>
              <a:gd name="csX154" fmla="*/ 2957227 w 3308032"/>
              <a:gd name="csY154" fmla="*/ 130969 h 1458087"/>
              <a:gd name="csX155" fmla="*/ 2970086 w 3308032"/>
              <a:gd name="csY155" fmla="*/ 86297 h 1458087"/>
              <a:gd name="csX156" fmla="*/ 3006757 w 3308032"/>
              <a:gd name="csY156" fmla="*/ 71438 h 1458087"/>
              <a:gd name="csX157" fmla="*/ 3029236 w 3308032"/>
              <a:gd name="csY157" fmla="*/ 74962 h 1458087"/>
              <a:gd name="csX158" fmla="*/ 3049143 w 3308032"/>
              <a:gd name="csY158" fmla="*/ 84868 h 1458087"/>
              <a:gd name="csX159" fmla="*/ 3085624 w 3308032"/>
              <a:gd name="csY159" fmla="*/ 20479 h 1458087"/>
              <a:gd name="csX160" fmla="*/ 3045429 w 3308032"/>
              <a:gd name="csY160" fmla="*/ 5048 h 1458087"/>
              <a:gd name="csX161" fmla="*/ 3003042 w 3308032"/>
              <a:gd name="csY161" fmla="*/ 0 h 1458087"/>
              <a:gd name="csX162" fmla="*/ 2903887 w 3308032"/>
              <a:gd name="csY162" fmla="*/ 34957 h 1458087"/>
              <a:gd name="csX163" fmla="*/ 2868740 w 3308032"/>
              <a:gd name="csY163" fmla="*/ 130207 h 1458087"/>
              <a:gd name="csX164" fmla="*/ 2868740 w 3308032"/>
              <a:gd name="csY164" fmla="*/ 191643 h 1458087"/>
              <a:gd name="csX165" fmla="*/ 2803970 w 3308032"/>
              <a:gd name="csY165" fmla="*/ 191643 h 1458087"/>
              <a:gd name="csX166" fmla="*/ 2803970 w 3308032"/>
              <a:gd name="csY166" fmla="*/ 260890 h 1458087"/>
              <a:gd name="csX167" fmla="*/ 2868740 w 3308032"/>
              <a:gd name="csY167" fmla="*/ 260890 h 1458087"/>
              <a:gd name="csX168" fmla="*/ 2868740 w 3308032"/>
              <a:gd name="csY168" fmla="*/ 572643 h 1458087"/>
              <a:gd name="csX169" fmla="*/ 2957322 w 3308032"/>
              <a:gd name="csY169" fmla="*/ 572643 h 1458087"/>
              <a:gd name="csX170" fmla="*/ 2957322 w 3308032"/>
              <a:gd name="csY170" fmla="*/ 260890 h 1458087"/>
              <a:gd name="csX171" fmla="*/ 3105246 w 3308032"/>
              <a:gd name="csY171" fmla="*/ 260890 h 1458087"/>
              <a:gd name="csX172" fmla="*/ 3105246 w 3308032"/>
              <a:gd name="csY172" fmla="*/ 469297 h 1458087"/>
              <a:gd name="csX173" fmla="*/ 3133535 w 3308032"/>
              <a:gd name="csY173" fmla="*/ 553022 h 1458087"/>
              <a:gd name="csX174" fmla="*/ 3218021 w 3308032"/>
              <a:gd name="csY174" fmla="*/ 581692 h 1458087"/>
              <a:gd name="csX175" fmla="*/ 3269171 w 3308032"/>
              <a:gd name="csY175" fmla="*/ 574453 h 1458087"/>
              <a:gd name="csX176" fmla="*/ 3308033 w 3308032"/>
              <a:gd name="csY176" fmla="*/ 554926 h 1458087"/>
              <a:gd name="csX177" fmla="*/ 3280505 w 3308032"/>
              <a:gd name="csY177" fmla="*/ 494633 h 1458087"/>
              <a:gd name="csX178" fmla="*/ 301181 w 3308032"/>
              <a:gd name="csY178" fmla="*/ 915543 h 1458087"/>
              <a:gd name="csX179" fmla="*/ 497300 w 3308032"/>
              <a:gd name="csY179" fmla="*/ 1449134 h 1458087"/>
              <a:gd name="csX180" fmla="*/ 399860 w 3308032"/>
              <a:gd name="csY180" fmla="*/ 1449134 h 1458087"/>
              <a:gd name="csX181" fmla="*/ 354139 w 3308032"/>
              <a:gd name="csY181" fmla="*/ 1324166 h 1458087"/>
              <a:gd name="csX182" fmla="*/ 140970 w 3308032"/>
              <a:gd name="csY182" fmla="*/ 1324166 h 1458087"/>
              <a:gd name="csX183" fmla="*/ 97441 w 3308032"/>
              <a:gd name="csY183" fmla="*/ 1449134 h 1458087"/>
              <a:gd name="csX184" fmla="*/ 0 w 3308032"/>
              <a:gd name="csY184" fmla="*/ 1449134 h 1458087"/>
              <a:gd name="csX185" fmla="*/ 197930 w 3308032"/>
              <a:gd name="csY185" fmla="*/ 915543 h 1458087"/>
              <a:gd name="csX186" fmla="*/ 301371 w 3308032"/>
              <a:gd name="csY186" fmla="*/ 915543 h 1458087"/>
              <a:gd name="csX187" fmla="*/ 329851 w 3308032"/>
              <a:gd name="csY187" fmla="*/ 1247108 h 1458087"/>
              <a:gd name="csX188" fmla="*/ 257651 w 3308032"/>
              <a:gd name="csY188" fmla="*/ 1037654 h 1458087"/>
              <a:gd name="csX189" fmla="*/ 252984 w 3308032"/>
              <a:gd name="csY189" fmla="*/ 1022795 h 1458087"/>
              <a:gd name="csX190" fmla="*/ 248317 w 3308032"/>
              <a:gd name="csY190" fmla="*/ 1006412 h 1458087"/>
              <a:gd name="csX191" fmla="*/ 246126 w 3308032"/>
              <a:gd name="csY191" fmla="*/ 1006412 h 1458087"/>
              <a:gd name="csX192" fmla="*/ 241459 w 3308032"/>
              <a:gd name="csY192" fmla="*/ 1022223 h 1458087"/>
              <a:gd name="csX193" fmla="*/ 236411 w 3308032"/>
              <a:gd name="csY193" fmla="*/ 1037654 h 1458087"/>
              <a:gd name="csX194" fmla="*/ 164973 w 3308032"/>
              <a:gd name="csY194" fmla="*/ 1247108 h 1458087"/>
              <a:gd name="csX195" fmla="*/ 329756 w 3308032"/>
              <a:gd name="csY195" fmla="*/ 1247108 h 1458087"/>
              <a:gd name="csX196" fmla="*/ 557403 w 3308032"/>
              <a:gd name="csY196" fmla="*/ 1449134 h 1458087"/>
              <a:gd name="csX197" fmla="*/ 648557 w 3308032"/>
              <a:gd name="csY197" fmla="*/ 1449134 h 1458087"/>
              <a:gd name="csX198" fmla="*/ 648557 w 3308032"/>
              <a:gd name="csY198" fmla="*/ 915543 h 1458087"/>
              <a:gd name="csX199" fmla="*/ 557403 w 3308032"/>
              <a:gd name="csY199" fmla="*/ 915543 h 1458087"/>
              <a:gd name="csX200" fmla="*/ 557403 w 3308032"/>
              <a:gd name="csY200" fmla="*/ 1449134 h 1458087"/>
              <a:gd name="csX201" fmla="*/ 1271778 w 3308032"/>
              <a:gd name="csY201" fmla="*/ 915543 h 1458087"/>
              <a:gd name="csX202" fmla="*/ 883730 w 3308032"/>
              <a:gd name="csY202" fmla="*/ 915543 h 1458087"/>
              <a:gd name="csX203" fmla="*/ 883730 w 3308032"/>
              <a:gd name="csY203" fmla="*/ 992600 h 1458087"/>
              <a:gd name="csX204" fmla="*/ 1031843 w 3308032"/>
              <a:gd name="csY204" fmla="*/ 992600 h 1458087"/>
              <a:gd name="csX205" fmla="*/ 1031843 w 3308032"/>
              <a:gd name="csY205" fmla="*/ 1449134 h 1458087"/>
              <a:gd name="csX206" fmla="*/ 1122998 w 3308032"/>
              <a:gd name="csY206" fmla="*/ 1449134 h 1458087"/>
              <a:gd name="csX207" fmla="*/ 1122998 w 3308032"/>
              <a:gd name="csY207" fmla="*/ 992600 h 1458087"/>
              <a:gd name="csX208" fmla="*/ 1271778 w 3308032"/>
              <a:gd name="csY208" fmla="*/ 992600 h 1458087"/>
              <a:gd name="csX209" fmla="*/ 1271778 w 3308032"/>
              <a:gd name="csY209" fmla="*/ 915543 h 1458087"/>
              <a:gd name="csX210" fmla="*/ 1581340 w 3308032"/>
              <a:gd name="csY210" fmla="*/ 1113854 h 1458087"/>
              <a:gd name="csX211" fmla="*/ 1633633 w 3308032"/>
              <a:gd name="csY211" fmla="*/ 1255205 h 1458087"/>
              <a:gd name="csX212" fmla="*/ 1578578 w 3308032"/>
              <a:gd name="csY212" fmla="*/ 1400842 h 1458087"/>
              <a:gd name="csX213" fmla="*/ 1433132 w 3308032"/>
              <a:gd name="csY213" fmla="*/ 1457992 h 1458087"/>
              <a:gd name="csX214" fmla="*/ 1288923 w 3308032"/>
              <a:gd name="csY214" fmla="*/ 1404747 h 1458087"/>
              <a:gd name="csX215" fmla="*/ 1235488 w 3308032"/>
              <a:gd name="csY215" fmla="*/ 1261491 h 1458087"/>
              <a:gd name="csX216" fmla="*/ 1292066 w 3308032"/>
              <a:gd name="csY216" fmla="*/ 1114711 h 1458087"/>
              <a:gd name="csX217" fmla="*/ 1438275 w 3308032"/>
              <a:gd name="csY217" fmla="*/ 1059085 h 1458087"/>
              <a:gd name="csX218" fmla="*/ 1581340 w 3308032"/>
              <a:gd name="csY218" fmla="*/ 1113758 h 1458087"/>
              <a:gd name="csX219" fmla="*/ 1542479 w 3308032"/>
              <a:gd name="csY219" fmla="*/ 1257491 h 1458087"/>
              <a:gd name="csX220" fmla="*/ 1514570 w 3308032"/>
              <a:gd name="csY220" fmla="*/ 1165955 h 1458087"/>
              <a:gd name="csX221" fmla="*/ 1436084 w 3308032"/>
              <a:gd name="csY221" fmla="*/ 1131380 h 1458087"/>
              <a:gd name="csX222" fmla="*/ 1356265 w 3308032"/>
              <a:gd name="csY222" fmla="*/ 1167098 h 1458087"/>
              <a:gd name="csX223" fmla="*/ 1326356 w 3308032"/>
              <a:gd name="csY223" fmla="*/ 1259777 h 1458087"/>
              <a:gd name="csX224" fmla="*/ 1355979 w 3308032"/>
              <a:gd name="csY224" fmla="*/ 1352455 h 1458087"/>
              <a:gd name="csX225" fmla="*/ 1436561 w 3308032"/>
              <a:gd name="csY225" fmla="*/ 1386269 h 1458087"/>
              <a:gd name="csX226" fmla="*/ 1514856 w 3308032"/>
              <a:gd name="csY226" fmla="*/ 1351312 h 1458087"/>
              <a:gd name="csX227" fmla="*/ 1542574 w 3308032"/>
              <a:gd name="csY227" fmla="*/ 1257586 h 1458087"/>
              <a:gd name="csX228" fmla="*/ 1951577 w 3308032"/>
              <a:gd name="csY228" fmla="*/ 1285399 h 1458087"/>
              <a:gd name="csX229" fmla="*/ 1926622 w 3308032"/>
              <a:gd name="csY229" fmla="*/ 1357598 h 1458087"/>
              <a:gd name="csX230" fmla="*/ 1862233 w 3308032"/>
              <a:gd name="csY230" fmla="*/ 1386269 h 1458087"/>
              <a:gd name="csX231" fmla="*/ 1805273 w 3308032"/>
              <a:gd name="csY231" fmla="*/ 1362266 h 1458087"/>
              <a:gd name="csX232" fmla="*/ 1787081 w 3308032"/>
              <a:gd name="csY232" fmla="*/ 1290638 h 1458087"/>
              <a:gd name="csX233" fmla="*/ 1787081 w 3308032"/>
              <a:gd name="csY233" fmla="*/ 1068134 h 1458087"/>
              <a:gd name="csX234" fmla="*/ 1698498 w 3308032"/>
              <a:gd name="csY234" fmla="*/ 1068134 h 1458087"/>
              <a:gd name="csX235" fmla="*/ 1698498 w 3308032"/>
              <a:gd name="csY235" fmla="*/ 1302544 h 1458087"/>
              <a:gd name="csX236" fmla="*/ 1732502 w 3308032"/>
              <a:gd name="csY236" fmla="*/ 1418463 h 1458087"/>
              <a:gd name="csX237" fmla="*/ 1833563 w 3308032"/>
              <a:gd name="csY237" fmla="*/ 1458087 h 1458087"/>
              <a:gd name="csX238" fmla="*/ 1899571 w 3308032"/>
              <a:gd name="csY238" fmla="*/ 1441514 h 1458087"/>
              <a:gd name="csX239" fmla="*/ 1949577 w 3308032"/>
              <a:gd name="csY239" fmla="*/ 1397413 h 1458087"/>
              <a:gd name="csX240" fmla="*/ 1951482 w 3308032"/>
              <a:gd name="csY240" fmla="*/ 1397413 h 1458087"/>
              <a:gd name="csX241" fmla="*/ 1951482 w 3308032"/>
              <a:gd name="csY241" fmla="*/ 1449134 h 1458087"/>
              <a:gd name="csX242" fmla="*/ 2040446 w 3308032"/>
              <a:gd name="csY242" fmla="*/ 1449134 h 1458087"/>
              <a:gd name="csX243" fmla="*/ 2040446 w 3308032"/>
              <a:gd name="csY243" fmla="*/ 1068134 h 1458087"/>
              <a:gd name="csX244" fmla="*/ 1951482 w 3308032"/>
              <a:gd name="csY244" fmla="*/ 1068134 h 1458087"/>
              <a:gd name="csX245" fmla="*/ 1951482 w 3308032"/>
              <a:gd name="csY245" fmla="*/ 1285399 h 1458087"/>
              <a:gd name="csX246" fmla="*/ 2326767 w 3308032"/>
              <a:gd name="csY246" fmla="*/ 1061466 h 1458087"/>
              <a:gd name="csX247" fmla="*/ 2266474 w 3308032"/>
              <a:gd name="csY247" fmla="*/ 1080992 h 1458087"/>
              <a:gd name="csX248" fmla="*/ 2227040 w 3308032"/>
              <a:gd name="csY248" fmla="*/ 1136999 h 1458087"/>
              <a:gd name="csX249" fmla="*/ 2225516 w 3308032"/>
              <a:gd name="csY249" fmla="*/ 1136999 h 1458087"/>
              <a:gd name="csX250" fmla="*/ 2225516 w 3308032"/>
              <a:gd name="csY250" fmla="*/ 1068134 h 1458087"/>
              <a:gd name="csX251" fmla="*/ 2136553 w 3308032"/>
              <a:gd name="csY251" fmla="*/ 1068134 h 1458087"/>
              <a:gd name="csX252" fmla="*/ 2136553 w 3308032"/>
              <a:gd name="csY252" fmla="*/ 1449134 h 1458087"/>
              <a:gd name="csX253" fmla="*/ 2225516 w 3308032"/>
              <a:gd name="csY253" fmla="*/ 1449134 h 1458087"/>
              <a:gd name="csX254" fmla="*/ 2225516 w 3308032"/>
              <a:gd name="csY254" fmla="*/ 1260824 h 1458087"/>
              <a:gd name="csX255" fmla="*/ 2249138 w 3308032"/>
              <a:gd name="csY255" fmla="*/ 1172623 h 1458087"/>
              <a:gd name="csX256" fmla="*/ 2311051 w 3308032"/>
              <a:gd name="csY256" fmla="*/ 1139095 h 1458087"/>
              <a:gd name="csX257" fmla="*/ 2334292 w 3308032"/>
              <a:gd name="csY257" fmla="*/ 1141476 h 1458087"/>
              <a:gd name="csX258" fmla="*/ 2356104 w 3308032"/>
              <a:gd name="csY258" fmla="*/ 1147953 h 1458087"/>
              <a:gd name="csX259" fmla="*/ 2379917 w 3308032"/>
              <a:gd name="csY259" fmla="*/ 1072039 h 1458087"/>
              <a:gd name="csX260" fmla="*/ 2353532 w 3308032"/>
              <a:gd name="csY260" fmla="*/ 1063466 h 1458087"/>
              <a:gd name="csX261" fmla="*/ 2326767 w 3308032"/>
              <a:gd name="csY261" fmla="*/ 1061276 h 1458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3308032" h="1458087">
                <a:moveTo>
                  <a:pt x="542449" y="193548"/>
                </a:moveTo>
                <a:cubicBezTo>
                  <a:pt x="542830" y="180499"/>
                  <a:pt x="543116" y="165735"/>
                  <a:pt x="543401" y="149066"/>
                </a:cubicBezTo>
                <a:lnTo>
                  <a:pt x="541211" y="149066"/>
                </a:lnTo>
                <a:cubicBezTo>
                  <a:pt x="539020" y="156496"/>
                  <a:pt x="536829" y="162973"/>
                  <a:pt x="534924" y="168593"/>
                </a:cubicBezTo>
                <a:cubicBezTo>
                  <a:pt x="532924" y="174212"/>
                  <a:pt x="530733" y="180118"/>
                  <a:pt x="528257" y="186309"/>
                </a:cubicBezTo>
                <a:lnTo>
                  <a:pt x="374618" y="572929"/>
                </a:lnTo>
                <a:lnTo>
                  <a:pt x="310229" y="572929"/>
                </a:lnTo>
                <a:lnTo>
                  <a:pt x="155448" y="189738"/>
                </a:lnTo>
                <a:cubicBezTo>
                  <a:pt x="153448" y="184023"/>
                  <a:pt x="151447" y="178308"/>
                  <a:pt x="149352" y="172402"/>
                </a:cubicBezTo>
                <a:cubicBezTo>
                  <a:pt x="147257" y="166592"/>
                  <a:pt x="144589" y="158782"/>
                  <a:pt x="141351" y="149162"/>
                </a:cubicBezTo>
                <a:lnTo>
                  <a:pt x="139160" y="149162"/>
                </a:lnTo>
                <a:cubicBezTo>
                  <a:pt x="139637" y="164592"/>
                  <a:pt x="140018" y="180118"/>
                  <a:pt x="140303" y="195834"/>
                </a:cubicBezTo>
                <a:cubicBezTo>
                  <a:pt x="140589" y="211550"/>
                  <a:pt x="140684" y="228505"/>
                  <a:pt x="140684" y="246602"/>
                </a:cubicBezTo>
                <a:lnTo>
                  <a:pt x="140684" y="572929"/>
                </a:lnTo>
                <a:lnTo>
                  <a:pt x="55817" y="572929"/>
                </a:lnTo>
                <a:lnTo>
                  <a:pt x="55817" y="39338"/>
                </a:lnTo>
                <a:lnTo>
                  <a:pt x="185642" y="39338"/>
                </a:lnTo>
                <a:lnTo>
                  <a:pt x="322231" y="383477"/>
                </a:lnTo>
                <a:cubicBezTo>
                  <a:pt x="327470" y="396145"/>
                  <a:pt x="331565" y="406908"/>
                  <a:pt x="334709" y="415671"/>
                </a:cubicBezTo>
                <a:cubicBezTo>
                  <a:pt x="337852" y="424434"/>
                  <a:pt x="340805" y="434245"/>
                  <a:pt x="343853" y="444913"/>
                </a:cubicBezTo>
                <a:lnTo>
                  <a:pt x="346043" y="444913"/>
                </a:lnTo>
                <a:cubicBezTo>
                  <a:pt x="350520" y="433007"/>
                  <a:pt x="354520" y="422243"/>
                  <a:pt x="358140" y="412528"/>
                </a:cubicBezTo>
                <a:cubicBezTo>
                  <a:pt x="361760" y="402812"/>
                  <a:pt x="365474" y="392811"/>
                  <a:pt x="369475" y="382429"/>
                </a:cubicBezTo>
                <a:lnTo>
                  <a:pt x="507873" y="39338"/>
                </a:lnTo>
                <a:lnTo>
                  <a:pt x="632555" y="39338"/>
                </a:lnTo>
                <a:lnTo>
                  <a:pt x="632555" y="572929"/>
                </a:lnTo>
                <a:lnTo>
                  <a:pt x="542163" y="572929"/>
                </a:lnTo>
                <a:lnTo>
                  <a:pt x="542163" y="234315"/>
                </a:lnTo>
                <a:cubicBezTo>
                  <a:pt x="542163" y="220218"/>
                  <a:pt x="542354" y="206597"/>
                  <a:pt x="542735" y="193548"/>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100000">
                <a:srgbClr val="BCDFF2"/>
              </a:gs>
              <a:gs pos="3000">
                <a:srgbClr val="C5B4E3"/>
              </a:gs>
            </a:gsLst>
            <a:lin ang="0" scaled="0"/>
          </a:gradFill>
          <a:ln w="9525" cap="flat">
            <a:noFill/>
            <a:prstDash val="solid"/>
            <a:miter/>
          </a:ln>
        </p:spPr>
        <p:txBody>
          <a:bodyPr/>
          <a:lstStyle/>
          <a:p>
            <a:endParaRPr lang="en-US"/>
          </a:p>
        </p:txBody>
      </p:sp>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029200" cy="1107996"/>
          </a:xfrm>
          <a:noFill/>
        </p:spPr>
        <p:txBody>
          <a:bodyPr vert="horz" wrap="square" lIns="0" tIns="0" rIns="0" bIns="0" rtlCol="0" anchor="b" anchorCtr="0">
            <a:spAutoFit/>
          </a:bodyPr>
          <a:lstStyle>
            <a:lvl1pPr>
              <a:defRPr lang="en-US" sz="4000" b="0" kern="1200" cap="none" spc="-50" baseline="0" dirty="0">
                <a:ln w="3175">
                  <a:noFill/>
                </a:ln>
                <a:solidFill>
                  <a:srgbClr val="8DC8E8"/>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02920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2" name="MS logo white - EMF" descr="Microsoft logo white text version">
            <a:extLst>
              <a:ext uri="{FF2B5EF4-FFF2-40B4-BE49-F238E27FC236}">
                <a16:creationId xmlns:a16="http://schemas.microsoft.com/office/drawing/2014/main" id="{47351AD9-8B4D-47E6-CC23-97A8078020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19791365"/>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70971518"/>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60430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50292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8DC8E8"/>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50292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p:transition spd="med">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5943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8DC8E8"/>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p:transition spd="med">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ck Notes slide Layout">
    <p:bg>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656F5673-27D5-8494-291A-0C7F83EDF46D}"/>
              </a:ext>
            </a:extLst>
          </p:cNvPr>
          <p:cNvSpPr/>
          <p:nvPr userDrawn="1"/>
        </p:nvSpPr>
        <p:spPr>
          <a:xfrm>
            <a:off x="536575" y="2458622"/>
            <a:ext cx="3865501" cy="1703804"/>
          </a:xfrm>
          <a:custGeom>
            <a:avLst/>
            <a:gdLst>
              <a:gd name="csX0" fmla="*/ 542449 w 3308032"/>
              <a:gd name="csY0" fmla="*/ 193548 h 1458087"/>
              <a:gd name="csX1" fmla="*/ 543401 w 3308032"/>
              <a:gd name="csY1" fmla="*/ 149066 h 1458087"/>
              <a:gd name="csX2" fmla="*/ 541211 w 3308032"/>
              <a:gd name="csY2" fmla="*/ 149066 h 1458087"/>
              <a:gd name="csX3" fmla="*/ 534924 w 3308032"/>
              <a:gd name="csY3" fmla="*/ 168593 h 1458087"/>
              <a:gd name="csX4" fmla="*/ 528257 w 3308032"/>
              <a:gd name="csY4" fmla="*/ 186309 h 1458087"/>
              <a:gd name="csX5" fmla="*/ 374618 w 3308032"/>
              <a:gd name="csY5" fmla="*/ 572929 h 1458087"/>
              <a:gd name="csX6" fmla="*/ 310229 w 3308032"/>
              <a:gd name="csY6" fmla="*/ 572929 h 1458087"/>
              <a:gd name="csX7" fmla="*/ 155448 w 3308032"/>
              <a:gd name="csY7" fmla="*/ 189738 h 1458087"/>
              <a:gd name="csX8" fmla="*/ 149352 w 3308032"/>
              <a:gd name="csY8" fmla="*/ 172402 h 1458087"/>
              <a:gd name="csX9" fmla="*/ 141351 w 3308032"/>
              <a:gd name="csY9" fmla="*/ 149162 h 1458087"/>
              <a:gd name="csX10" fmla="*/ 139160 w 3308032"/>
              <a:gd name="csY10" fmla="*/ 149162 h 1458087"/>
              <a:gd name="csX11" fmla="*/ 140303 w 3308032"/>
              <a:gd name="csY11" fmla="*/ 195834 h 1458087"/>
              <a:gd name="csX12" fmla="*/ 140684 w 3308032"/>
              <a:gd name="csY12" fmla="*/ 246602 h 1458087"/>
              <a:gd name="csX13" fmla="*/ 140684 w 3308032"/>
              <a:gd name="csY13" fmla="*/ 572929 h 1458087"/>
              <a:gd name="csX14" fmla="*/ 55817 w 3308032"/>
              <a:gd name="csY14" fmla="*/ 572929 h 1458087"/>
              <a:gd name="csX15" fmla="*/ 55817 w 3308032"/>
              <a:gd name="csY15" fmla="*/ 39338 h 1458087"/>
              <a:gd name="csX16" fmla="*/ 185642 w 3308032"/>
              <a:gd name="csY16" fmla="*/ 39338 h 1458087"/>
              <a:gd name="csX17" fmla="*/ 322231 w 3308032"/>
              <a:gd name="csY17" fmla="*/ 383477 h 1458087"/>
              <a:gd name="csX18" fmla="*/ 334709 w 3308032"/>
              <a:gd name="csY18" fmla="*/ 415671 h 1458087"/>
              <a:gd name="csX19" fmla="*/ 343853 w 3308032"/>
              <a:gd name="csY19" fmla="*/ 444913 h 1458087"/>
              <a:gd name="csX20" fmla="*/ 346043 w 3308032"/>
              <a:gd name="csY20" fmla="*/ 444913 h 1458087"/>
              <a:gd name="csX21" fmla="*/ 358140 w 3308032"/>
              <a:gd name="csY21" fmla="*/ 412528 h 1458087"/>
              <a:gd name="csX22" fmla="*/ 369475 w 3308032"/>
              <a:gd name="csY22" fmla="*/ 382429 h 1458087"/>
              <a:gd name="csX23" fmla="*/ 507873 w 3308032"/>
              <a:gd name="csY23" fmla="*/ 39338 h 1458087"/>
              <a:gd name="csX24" fmla="*/ 632555 w 3308032"/>
              <a:gd name="csY24" fmla="*/ 39338 h 1458087"/>
              <a:gd name="csX25" fmla="*/ 632555 w 3308032"/>
              <a:gd name="csY25" fmla="*/ 572929 h 1458087"/>
              <a:gd name="csX26" fmla="*/ 542163 w 3308032"/>
              <a:gd name="csY26" fmla="*/ 572929 h 1458087"/>
              <a:gd name="csX27" fmla="*/ 542163 w 3308032"/>
              <a:gd name="csY27" fmla="*/ 234315 h 1458087"/>
              <a:gd name="csX28" fmla="*/ 542735 w 3308032"/>
              <a:gd name="csY28" fmla="*/ 193548 h 1458087"/>
              <a:gd name="csX29" fmla="*/ 768001 w 3308032"/>
              <a:gd name="csY29" fmla="*/ 14383 h 1458087"/>
              <a:gd name="csX30" fmla="*/ 728567 w 3308032"/>
              <a:gd name="csY30" fmla="*/ 29623 h 1458087"/>
              <a:gd name="csX31" fmla="*/ 713327 w 3308032"/>
              <a:gd name="csY31" fmla="*/ 67247 h 1458087"/>
              <a:gd name="csX32" fmla="*/ 728567 w 3308032"/>
              <a:gd name="csY32" fmla="*/ 104966 h 1458087"/>
              <a:gd name="csX33" fmla="*/ 768001 w 3308032"/>
              <a:gd name="csY33" fmla="*/ 120777 h 1458087"/>
              <a:gd name="csX34" fmla="*/ 808196 w 3308032"/>
              <a:gd name="csY34" fmla="*/ 105537 h 1458087"/>
              <a:gd name="csX35" fmla="*/ 823436 w 3308032"/>
              <a:gd name="csY35" fmla="*/ 67627 h 1458087"/>
              <a:gd name="csX36" fmla="*/ 808196 w 3308032"/>
              <a:gd name="csY36" fmla="*/ 29718 h 1458087"/>
              <a:gd name="csX37" fmla="*/ 768001 w 3308032"/>
              <a:gd name="csY37" fmla="*/ 14478 h 1458087"/>
              <a:gd name="csX38" fmla="*/ 723329 w 3308032"/>
              <a:gd name="csY38" fmla="*/ 572834 h 1458087"/>
              <a:gd name="csX39" fmla="*/ 812292 w 3308032"/>
              <a:gd name="csY39" fmla="*/ 572834 h 1458087"/>
              <a:gd name="csX40" fmla="*/ 812292 w 3308032"/>
              <a:gd name="csY40" fmla="*/ 191834 h 1458087"/>
              <a:gd name="csX41" fmla="*/ 723329 w 3308032"/>
              <a:gd name="csY41" fmla="*/ 191834 h 1458087"/>
              <a:gd name="csX42" fmla="*/ 723329 w 3308032"/>
              <a:gd name="csY42" fmla="*/ 572834 h 1458087"/>
              <a:gd name="csX43" fmla="*/ 1079278 w 3308032"/>
              <a:gd name="csY43" fmla="*/ 581787 h 1458087"/>
              <a:gd name="csX44" fmla="*/ 1169099 w 3308032"/>
              <a:gd name="csY44" fmla="*/ 561689 h 1458087"/>
              <a:gd name="csX45" fmla="*/ 1234726 w 3308032"/>
              <a:gd name="csY45" fmla="*/ 500253 h 1458087"/>
              <a:gd name="csX46" fmla="*/ 1165860 w 3308032"/>
              <a:gd name="csY46" fmla="*/ 461582 h 1458087"/>
              <a:gd name="csX47" fmla="*/ 1127951 w 3308032"/>
              <a:gd name="csY47" fmla="*/ 497110 h 1458087"/>
              <a:gd name="csX48" fmla="*/ 1081469 w 3308032"/>
              <a:gd name="csY48" fmla="*/ 507683 h 1458087"/>
              <a:gd name="csX49" fmla="*/ 1004126 w 3308032"/>
              <a:gd name="csY49" fmla="*/ 475298 h 1458087"/>
              <a:gd name="csX50" fmla="*/ 975074 w 3308032"/>
              <a:gd name="csY50" fmla="*/ 383000 h 1458087"/>
              <a:gd name="csX51" fmla="*/ 1004506 w 3308032"/>
              <a:gd name="csY51" fmla="*/ 288512 h 1458087"/>
              <a:gd name="csX52" fmla="*/ 1079278 w 3308032"/>
              <a:gd name="csY52" fmla="*/ 254699 h 1458087"/>
              <a:gd name="csX53" fmla="*/ 1125379 w 3308032"/>
              <a:gd name="csY53" fmla="*/ 265462 h 1458087"/>
              <a:gd name="csX54" fmla="*/ 1162622 w 3308032"/>
              <a:gd name="csY54" fmla="*/ 301943 h 1458087"/>
              <a:gd name="csX55" fmla="*/ 1232535 w 3308032"/>
              <a:gd name="csY55" fmla="*/ 267367 h 1458087"/>
              <a:gd name="csX56" fmla="*/ 1172432 w 3308032"/>
              <a:gd name="csY56" fmla="*/ 204311 h 1458087"/>
              <a:gd name="csX57" fmla="*/ 1082231 w 3308032"/>
              <a:gd name="csY57" fmla="*/ 182880 h 1458087"/>
              <a:gd name="csX58" fmla="*/ 939356 w 3308032"/>
              <a:gd name="csY58" fmla="*/ 238125 h 1458087"/>
              <a:gd name="csX59" fmla="*/ 884301 w 3308032"/>
              <a:gd name="csY59" fmla="*/ 389001 h 1458087"/>
              <a:gd name="csX60" fmla="*/ 936022 w 3308032"/>
              <a:gd name="csY60" fmla="*/ 528923 h 1458087"/>
              <a:gd name="csX61" fmla="*/ 1079278 w 3308032"/>
              <a:gd name="csY61" fmla="*/ 581787 h 1458087"/>
              <a:gd name="csX62" fmla="*/ 1393031 w 3308032"/>
              <a:gd name="csY62" fmla="*/ 384524 h 1458087"/>
              <a:gd name="csX63" fmla="*/ 1416653 w 3308032"/>
              <a:gd name="csY63" fmla="*/ 296323 h 1458087"/>
              <a:gd name="csX64" fmla="*/ 1478566 w 3308032"/>
              <a:gd name="csY64" fmla="*/ 262795 h 1458087"/>
              <a:gd name="csX65" fmla="*/ 1501807 w 3308032"/>
              <a:gd name="csY65" fmla="*/ 265176 h 1458087"/>
              <a:gd name="csX66" fmla="*/ 1523619 w 3308032"/>
              <a:gd name="csY66" fmla="*/ 271653 h 1458087"/>
              <a:gd name="csX67" fmla="*/ 1547432 w 3308032"/>
              <a:gd name="csY67" fmla="*/ 195739 h 1458087"/>
              <a:gd name="csX68" fmla="*/ 1521047 w 3308032"/>
              <a:gd name="csY68" fmla="*/ 187166 h 1458087"/>
              <a:gd name="csX69" fmla="*/ 1494282 w 3308032"/>
              <a:gd name="csY69" fmla="*/ 184975 h 1458087"/>
              <a:gd name="csX70" fmla="*/ 1433989 w 3308032"/>
              <a:gd name="csY70" fmla="*/ 204502 h 1458087"/>
              <a:gd name="csX71" fmla="*/ 1394555 w 3308032"/>
              <a:gd name="csY71" fmla="*/ 260509 h 1458087"/>
              <a:gd name="csX72" fmla="*/ 1393031 w 3308032"/>
              <a:gd name="csY72" fmla="*/ 260509 h 1458087"/>
              <a:gd name="csX73" fmla="*/ 1393031 w 3308032"/>
              <a:gd name="csY73" fmla="*/ 191643 h 1458087"/>
              <a:gd name="csX74" fmla="*/ 1304068 w 3308032"/>
              <a:gd name="csY74" fmla="*/ 191643 h 1458087"/>
              <a:gd name="csX75" fmla="*/ 1304068 w 3308032"/>
              <a:gd name="csY75" fmla="*/ 572643 h 1458087"/>
              <a:gd name="csX76" fmla="*/ 1393031 w 3308032"/>
              <a:gd name="csY76" fmla="*/ 572643 h 1458087"/>
              <a:gd name="csX77" fmla="*/ 1393031 w 3308032"/>
              <a:gd name="csY77" fmla="*/ 384334 h 1458087"/>
              <a:gd name="csX78" fmla="*/ 1621917 w 3308032"/>
              <a:gd name="csY78" fmla="*/ 528542 h 1458087"/>
              <a:gd name="csX79" fmla="*/ 1568482 w 3308032"/>
              <a:gd name="csY79" fmla="*/ 385286 h 1458087"/>
              <a:gd name="csX80" fmla="*/ 1625060 w 3308032"/>
              <a:gd name="csY80" fmla="*/ 238506 h 1458087"/>
              <a:gd name="csX81" fmla="*/ 1771269 w 3308032"/>
              <a:gd name="csY81" fmla="*/ 182880 h 1458087"/>
              <a:gd name="csX82" fmla="*/ 1914335 w 3308032"/>
              <a:gd name="csY82" fmla="*/ 237554 h 1458087"/>
              <a:gd name="csX83" fmla="*/ 1966627 w 3308032"/>
              <a:gd name="csY83" fmla="*/ 378905 h 1458087"/>
              <a:gd name="csX84" fmla="*/ 1911572 w 3308032"/>
              <a:gd name="csY84" fmla="*/ 524542 h 1458087"/>
              <a:gd name="csX85" fmla="*/ 1766126 w 3308032"/>
              <a:gd name="csY85" fmla="*/ 581692 h 1458087"/>
              <a:gd name="csX86" fmla="*/ 1621917 w 3308032"/>
              <a:gd name="csY86" fmla="*/ 528447 h 1458087"/>
              <a:gd name="csX87" fmla="*/ 1659350 w 3308032"/>
              <a:gd name="csY87" fmla="*/ 383477 h 1458087"/>
              <a:gd name="csX88" fmla="*/ 1688973 w 3308032"/>
              <a:gd name="csY88" fmla="*/ 476155 h 1458087"/>
              <a:gd name="csX89" fmla="*/ 1769555 w 3308032"/>
              <a:gd name="csY89" fmla="*/ 509969 h 1458087"/>
              <a:gd name="csX90" fmla="*/ 1847850 w 3308032"/>
              <a:gd name="csY90" fmla="*/ 475012 h 1458087"/>
              <a:gd name="csX91" fmla="*/ 1875568 w 3308032"/>
              <a:gd name="csY91" fmla="*/ 381286 h 1458087"/>
              <a:gd name="csX92" fmla="*/ 1847660 w 3308032"/>
              <a:gd name="csY92" fmla="*/ 289750 h 1458087"/>
              <a:gd name="csX93" fmla="*/ 1769174 w 3308032"/>
              <a:gd name="csY93" fmla="*/ 255175 h 1458087"/>
              <a:gd name="csX94" fmla="*/ 1689354 w 3308032"/>
              <a:gd name="csY94" fmla="*/ 290894 h 1458087"/>
              <a:gd name="csX95" fmla="*/ 1659446 w 3308032"/>
              <a:gd name="csY95" fmla="*/ 383572 h 1458087"/>
              <a:gd name="csX96" fmla="*/ 2267426 w 3308032"/>
              <a:gd name="csY96" fmla="*/ 547878 h 1458087"/>
              <a:gd name="csX97" fmla="*/ 2308003 w 3308032"/>
              <a:gd name="csY97" fmla="*/ 458915 h 1458087"/>
              <a:gd name="csX98" fmla="*/ 2276761 w 3308032"/>
              <a:gd name="csY98" fmla="*/ 380048 h 1458087"/>
              <a:gd name="csX99" fmla="*/ 2182273 w 3308032"/>
              <a:gd name="csY99" fmla="*/ 339471 h 1458087"/>
              <a:gd name="csX100" fmla="*/ 2127028 w 3308032"/>
              <a:gd name="csY100" fmla="*/ 321278 h 1458087"/>
              <a:gd name="csX101" fmla="*/ 2112359 w 3308032"/>
              <a:gd name="csY101" fmla="*/ 292227 h 1458087"/>
              <a:gd name="csX102" fmla="*/ 2126456 w 3308032"/>
              <a:gd name="csY102" fmla="*/ 261366 h 1458087"/>
              <a:gd name="csX103" fmla="*/ 2167795 w 3308032"/>
              <a:gd name="csY103" fmla="*/ 249460 h 1458087"/>
              <a:gd name="csX104" fmla="*/ 2211515 w 3308032"/>
              <a:gd name="csY104" fmla="*/ 258413 h 1458087"/>
              <a:gd name="csX105" fmla="*/ 2247043 w 3308032"/>
              <a:gd name="csY105" fmla="*/ 285179 h 1458087"/>
              <a:gd name="csX106" fmla="*/ 2298764 w 3308032"/>
              <a:gd name="csY106" fmla="*/ 238316 h 1458087"/>
              <a:gd name="csX107" fmla="*/ 2243328 w 3308032"/>
              <a:gd name="csY107" fmla="*/ 196596 h 1458087"/>
              <a:gd name="csX108" fmla="*/ 2170367 w 3308032"/>
              <a:gd name="csY108" fmla="*/ 182785 h 1458087"/>
              <a:gd name="csX109" fmla="*/ 2069211 w 3308032"/>
              <a:gd name="csY109" fmla="*/ 214598 h 1458087"/>
              <a:gd name="csX110" fmla="*/ 2029015 w 3308032"/>
              <a:gd name="csY110" fmla="*/ 302228 h 1458087"/>
              <a:gd name="csX111" fmla="*/ 2058638 w 3308032"/>
              <a:gd name="csY111" fmla="*/ 375380 h 1458087"/>
              <a:gd name="csX112" fmla="*/ 2163032 w 3308032"/>
              <a:gd name="csY112" fmla="*/ 417957 h 1458087"/>
              <a:gd name="csX113" fmla="*/ 2208943 w 3308032"/>
              <a:gd name="csY113" fmla="*/ 435959 h 1458087"/>
              <a:gd name="csX114" fmla="*/ 2224373 w 3308032"/>
              <a:gd name="csY114" fmla="*/ 467011 h 1458087"/>
              <a:gd name="csX115" fmla="*/ 2207990 w 3308032"/>
              <a:gd name="csY115" fmla="*/ 502158 h 1458087"/>
              <a:gd name="csX116" fmla="*/ 2162271 w 3308032"/>
              <a:gd name="csY116" fmla="*/ 514636 h 1458087"/>
              <a:gd name="csX117" fmla="*/ 2112645 w 3308032"/>
              <a:gd name="csY117" fmla="*/ 502920 h 1458087"/>
              <a:gd name="csX118" fmla="*/ 2068163 w 3308032"/>
              <a:gd name="csY118" fmla="*/ 463677 h 1458087"/>
              <a:gd name="csX119" fmla="*/ 2014633 w 3308032"/>
              <a:gd name="csY119" fmla="*/ 511683 h 1458087"/>
              <a:gd name="csX120" fmla="*/ 2074926 w 3308032"/>
              <a:gd name="csY120" fmla="*/ 563785 h 1458087"/>
              <a:gd name="csX121" fmla="*/ 2161604 w 3308032"/>
              <a:gd name="csY121" fmla="*/ 581692 h 1458087"/>
              <a:gd name="csX122" fmla="*/ 2267617 w 3308032"/>
              <a:gd name="csY122" fmla="*/ 547878 h 1458087"/>
              <a:gd name="csX123" fmla="*/ 2717292 w 3308032"/>
              <a:gd name="csY123" fmla="*/ 237554 h 1458087"/>
              <a:gd name="csX124" fmla="*/ 2769584 w 3308032"/>
              <a:gd name="csY124" fmla="*/ 378905 h 1458087"/>
              <a:gd name="csX125" fmla="*/ 2714530 w 3308032"/>
              <a:gd name="csY125" fmla="*/ 524542 h 1458087"/>
              <a:gd name="csX126" fmla="*/ 2569083 w 3308032"/>
              <a:gd name="csY126" fmla="*/ 581692 h 1458087"/>
              <a:gd name="csX127" fmla="*/ 2424875 w 3308032"/>
              <a:gd name="csY127" fmla="*/ 528447 h 1458087"/>
              <a:gd name="csX128" fmla="*/ 2371439 w 3308032"/>
              <a:gd name="csY128" fmla="*/ 385191 h 1458087"/>
              <a:gd name="csX129" fmla="*/ 2428018 w 3308032"/>
              <a:gd name="csY129" fmla="*/ 238411 h 1458087"/>
              <a:gd name="csX130" fmla="*/ 2574227 w 3308032"/>
              <a:gd name="csY130" fmla="*/ 182785 h 1458087"/>
              <a:gd name="csX131" fmla="*/ 2717292 w 3308032"/>
              <a:gd name="csY131" fmla="*/ 237458 h 1458087"/>
              <a:gd name="csX132" fmla="*/ 2678430 w 3308032"/>
              <a:gd name="csY132" fmla="*/ 381191 h 1458087"/>
              <a:gd name="csX133" fmla="*/ 2650522 w 3308032"/>
              <a:gd name="csY133" fmla="*/ 289655 h 1458087"/>
              <a:gd name="csX134" fmla="*/ 2572036 w 3308032"/>
              <a:gd name="csY134" fmla="*/ 255079 h 1458087"/>
              <a:gd name="csX135" fmla="*/ 2492216 w 3308032"/>
              <a:gd name="csY135" fmla="*/ 290798 h 1458087"/>
              <a:gd name="csX136" fmla="*/ 2462308 w 3308032"/>
              <a:gd name="csY136" fmla="*/ 383477 h 1458087"/>
              <a:gd name="csX137" fmla="*/ 2491931 w 3308032"/>
              <a:gd name="csY137" fmla="*/ 476155 h 1458087"/>
              <a:gd name="csX138" fmla="*/ 2572512 w 3308032"/>
              <a:gd name="csY138" fmla="*/ 509969 h 1458087"/>
              <a:gd name="csX139" fmla="*/ 2650808 w 3308032"/>
              <a:gd name="csY139" fmla="*/ 475012 h 1458087"/>
              <a:gd name="csX140" fmla="*/ 2678525 w 3308032"/>
              <a:gd name="csY140" fmla="*/ 381286 h 1458087"/>
              <a:gd name="csX141" fmla="*/ 3280410 w 3308032"/>
              <a:gd name="csY141" fmla="*/ 494729 h 1458087"/>
              <a:gd name="csX142" fmla="*/ 3257360 w 3308032"/>
              <a:gd name="csY142" fmla="*/ 507397 h 1458087"/>
              <a:gd name="csX143" fmla="*/ 3236500 w 3308032"/>
              <a:gd name="csY143" fmla="*/ 511112 h 1458087"/>
              <a:gd name="csX144" fmla="*/ 3205258 w 3308032"/>
              <a:gd name="csY144" fmla="*/ 497872 h 1458087"/>
              <a:gd name="csX145" fmla="*/ 3194114 w 3308032"/>
              <a:gd name="csY145" fmla="*/ 456724 h 1458087"/>
              <a:gd name="csX146" fmla="*/ 3194114 w 3308032"/>
              <a:gd name="csY146" fmla="*/ 260985 h 1458087"/>
              <a:gd name="csX147" fmla="*/ 3291269 w 3308032"/>
              <a:gd name="csY147" fmla="*/ 260985 h 1458087"/>
              <a:gd name="csX148" fmla="*/ 3291269 w 3308032"/>
              <a:gd name="csY148" fmla="*/ 191738 h 1458087"/>
              <a:gd name="csX149" fmla="*/ 3194114 w 3308032"/>
              <a:gd name="csY149" fmla="*/ 191738 h 1458087"/>
              <a:gd name="csX150" fmla="*/ 3194114 w 3308032"/>
              <a:gd name="csY150" fmla="*/ 82677 h 1458087"/>
              <a:gd name="csX151" fmla="*/ 3105150 w 3308032"/>
              <a:gd name="csY151" fmla="*/ 98298 h 1458087"/>
              <a:gd name="csX152" fmla="*/ 3105150 w 3308032"/>
              <a:gd name="csY152" fmla="*/ 191643 h 1458087"/>
              <a:gd name="csX153" fmla="*/ 2957227 w 3308032"/>
              <a:gd name="csY153" fmla="*/ 191643 h 1458087"/>
              <a:gd name="csX154" fmla="*/ 2957227 w 3308032"/>
              <a:gd name="csY154" fmla="*/ 130969 h 1458087"/>
              <a:gd name="csX155" fmla="*/ 2970086 w 3308032"/>
              <a:gd name="csY155" fmla="*/ 86297 h 1458087"/>
              <a:gd name="csX156" fmla="*/ 3006757 w 3308032"/>
              <a:gd name="csY156" fmla="*/ 71438 h 1458087"/>
              <a:gd name="csX157" fmla="*/ 3029236 w 3308032"/>
              <a:gd name="csY157" fmla="*/ 74962 h 1458087"/>
              <a:gd name="csX158" fmla="*/ 3049143 w 3308032"/>
              <a:gd name="csY158" fmla="*/ 84868 h 1458087"/>
              <a:gd name="csX159" fmla="*/ 3085624 w 3308032"/>
              <a:gd name="csY159" fmla="*/ 20479 h 1458087"/>
              <a:gd name="csX160" fmla="*/ 3045429 w 3308032"/>
              <a:gd name="csY160" fmla="*/ 5048 h 1458087"/>
              <a:gd name="csX161" fmla="*/ 3003042 w 3308032"/>
              <a:gd name="csY161" fmla="*/ 0 h 1458087"/>
              <a:gd name="csX162" fmla="*/ 2903887 w 3308032"/>
              <a:gd name="csY162" fmla="*/ 34957 h 1458087"/>
              <a:gd name="csX163" fmla="*/ 2868740 w 3308032"/>
              <a:gd name="csY163" fmla="*/ 130207 h 1458087"/>
              <a:gd name="csX164" fmla="*/ 2868740 w 3308032"/>
              <a:gd name="csY164" fmla="*/ 191643 h 1458087"/>
              <a:gd name="csX165" fmla="*/ 2803970 w 3308032"/>
              <a:gd name="csY165" fmla="*/ 191643 h 1458087"/>
              <a:gd name="csX166" fmla="*/ 2803970 w 3308032"/>
              <a:gd name="csY166" fmla="*/ 260890 h 1458087"/>
              <a:gd name="csX167" fmla="*/ 2868740 w 3308032"/>
              <a:gd name="csY167" fmla="*/ 260890 h 1458087"/>
              <a:gd name="csX168" fmla="*/ 2868740 w 3308032"/>
              <a:gd name="csY168" fmla="*/ 572643 h 1458087"/>
              <a:gd name="csX169" fmla="*/ 2957322 w 3308032"/>
              <a:gd name="csY169" fmla="*/ 572643 h 1458087"/>
              <a:gd name="csX170" fmla="*/ 2957322 w 3308032"/>
              <a:gd name="csY170" fmla="*/ 260890 h 1458087"/>
              <a:gd name="csX171" fmla="*/ 3105246 w 3308032"/>
              <a:gd name="csY171" fmla="*/ 260890 h 1458087"/>
              <a:gd name="csX172" fmla="*/ 3105246 w 3308032"/>
              <a:gd name="csY172" fmla="*/ 469297 h 1458087"/>
              <a:gd name="csX173" fmla="*/ 3133535 w 3308032"/>
              <a:gd name="csY173" fmla="*/ 553022 h 1458087"/>
              <a:gd name="csX174" fmla="*/ 3218021 w 3308032"/>
              <a:gd name="csY174" fmla="*/ 581692 h 1458087"/>
              <a:gd name="csX175" fmla="*/ 3269171 w 3308032"/>
              <a:gd name="csY175" fmla="*/ 574453 h 1458087"/>
              <a:gd name="csX176" fmla="*/ 3308033 w 3308032"/>
              <a:gd name="csY176" fmla="*/ 554926 h 1458087"/>
              <a:gd name="csX177" fmla="*/ 3280505 w 3308032"/>
              <a:gd name="csY177" fmla="*/ 494633 h 1458087"/>
              <a:gd name="csX178" fmla="*/ 301181 w 3308032"/>
              <a:gd name="csY178" fmla="*/ 915543 h 1458087"/>
              <a:gd name="csX179" fmla="*/ 497300 w 3308032"/>
              <a:gd name="csY179" fmla="*/ 1449134 h 1458087"/>
              <a:gd name="csX180" fmla="*/ 399860 w 3308032"/>
              <a:gd name="csY180" fmla="*/ 1449134 h 1458087"/>
              <a:gd name="csX181" fmla="*/ 354139 w 3308032"/>
              <a:gd name="csY181" fmla="*/ 1324166 h 1458087"/>
              <a:gd name="csX182" fmla="*/ 140970 w 3308032"/>
              <a:gd name="csY182" fmla="*/ 1324166 h 1458087"/>
              <a:gd name="csX183" fmla="*/ 97441 w 3308032"/>
              <a:gd name="csY183" fmla="*/ 1449134 h 1458087"/>
              <a:gd name="csX184" fmla="*/ 0 w 3308032"/>
              <a:gd name="csY184" fmla="*/ 1449134 h 1458087"/>
              <a:gd name="csX185" fmla="*/ 197930 w 3308032"/>
              <a:gd name="csY185" fmla="*/ 915543 h 1458087"/>
              <a:gd name="csX186" fmla="*/ 301371 w 3308032"/>
              <a:gd name="csY186" fmla="*/ 915543 h 1458087"/>
              <a:gd name="csX187" fmla="*/ 329851 w 3308032"/>
              <a:gd name="csY187" fmla="*/ 1247108 h 1458087"/>
              <a:gd name="csX188" fmla="*/ 257651 w 3308032"/>
              <a:gd name="csY188" fmla="*/ 1037654 h 1458087"/>
              <a:gd name="csX189" fmla="*/ 252984 w 3308032"/>
              <a:gd name="csY189" fmla="*/ 1022795 h 1458087"/>
              <a:gd name="csX190" fmla="*/ 248317 w 3308032"/>
              <a:gd name="csY190" fmla="*/ 1006412 h 1458087"/>
              <a:gd name="csX191" fmla="*/ 246126 w 3308032"/>
              <a:gd name="csY191" fmla="*/ 1006412 h 1458087"/>
              <a:gd name="csX192" fmla="*/ 241459 w 3308032"/>
              <a:gd name="csY192" fmla="*/ 1022223 h 1458087"/>
              <a:gd name="csX193" fmla="*/ 236411 w 3308032"/>
              <a:gd name="csY193" fmla="*/ 1037654 h 1458087"/>
              <a:gd name="csX194" fmla="*/ 164973 w 3308032"/>
              <a:gd name="csY194" fmla="*/ 1247108 h 1458087"/>
              <a:gd name="csX195" fmla="*/ 329756 w 3308032"/>
              <a:gd name="csY195" fmla="*/ 1247108 h 1458087"/>
              <a:gd name="csX196" fmla="*/ 557403 w 3308032"/>
              <a:gd name="csY196" fmla="*/ 1449134 h 1458087"/>
              <a:gd name="csX197" fmla="*/ 648557 w 3308032"/>
              <a:gd name="csY197" fmla="*/ 1449134 h 1458087"/>
              <a:gd name="csX198" fmla="*/ 648557 w 3308032"/>
              <a:gd name="csY198" fmla="*/ 915543 h 1458087"/>
              <a:gd name="csX199" fmla="*/ 557403 w 3308032"/>
              <a:gd name="csY199" fmla="*/ 915543 h 1458087"/>
              <a:gd name="csX200" fmla="*/ 557403 w 3308032"/>
              <a:gd name="csY200" fmla="*/ 1449134 h 1458087"/>
              <a:gd name="csX201" fmla="*/ 1271778 w 3308032"/>
              <a:gd name="csY201" fmla="*/ 915543 h 1458087"/>
              <a:gd name="csX202" fmla="*/ 883730 w 3308032"/>
              <a:gd name="csY202" fmla="*/ 915543 h 1458087"/>
              <a:gd name="csX203" fmla="*/ 883730 w 3308032"/>
              <a:gd name="csY203" fmla="*/ 992600 h 1458087"/>
              <a:gd name="csX204" fmla="*/ 1031843 w 3308032"/>
              <a:gd name="csY204" fmla="*/ 992600 h 1458087"/>
              <a:gd name="csX205" fmla="*/ 1031843 w 3308032"/>
              <a:gd name="csY205" fmla="*/ 1449134 h 1458087"/>
              <a:gd name="csX206" fmla="*/ 1122998 w 3308032"/>
              <a:gd name="csY206" fmla="*/ 1449134 h 1458087"/>
              <a:gd name="csX207" fmla="*/ 1122998 w 3308032"/>
              <a:gd name="csY207" fmla="*/ 992600 h 1458087"/>
              <a:gd name="csX208" fmla="*/ 1271778 w 3308032"/>
              <a:gd name="csY208" fmla="*/ 992600 h 1458087"/>
              <a:gd name="csX209" fmla="*/ 1271778 w 3308032"/>
              <a:gd name="csY209" fmla="*/ 915543 h 1458087"/>
              <a:gd name="csX210" fmla="*/ 1581340 w 3308032"/>
              <a:gd name="csY210" fmla="*/ 1113854 h 1458087"/>
              <a:gd name="csX211" fmla="*/ 1633633 w 3308032"/>
              <a:gd name="csY211" fmla="*/ 1255205 h 1458087"/>
              <a:gd name="csX212" fmla="*/ 1578578 w 3308032"/>
              <a:gd name="csY212" fmla="*/ 1400842 h 1458087"/>
              <a:gd name="csX213" fmla="*/ 1433132 w 3308032"/>
              <a:gd name="csY213" fmla="*/ 1457992 h 1458087"/>
              <a:gd name="csX214" fmla="*/ 1288923 w 3308032"/>
              <a:gd name="csY214" fmla="*/ 1404747 h 1458087"/>
              <a:gd name="csX215" fmla="*/ 1235488 w 3308032"/>
              <a:gd name="csY215" fmla="*/ 1261491 h 1458087"/>
              <a:gd name="csX216" fmla="*/ 1292066 w 3308032"/>
              <a:gd name="csY216" fmla="*/ 1114711 h 1458087"/>
              <a:gd name="csX217" fmla="*/ 1438275 w 3308032"/>
              <a:gd name="csY217" fmla="*/ 1059085 h 1458087"/>
              <a:gd name="csX218" fmla="*/ 1581340 w 3308032"/>
              <a:gd name="csY218" fmla="*/ 1113758 h 1458087"/>
              <a:gd name="csX219" fmla="*/ 1542479 w 3308032"/>
              <a:gd name="csY219" fmla="*/ 1257491 h 1458087"/>
              <a:gd name="csX220" fmla="*/ 1514570 w 3308032"/>
              <a:gd name="csY220" fmla="*/ 1165955 h 1458087"/>
              <a:gd name="csX221" fmla="*/ 1436084 w 3308032"/>
              <a:gd name="csY221" fmla="*/ 1131380 h 1458087"/>
              <a:gd name="csX222" fmla="*/ 1356265 w 3308032"/>
              <a:gd name="csY222" fmla="*/ 1167098 h 1458087"/>
              <a:gd name="csX223" fmla="*/ 1326356 w 3308032"/>
              <a:gd name="csY223" fmla="*/ 1259777 h 1458087"/>
              <a:gd name="csX224" fmla="*/ 1355979 w 3308032"/>
              <a:gd name="csY224" fmla="*/ 1352455 h 1458087"/>
              <a:gd name="csX225" fmla="*/ 1436561 w 3308032"/>
              <a:gd name="csY225" fmla="*/ 1386269 h 1458087"/>
              <a:gd name="csX226" fmla="*/ 1514856 w 3308032"/>
              <a:gd name="csY226" fmla="*/ 1351312 h 1458087"/>
              <a:gd name="csX227" fmla="*/ 1542574 w 3308032"/>
              <a:gd name="csY227" fmla="*/ 1257586 h 1458087"/>
              <a:gd name="csX228" fmla="*/ 1951577 w 3308032"/>
              <a:gd name="csY228" fmla="*/ 1285399 h 1458087"/>
              <a:gd name="csX229" fmla="*/ 1926622 w 3308032"/>
              <a:gd name="csY229" fmla="*/ 1357598 h 1458087"/>
              <a:gd name="csX230" fmla="*/ 1862233 w 3308032"/>
              <a:gd name="csY230" fmla="*/ 1386269 h 1458087"/>
              <a:gd name="csX231" fmla="*/ 1805273 w 3308032"/>
              <a:gd name="csY231" fmla="*/ 1362266 h 1458087"/>
              <a:gd name="csX232" fmla="*/ 1787081 w 3308032"/>
              <a:gd name="csY232" fmla="*/ 1290638 h 1458087"/>
              <a:gd name="csX233" fmla="*/ 1787081 w 3308032"/>
              <a:gd name="csY233" fmla="*/ 1068134 h 1458087"/>
              <a:gd name="csX234" fmla="*/ 1698498 w 3308032"/>
              <a:gd name="csY234" fmla="*/ 1068134 h 1458087"/>
              <a:gd name="csX235" fmla="*/ 1698498 w 3308032"/>
              <a:gd name="csY235" fmla="*/ 1302544 h 1458087"/>
              <a:gd name="csX236" fmla="*/ 1732502 w 3308032"/>
              <a:gd name="csY236" fmla="*/ 1418463 h 1458087"/>
              <a:gd name="csX237" fmla="*/ 1833563 w 3308032"/>
              <a:gd name="csY237" fmla="*/ 1458087 h 1458087"/>
              <a:gd name="csX238" fmla="*/ 1899571 w 3308032"/>
              <a:gd name="csY238" fmla="*/ 1441514 h 1458087"/>
              <a:gd name="csX239" fmla="*/ 1949577 w 3308032"/>
              <a:gd name="csY239" fmla="*/ 1397413 h 1458087"/>
              <a:gd name="csX240" fmla="*/ 1951482 w 3308032"/>
              <a:gd name="csY240" fmla="*/ 1397413 h 1458087"/>
              <a:gd name="csX241" fmla="*/ 1951482 w 3308032"/>
              <a:gd name="csY241" fmla="*/ 1449134 h 1458087"/>
              <a:gd name="csX242" fmla="*/ 2040446 w 3308032"/>
              <a:gd name="csY242" fmla="*/ 1449134 h 1458087"/>
              <a:gd name="csX243" fmla="*/ 2040446 w 3308032"/>
              <a:gd name="csY243" fmla="*/ 1068134 h 1458087"/>
              <a:gd name="csX244" fmla="*/ 1951482 w 3308032"/>
              <a:gd name="csY244" fmla="*/ 1068134 h 1458087"/>
              <a:gd name="csX245" fmla="*/ 1951482 w 3308032"/>
              <a:gd name="csY245" fmla="*/ 1285399 h 1458087"/>
              <a:gd name="csX246" fmla="*/ 2326767 w 3308032"/>
              <a:gd name="csY246" fmla="*/ 1061466 h 1458087"/>
              <a:gd name="csX247" fmla="*/ 2266474 w 3308032"/>
              <a:gd name="csY247" fmla="*/ 1080992 h 1458087"/>
              <a:gd name="csX248" fmla="*/ 2227040 w 3308032"/>
              <a:gd name="csY248" fmla="*/ 1136999 h 1458087"/>
              <a:gd name="csX249" fmla="*/ 2225516 w 3308032"/>
              <a:gd name="csY249" fmla="*/ 1136999 h 1458087"/>
              <a:gd name="csX250" fmla="*/ 2225516 w 3308032"/>
              <a:gd name="csY250" fmla="*/ 1068134 h 1458087"/>
              <a:gd name="csX251" fmla="*/ 2136553 w 3308032"/>
              <a:gd name="csY251" fmla="*/ 1068134 h 1458087"/>
              <a:gd name="csX252" fmla="*/ 2136553 w 3308032"/>
              <a:gd name="csY252" fmla="*/ 1449134 h 1458087"/>
              <a:gd name="csX253" fmla="*/ 2225516 w 3308032"/>
              <a:gd name="csY253" fmla="*/ 1449134 h 1458087"/>
              <a:gd name="csX254" fmla="*/ 2225516 w 3308032"/>
              <a:gd name="csY254" fmla="*/ 1260824 h 1458087"/>
              <a:gd name="csX255" fmla="*/ 2249138 w 3308032"/>
              <a:gd name="csY255" fmla="*/ 1172623 h 1458087"/>
              <a:gd name="csX256" fmla="*/ 2311051 w 3308032"/>
              <a:gd name="csY256" fmla="*/ 1139095 h 1458087"/>
              <a:gd name="csX257" fmla="*/ 2334292 w 3308032"/>
              <a:gd name="csY257" fmla="*/ 1141476 h 1458087"/>
              <a:gd name="csX258" fmla="*/ 2356104 w 3308032"/>
              <a:gd name="csY258" fmla="*/ 1147953 h 1458087"/>
              <a:gd name="csX259" fmla="*/ 2379917 w 3308032"/>
              <a:gd name="csY259" fmla="*/ 1072039 h 1458087"/>
              <a:gd name="csX260" fmla="*/ 2353532 w 3308032"/>
              <a:gd name="csY260" fmla="*/ 1063466 h 1458087"/>
              <a:gd name="csX261" fmla="*/ 2326767 w 3308032"/>
              <a:gd name="csY261" fmla="*/ 1061276 h 1458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3308032" h="1458087">
                <a:moveTo>
                  <a:pt x="542449" y="193548"/>
                </a:moveTo>
                <a:cubicBezTo>
                  <a:pt x="542830" y="180499"/>
                  <a:pt x="543116" y="165735"/>
                  <a:pt x="543401" y="149066"/>
                </a:cubicBezTo>
                <a:lnTo>
                  <a:pt x="541211" y="149066"/>
                </a:lnTo>
                <a:cubicBezTo>
                  <a:pt x="539020" y="156496"/>
                  <a:pt x="536829" y="162973"/>
                  <a:pt x="534924" y="168593"/>
                </a:cubicBezTo>
                <a:cubicBezTo>
                  <a:pt x="532924" y="174212"/>
                  <a:pt x="530733" y="180118"/>
                  <a:pt x="528257" y="186309"/>
                </a:cubicBezTo>
                <a:lnTo>
                  <a:pt x="374618" y="572929"/>
                </a:lnTo>
                <a:lnTo>
                  <a:pt x="310229" y="572929"/>
                </a:lnTo>
                <a:lnTo>
                  <a:pt x="155448" y="189738"/>
                </a:lnTo>
                <a:cubicBezTo>
                  <a:pt x="153448" y="184023"/>
                  <a:pt x="151447" y="178308"/>
                  <a:pt x="149352" y="172402"/>
                </a:cubicBezTo>
                <a:cubicBezTo>
                  <a:pt x="147257" y="166592"/>
                  <a:pt x="144589" y="158782"/>
                  <a:pt x="141351" y="149162"/>
                </a:cubicBezTo>
                <a:lnTo>
                  <a:pt x="139160" y="149162"/>
                </a:lnTo>
                <a:cubicBezTo>
                  <a:pt x="139637" y="164592"/>
                  <a:pt x="140018" y="180118"/>
                  <a:pt x="140303" y="195834"/>
                </a:cubicBezTo>
                <a:cubicBezTo>
                  <a:pt x="140589" y="211550"/>
                  <a:pt x="140684" y="228505"/>
                  <a:pt x="140684" y="246602"/>
                </a:cubicBezTo>
                <a:lnTo>
                  <a:pt x="140684" y="572929"/>
                </a:lnTo>
                <a:lnTo>
                  <a:pt x="55817" y="572929"/>
                </a:lnTo>
                <a:lnTo>
                  <a:pt x="55817" y="39338"/>
                </a:lnTo>
                <a:lnTo>
                  <a:pt x="185642" y="39338"/>
                </a:lnTo>
                <a:lnTo>
                  <a:pt x="322231" y="383477"/>
                </a:lnTo>
                <a:cubicBezTo>
                  <a:pt x="327470" y="396145"/>
                  <a:pt x="331565" y="406908"/>
                  <a:pt x="334709" y="415671"/>
                </a:cubicBezTo>
                <a:cubicBezTo>
                  <a:pt x="337852" y="424434"/>
                  <a:pt x="340805" y="434245"/>
                  <a:pt x="343853" y="444913"/>
                </a:cubicBezTo>
                <a:lnTo>
                  <a:pt x="346043" y="444913"/>
                </a:lnTo>
                <a:cubicBezTo>
                  <a:pt x="350520" y="433007"/>
                  <a:pt x="354520" y="422243"/>
                  <a:pt x="358140" y="412528"/>
                </a:cubicBezTo>
                <a:cubicBezTo>
                  <a:pt x="361760" y="402812"/>
                  <a:pt x="365474" y="392811"/>
                  <a:pt x="369475" y="382429"/>
                </a:cubicBezTo>
                <a:lnTo>
                  <a:pt x="507873" y="39338"/>
                </a:lnTo>
                <a:lnTo>
                  <a:pt x="632555" y="39338"/>
                </a:lnTo>
                <a:lnTo>
                  <a:pt x="632555" y="572929"/>
                </a:lnTo>
                <a:lnTo>
                  <a:pt x="542163" y="572929"/>
                </a:lnTo>
                <a:lnTo>
                  <a:pt x="542163" y="234315"/>
                </a:lnTo>
                <a:cubicBezTo>
                  <a:pt x="542163" y="220218"/>
                  <a:pt x="542354" y="206597"/>
                  <a:pt x="542735" y="193548"/>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100000">
                <a:srgbClr val="0078D4"/>
              </a:gs>
              <a:gs pos="3000">
                <a:srgbClr val="463668"/>
              </a:gs>
            </a:gsLst>
            <a:lin ang="0" scaled="0"/>
          </a:gradFill>
          <a:ln w="9525" cap="flat">
            <a:noFill/>
            <a:prstDash val="solid"/>
            <a:miter/>
          </a:ln>
        </p:spPr>
        <p:txBody>
          <a:bodyPr/>
          <a:lstStyle/>
          <a:p>
            <a:endParaRPr lang="en-US"/>
          </a:p>
        </p:txBody>
      </p:sp>
      <p:pic>
        <p:nvPicPr>
          <p:cNvPr id="17" name="MS logo gray - EMF" descr="Microsoft logo, gray text version">
            <a:extLst>
              <a:ext uri="{FF2B5EF4-FFF2-40B4-BE49-F238E27FC236}">
                <a16:creationId xmlns:a16="http://schemas.microsoft.com/office/drawing/2014/main" id="{B605AFFB-ECC7-BC73-2966-D56BADE09BC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09662205"/>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94360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accent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199" y="3962399"/>
            <a:ext cx="594360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B6A310A5-2746-FFC9-C289-A677D4E8400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87798561"/>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FFFFFF"/>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4142731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31612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GB"/>
              <a:t>Click to edit Master title style</a:t>
            </a:r>
            <a:endParaRPr lang="en-US"/>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301452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GB"/>
              <a:t>Click to edit Master title style</a:t>
            </a:r>
            <a:endParaRPr lang="en-US"/>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1979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GB"/>
              <a:t>Click to edit Master title style</a:t>
            </a:r>
            <a:endParaRPr lang="en-US"/>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83350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GB"/>
              <a:t>Click to edit Master title style</a:t>
            </a:r>
            <a:endParaRPr lang="en-US"/>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7445432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GB"/>
              <a:t>Click to edit Master title style</a:t>
            </a:r>
            <a:endParaRPr lang="en-US"/>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69543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3756273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406324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4206359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1359427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GB"/>
              <a:t>Click to edit Master title style</a:t>
            </a:r>
            <a:endParaRPr lang="en-US"/>
          </a:p>
        </p:txBody>
      </p:sp>
    </p:spTree>
    <p:extLst>
      <p:ext uri="{BB962C8B-B14F-4D97-AF65-F5344CB8AC3E}">
        <p14:creationId xmlns:p14="http://schemas.microsoft.com/office/powerpoint/2010/main" val="8345515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GB"/>
              <a:t>Click to edit Master title style</a:t>
            </a:r>
            <a:endParaRPr lang="en-US"/>
          </a:p>
        </p:txBody>
      </p:sp>
    </p:spTree>
    <p:extLst>
      <p:ext uri="{BB962C8B-B14F-4D97-AF65-F5344CB8AC3E}">
        <p14:creationId xmlns:p14="http://schemas.microsoft.com/office/powerpoint/2010/main" val="12829459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GB"/>
              <a:t>Click to edit Master title style</a:t>
            </a:r>
            <a:endParaRPr lang="en-US"/>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GB"/>
              <a:t>Click to edit Master text styles</a:t>
            </a:r>
          </a:p>
        </p:txBody>
      </p:sp>
    </p:spTree>
    <p:extLst>
      <p:ext uri="{BB962C8B-B14F-4D97-AF65-F5344CB8AC3E}">
        <p14:creationId xmlns:p14="http://schemas.microsoft.com/office/powerpoint/2010/main" val="7235990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ode Bottom">
    <p:bg>
      <p:bgPr>
        <a:solidFill>
          <a:srgbClr val="D7D2CB"/>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534765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Code Top">
    <p:bg>
      <p:bgPr>
        <a:solidFill>
          <a:srgbClr val="D7D2C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GB"/>
              <a:t>Click to edit Master title style</a:t>
            </a:r>
            <a:endParaRPr lang="en-US"/>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572271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ode Right side">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81402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Code Left sde">
    <p:bg>
      <p:bgPr>
        <a:solidFill>
          <a:srgbClr val="D7D2CB"/>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0105842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521208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521208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3540087954"/>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486138303"/>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42205992"/>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Section Titl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6778691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6365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0071745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6528154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55791235"/>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656F5673-27D5-8494-291A-0C7F83EDF46D}"/>
              </a:ext>
            </a:extLst>
          </p:cNvPr>
          <p:cNvSpPr/>
          <p:nvPr userDrawn="1"/>
        </p:nvSpPr>
        <p:spPr>
          <a:xfrm>
            <a:off x="536575" y="2458622"/>
            <a:ext cx="3865501" cy="1703804"/>
          </a:xfrm>
          <a:custGeom>
            <a:avLst/>
            <a:gdLst>
              <a:gd name="csX0" fmla="*/ 542449 w 3308032"/>
              <a:gd name="csY0" fmla="*/ 193548 h 1458087"/>
              <a:gd name="csX1" fmla="*/ 543401 w 3308032"/>
              <a:gd name="csY1" fmla="*/ 149066 h 1458087"/>
              <a:gd name="csX2" fmla="*/ 541211 w 3308032"/>
              <a:gd name="csY2" fmla="*/ 149066 h 1458087"/>
              <a:gd name="csX3" fmla="*/ 534924 w 3308032"/>
              <a:gd name="csY3" fmla="*/ 168593 h 1458087"/>
              <a:gd name="csX4" fmla="*/ 528257 w 3308032"/>
              <a:gd name="csY4" fmla="*/ 186309 h 1458087"/>
              <a:gd name="csX5" fmla="*/ 374618 w 3308032"/>
              <a:gd name="csY5" fmla="*/ 572929 h 1458087"/>
              <a:gd name="csX6" fmla="*/ 310229 w 3308032"/>
              <a:gd name="csY6" fmla="*/ 572929 h 1458087"/>
              <a:gd name="csX7" fmla="*/ 155448 w 3308032"/>
              <a:gd name="csY7" fmla="*/ 189738 h 1458087"/>
              <a:gd name="csX8" fmla="*/ 149352 w 3308032"/>
              <a:gd name="csY8" fmla="*/ 172402 h 1458087"/>
              <a:gd name="csX9" fmla="*/ 141351 w 3308032"/>
              <a:gd name="csY9" fmla="*/ 149162 h 1458087"/>
              <a:gd name="csX10" fmla="*/ 139160 w 3308032"/>
              <a:gd name="csY10" fmla="*/ 149162 h 1458087"/>
              <a:gd name="csX11" fmla="*/ 140303 w 3308032"/>
              <a:gd name="csY11" fmla="*/ 195834 h 1458087"/>
              <a:gd name="csX12" fmla="*/ 140684 w 3308032"/>
              <a:gd name="csY12" fmla="*/ 246602 h 1458087"/>
              <a:gd name="csX13" fmla="*/ 140684 w 3308032"/>
              <a:gd name="csY13" fmla="*/ 572929 h 1458087"/>
              <a:gd name="csX14" fmla="*/ 55817 w 3308032"/>
              <a:gd name="csY14" fmla="*/ 572929 h 1458087"/>
              <a:gd name="csX15" fmla="*/ 55817 w 3308032"/>
              <a:gd name="csY15" fmla="*/ 39338 h 1458087"/>
              <a:gd name="csX16" fmla="*/ 185642 w 3308032"/>
              <a:gd name="csY16" fmla="*/ 39338 h 1458087"/>
              <a:gd name="csX17" fmla="*/ 322231 w 3308032"/>
              <a:gd name="csY17" fmla="*/ 383477 h 1458087"/>
              <a:gd name="csX18" fmla="*/ 334709 w 3308032"/>
              <a:gd name="csY18" fmla="*/ 415671 h 1458087"/>
              <a:gd name="csX19" fmla="*/ 343853 w 3308032"/>
              <a:gd name="csY19" fmla="*/ 444913 h 1458087"/>
              <a:gd name="csX20" fmla="*/ 346043 w 3308032"/>
              <a:gd name="csY20" fmla="*/ 444913 h 1458087"/>
              <a:gd name="csX21" fmla="*/ 358140 w 3308032"/>
              <a:gd name="csY21" fmla="*/ 412528 h 1458087"/>
              <a:gd name="csX22" fmla="*/ 369475 w 3308032"/>
              <a:gd name="csY22" fmla="*/ 382429 h 1458087"/>
              <a:gd name="csX23" fmla="*/ 507873 w 3308032"/>
              <a:gd name="csY23" fmla="*/ 39338 h 1458087"/>
              <a:gd name="csX24" fmla="*/ 632555 w 3308032"/>
              <a:gd name="csY24" fmla="*/ 39338 h 1458087"/>
              <a:gd name="csX25" fmla="*/ 632555 w 3308032"/>
              <a:gd name="csY25" fmla="*/ 572929 h 1458087"/>
              <a:gd name="csX26" fmla="*/ 542163 w 3308032"/>
              <a:gd name="csY26" fmla="*/ 572929 h 1458087"/>
              <a:gd name="csX27" fmla="*/ 542163 w 3308032"/>
              <a:gd name="csY27" fmla="*/ 234315 h 1458087"/>
              <a:gd name="csX28" fmla="*/ 542735 w 3308032"/>
              <a:gd name="csY28" fmla="*/ 193548 h 1458087"/>
              <a:gd name="csX29" fmla="*/ 768001 w 3308032"/>
              <a:gd name="csY29" fmla="*/ 14383 h 1458087"/>
              <a:gd name="csX30" fmla="*/ 728567 w 3308032"/>
              <a:gd name="csY30" fmla="*/ 29623 h 1458087"/>
              <a:gd name="csX31" fmla="*/ 713327 w 3308032"/>
              <a:gd name="csY31" fmla="*/ 67247 h 1458087"/>
              <a:gd name="csX32" fmla="*/ 728567 w 3308032"/>
              <a:gd name="csY32" fmla="*/ 104966 h 1458087"/>
              <a:gd name="csX33" fmla="*/ 768001 w 3308032"/>
              <a:gd name="csY33" fmla="*/ 120777 h 1458087"/>
              <a:gd name="csX34" fmla="*/ 808196 w 3308032"/>
              <a:gd name="csY34" fmla="*/ 105537 h 1458087"/>
              <a:gd name="csX35" fmla="*/ 823436 w 3308032"/>
              <a:gd name="csY35" fmla="*/ 67627 h 1458087"/>
              <a:gd name="csX36" fmla="*/ 808196 w 3308032"/>
              <a:gd name="csY36" fmla="*/ 29718 h 1458087"/>
              <a:gd name="csX37" fmla="*/ 768001 w 3308032"/>
              <a:gd name="csY37" fmla="*/ 14478 h 1458087"/>
              <a:gd name="csX38" fmla="*/ 723329 w 3308032"/>
              <a:gd name="csY38" fmla="*/ 572834 h 1458087"/>
              <a:gd name="csX39" fmla="*/ 812292 w 3308032"/>
              <a:gd name="csY39" fmla="*/ 572834 h 1458087"/>
              <a:gd name="csX40" fmla="*/ 812292 w 3308032"/>
              <a:gd name="csY40" fmla="*/ 191834 h 1458087"/>
              <a:gd name="csX41" fmla="*/ 723329 w 3308032"/>
              <a:gd name="csY41" fmla="*/ 191834 h 1458087"/>
              <a:gd name="csX42" fmla="*/ 723329 w 3308032"/>
              <a:gd name="csY42" fmla="*/ 572834 h 1458087"/>
              <a:gd name="csX43" fmla="*/ 1079278 w 3308032"/>
              <a:gd name="csY43" fmla="*/ 581787 h 1458087"/>
              <a:gd name="csX44" fmla="*/ 1169099 w 3308032"/>
              <a:gd name="csY44" fmla="*/ 561689 h 1458087"/>
              <a:gd name="csX45" fmla="*/ 1234726 w 3308032"/>
              <a:gd name="csY45" fmla="*/ 500253 h 1458087"/>
              <a:gd name="csX46" fmla="*/ 1165860 w 3308032"/>
              <a:gd name="csY46" fmla="*/ 461582 h 1458087"/>
              <a:gd name="csX47" fmla="*/ 1127951 w 3308032"/>
              <a:gd name="csY47" fmla="*/ 497110 h 1458087"/>
              <a:gd name="csX48" fmla="*/ 1081469 w 3308032"/>
              <a:gd name="csY48" fmla="*/ 507683 h 1458087"/>
              <a:gd name="csX49" fmla="*/ 1004126 w 3308032"/>
              <a:gd name="csY49" fmla="*/ 475298 h 1458087"/>
              <a:gd name="csX50" fmla="*/ 975074 w 3308032"/>
              <a:gd name="csY50" fmla="*/ 383000 h 1458087"/>
              <a:gd name="csX51" fmla="*/ 1004506 w 3308032"/>
              <a:gd name="csY51" fmla="*/ 288512 h 1458087"/>
              <a:gd name="csX52" fmla="*/ 1079278 w 3308032"/>
              <a:gd name="csY52" fmla="*/ 254699 h 1458087"/>
              <a:gd name="csX53" fmla="*/ 1125379 w 3308032"/>
              <a:gd name="csY53" fmla="*/ 265462 h 1458087"/>
              <a:gd name="csX54" fmla="*/ 1162622 w 3308032"/>
              <a:gd name="csY54" fmla="*/ 301943 h 1458087"/>
              <a:gd name="csX55" fmla="*/ 1232535 w 3308032"/>
              <a:gd name="csY55" fmla="*/ 267367 h 1458087"/>
              <a:gd name="csX56" fmla="*/ 1172432 w 3308032"/>
              <a:gd name="csY56" fmla="*/ 204311 h 1458087"/>
              <a:gd name="csX57" fmla="*/ 1082231 w 3308032"/>
              <a:gd name="csY57" fmla="*/ 182880 h 1458087"/>
              <a:gd name="csX58" fmla="*/ 939356 w 3308032"/>
              <a:gd name="csY58" fmla="*/ 238125 h 1458087"/>
              <a:gd name="csX59" fmla="*/ 884301 w 3308032"/>
              <a:gd name="csY59" fmla="*/ 389001 h 1458087"/>
              <a:gd name="csX60" fmla="*/ 936022 w 3308032"/>
              <a:gd name="csY60" fmla="*/ 528923 h 1458087"/>
              <a:gd name="csX61" fmla="*/ 1079278 w 3308032"/>
              <a:gd name="csY61" fmla="*/ 581787 h 1458087"/>
              <a:gd name="csX62" fmla="*/ 1393031 w 3308032"/>
              <a:gd name="csY62" fmla="*/ 384524 h 1458087"/>
              <a:gd name="csX63" fmla="*/ 1416653 w 3308032"/>
              <a:gd name="csY63" fmla="*/ 296323 h 1458087"/>
              <a:gd name="csX64" fmla="*/ 1478566 w 3308032"/>
              <a:gd name="csY64" fmla="*/ 262795 h 1458087"/>
              <a:gd name="csX65" fmla="*/ 1501807 w 3308032"/>
              <a:gd name="csY65" fmla="*/ 265176 h 1458087"/>
              <a:gd name="csX66" fmla="*/ 1523619 w 3308032"/>
              <a:gd name="csY66" fmla="*/ 271653 h 1458087"/>
              <a:gd name="csX67" fmla="*/ 1547432 w 3308032"/>
              <a:gd name="csY67" fmla="*/ 195739 h 1458087"/>
              <a:gd name="csX68" fmla="*/ 1521047 w 3308032"/>
              <a:gd name="csY68" fmla="*/ 187166 h 1458087"/>
              <a:gd name="csX69" fmla="*/ 1494282 w 3308032"/>
              <a:gd name="csY69" fmla="*/ 184975 h 1458087"/>
              <a:gd name="csX70" fmla="*/ 1433989 w 3308032"/>
              <a:gd name="csY70" fmla="*/ 204502 h 1458087"/>
              <a:gd name="csX71" fmla="*/ 1394555 w 3308032"/>
              <a:gd name="csY71" fmla="*/ 260509 h 1458087"/>
              <a:gd name="csX72" fmla="*/ 1393031 w 3308032"/>
              <a:gd name="csY72" fmla="*/ 260509 h 1458087"/>
              <a:gd name="csX73" fmla="*/ 1393031 w 3308032"/>
              <a:gd name="csY73" fmla="*/ 191643 h 1458087"/>
              <a:gd name="csX74" fmla="*/ 1304068 w 3308032"/>
              <a:gd name="csY74" fmla="*/ 191643 h 1458087"/>
              <a:gd name="csX75" fmla="*/ 1304068 w 3308032"/>
              <a:gd name="csY75" fmla="*/ 572643 h 1458087"/>
              <a:gd name="csX76" fmla="*/ 1393031 w 3308032"/>
              <a:gd name="csY76" fmla="*/ 572643 h 1458087"/>
              <a:gd name="csX77" fmla="*/ 1393031 w 3308032"/>
              <a:gd name="csY77" fmla="*/ 384334 h 1458087"/>
              <a:gd name="csX78" fmla="*/ 1621917 w 3308032"/>
              <a:gd name="csY78" fmla="*/ 528542 h 1458087"/>
              <a:gd name="csX79" fmla="*/ 1568482 w 3308032"/>
              <a:gd name="csY79" fmla="*/ 385286 h 1458087"/>
              <a:gd name="csX80" fmla="*/ 1625060 w 3308032"/>
              <a:gd name="csY80" fmla="*/ 238506 h 1458087"/>
              <a:gd name="csX81" fmla="*/ 1771269 w 3308032"/>
              <a:gd name="csY81" fmla="*/ 182880 h 1458087"/>
              <a:gd name="csX82" fmla="*/ 1914335 w 3308032"/>
              <a:gd name="csY82" fmla="*/ 237554 h 1458087"/>
              <a:gd name="csX83" fmla="*/ 1966627 w 3308032"/>
              <a:gd name="csY83" fmla="*/ 378905 h 1458087"/>
              <a:gd name="csX84" fmla="*/ 1911572 w 3308032"/>
              <a:gd name="csY84" fmla="*/ 524542 h 1458087"/>
              <a:gd name="csX85" fmla="*/ 1766126 w 3308032"/>
              <a:gd name="csY85" fmla="*/ 581692 h 1458087"/>
              <a:gd name="csX86" fmla="*/ 1621917 w 3308032"/>
              <a:gd name="csY86" fmla="*/ 528447 h 1458087"/>
              <a:gd name="csX87" fmla="*/ 1659350 w 3308032"/>
              <a:gd name="csY87" fmla="*/ 383477 h 1458087"/>
              <a:gd name="csX88" fmla="*/ 1688973 w 3308032"/>
              <a:gd name="csY88" fmla="*/ 476155 h 1458087"/>
              <a:gd name="csX89" fmla="*/ 1769555 w 3308032"/>
              <a:gd name="csY89" fmla="*/ 509969 h 1458087"/>
              <a:gd name="csX90" fmla="*/ 1847850 w 3308032"/>
              <a:gd name="csY90" fmla="*/ 475012 h 1458087"/>
              <a:gd name="csX91" fmla="*/ 1875568 w 3308032"/>
              <a:gd name="csY91" fmla="*/ 381286 h 1458087"/>
              <a:gd name="csX92" fmla="*/ 1847660 w 3308032"/>
              <a:gd name="csY92" fmla="*/ 289750 h 1458087"/>
              <a:gd name="csX93" fmla="*/ 1769174 w 3308032"/>
              <a:gd name="csY93" fmla="*/ 255175 h 1458087"/>
              <a:gd name="csX94" fmla="*/ 1689354 w 3308032"/>
              <a:gd name="csY94" fmla="*/ 290894 h 1458087"/>
              <a:gd name="csX95" fmla="*/ 1659446 w 3308032"/>
              <a:gd name="csY95" fmla="*/ 383572 h 1458087"/>
              <a:gd name="csX96" fmla="*/ 2267426 w 3308032"/>
              <a:gd name="csY96" fmla="*/ 547878 h 1458087"/>
              <a:gd name="csX97" fmla="*/ 2308003 w 3308032"/>
              <a:gd name="csY97" fmla="*/ 458915 h 1458087"/>
              <a:gd name="csX98" fmla="*/ 2276761 w 3308032"/>
              <a:gd name="csY98" fmla="*/ 380048 h 1458087"/>
              <a:gd name="csX99" fmla="*/ 2182273 w 3308032"/>
              <a:gd name="csY99" fmla="*/ 339471 h 1458087"/>
              <a:gd name="csX100" fmla="*/ 2127028 w 3308032"/>
              <a:gd name="csY100" fmla="*/ 321278 h 1458087"/>
              <a:gd name="csX101" fmla="*/ 2112359 w 3308032"/>
              <a:gd name="csY101" fmla="*/ 292227 h 1458087"/>
              <a:gd name="csX102" fmla="*/ 2126456 w 3308032"/>
              <a:gd name="csY102" fmla="*/ 261366 h 1458087"/>
              <a:gd name="csX103" fmla="*/ 2167795 w 3308032"/>
              <a:gd name="csY103" fmla="*/ 249460 h 1458087"/>
              <a:gd name="csX104" fmla="*/ 2211515 w 3308032"/>
              <a:gd name="csY104" fmla="*/ 258413 h 1458087"/>
              <a:gd name="csX105" fmla="*/ 2247043 w 3308032"/>
              <a:gd name="csY105" fmla="*/ 285179 h 1458087"/>
              <a:gd name="csX106" fmla="*/ 2298764 w 3308032"/>
              <a:gd name="csY106" fmla="*/ 238316 h 1458087"/>
              <a:gd name="csX107" fmla="*/ 2243328 w 3308032"/>
              <a:gd name="csY107" fmla="*/ 196596 h 1458087"/>
              <a:gd name="csX108" fmla="*/ 2170367 w 3308032"/>
              <a:gd name="csY108" fmla="*/ 182785 h 1458087"/>
              <a:gd name="csX109" fmla="*/ 2069211 w 3308032"/>
              <a:gd name="csY109" fmla="*/ 214598 h 1458087"/>
              <a:gd name="csX110" fmla="*/ 2029015 w 3308032"/>
              <a:gd name="csY110" fmla="*/ 302228 h 1458087"/>
              <a:gd name="csX111" fmla="*/ 2058638 w 3308032"/>
              <a:gd name="csY111" fmla="*/ 375380 h 1458087"/>
              <a:gd name="csX112" fmla="*/ 2163032 w 3308032"/>
              <a:gd name="csY112" fmla="*/ 417957 h 1458087"/>
              <a:gd name="csX113" fmla="*/ 2208943 w 3308032"/>
              <a:gd name="csY113" fmla="*/ 435959 h 1458087"/>
              <a:gd name="csX114" fmla="*/ 2224373 w 3308032"/>
              <a:gd name="csY114" fmla="*/ 467011 h 1458087"/>
              <a:gd name="csX115" fmla="*/ 2207990 w 3308032"/>
              <a:gd name="csY115" fmla="*/ 502158 h 1458087"/>
              <a:gd name="csX116" fmla="*/ 2162271 w 3308032"/>
              <a:gd name="csY116" fmla="*/ 514636 h 1458087"/>
              <a:gd name="csX117" fmla="*/ 2112645 w 3308032"/>
              <a:gd name="csY117" fmla="*/ 502920 h 1458087"/>
              <a:gd name="csX118" fmla="*/ 2068163 w 3308032"/>
              <a:gd name="csY118" fmla="*/ 463677 h 1458087"/>
              <a:gd name="csX119" fmla="*/ 2014633 w 3308032"/>
              <a:gd name="csY119" fmla="*/ 511683 h 1458087"/>
              <a:gd name="csX120" fmla="*/ 2074926 w 3308032"/>
              <a:gd name="csY120" fmla="*/ 563785 h 1458087"/>
              <a:gd name="csX121" fmla="*/ 2161604 w 3308032"/>
              <a:gd name="csY121" fmla="*/ 581692 h 1458087"/>
              <a:gd name="csX122" fmla="*/ 2267617 w 3308032"/>
              <a:gd name="csY122" fmla="*/ 547878 h 1458087"/>
              <a:gd name="csX123" fmla="*/ 2717292 w 3308032"/>
              <a:gd name="csY123" fmla="*/ 237554 h 1458087"/>
              <a:gd name="csX124" fmla="*/ 2769584 w 3308032"/>
              <a:gd name="csY124" fmla="*/ 378905 h 1458087"/>
              <a:gd name="csX125" fmla="*/ 2714530 w 3308032"/>
              <a:gd name="csY125" fmla="*/ 524542 h 1458087"/>
              <a:gd name="csX126" fmla="*/ 2569083 w 3308032"/>
              <a:gd name="csY126" fmla="*/ 581692 h 1458087"/>
              <a:gd name="csX127" fmla="*/ 2424875 w 3308032"/>
              <a:gd name="csY127" fmla="*/ 528447 h 1458087"/>
              <a:gd name="csX128" fmla="*/ 2371439 w 3308032"/>
              <a:gd name="csY128" fmla="*/ 385191 h 1458087"/>
              <a:gd name="csX129" fmla="*/ 2428018 w 3308032"/>
              <a:gd name="csY129" fmla="*/ 238411 h 1458087"/>
              <a:gd name="csX130" fmla="*/ 2574227 w 3308032"/>
              <a:gd name="csY130" fmla="*/ 182785 h 1458087"/>
              <a:gd name="csX131" fmla="*/ 2717292 w 3308032"/>
              <a:gd name="csY131" fmla="*/ 237458 h 1458087"/>
              <a:gd name="csX132" fmla="*/ 2678430 w 3308032"/>
              <a:gd name="csY132" fmla="*/ 381191 h 1458087"/>
              <a:gd name="csX133" fmla="*/ 2650522 w 3308032"/>
              <a:gd name="csY133" fmla="*/ 289655 h 1458087"/>
              <a:gd name="csX134" fmla="*/ 2572036 w 3308032"/>
              <a:gd name="csY134" fmla="*/ 255079 h 1458087"/>
              <a:gd name="csX135" fmla="*/ 2492216 w 3308032"/>
              <a:gd name="csY135" fmla="*/ 290798 h 1458087"/>
              <a:gd name="csX136" fmla="*/ 2462308 w 3308032"/>
              <a:gd name="csY136" fmla="*/ 383477 h 1458087"/>
              <a:gd name="csX137" fmla="*/ 2491931 w 3308032"/>
              <a:gd name="csY137" fmla="*/ 476155 h 1458087"/>
              <a:gd name="csX138" fmla="*/ 2572512 w 3308032"/>
              <a:gd name="csY138" fmla="*/ 509969 h 1458087"/>
              <a:gd name="csX139" fmla="*/ 2650808 w 3308032"/>
              <a:gd name="csY139" fmla="*/ 475012 h 1458087"/>
              <a:gd name="csX140" fmla="*/ 2678525 w 3308032"/>
              <a:gd name="csY140" fmla="*/ 381286 h 1458087"/>
              <a:gd name="csX141" fmla="*/ 3280410 w 3308032"/>
              <a:gd name="csY141" fmla="*/ 494729 h 1458087"/>
              <a:gd name="csX142" fmla="*/ 3257360 w 3308032"/>
              <a:gd name="csY142" fmla="*/ 507397 h 1458087"/>
              <a:gd name="csX143" fmla="*/ 3236500 w 3308032"/>
              <a:gd name="csY143" fmla="*/ 511112 h 1458087"/>
              <a:gd name="csX144" fmla="*/ 3205258 w 3308032"/>
              <a:gd name="csY144" fmla="*/ 497872 h 1458087"/>
              <a:gd name="csX145" fmla="*/ 3194114 w 3308032"/>
              <a:gd name="csY145" fmla="*/ 456724 h 1458087"/>
              <a:gd name="csX146" fmla="*/ 3194114 w 3308032"/>
              <a:gd name="csY146" fmla="*/ 260985 h 1458087"/>
              <a:gd name="csX147" fmla="*/ 3291269 w 3308032"/>
              <a:gd name="csY147" fmla="*/ 260985 h 1458087"/>
              <a:gd name="csX148" fmla="*/ 3291269 w 3308032"/>
              <a:gd name="csY148" fmla="*/ 191738 h 1458087"/>
              <a:gd name="csX149" fmla="*/ 3194114 w 3308032"/>
              <a:gd name="csY149" fmla="*/ 191738 h 1458087"/>
              <a:gd name="csX150" fmla="*/ 3194114 w 3308032"/>
              <a:gd name="csY150" fmla="*/ 82677 h 1458087"/>
              <a:gd name="csX151" fmla="*/ 3105150 w 3308032"/>
              <a:gd name="csY151" fmla="*/ 98298 h 1458087"/>
              <a:gd name="csX152" fmla="*/ 3105150 w 3308032"/>
              <a:gd name="csY152" fmla="*/ 191643 h 1458087"/>
              <a:gd name="csX153" fmla="*/ 2957227 w 3308032"/>
              <a:gd name="csY153" fmla="*/ 191643 h 1458087"/>
              <a:gd name="csX154" fmla="*/ 2957227 w 3308032"/>
              <a:gd name="csY154" fmla="*/ 130969 h 1458087"/>
              <a:gd name="csX155" fmla="*/ 2970086 w 3308032"/>
              <a:gd name="csY155" fmla="*/ 86297 h 1458087"/>
              <a:gd name="csX156" fmla="*/ 3006757 w 3308032"/>
              <a:gd name="csY156" fmla="*/ 71438 h 1458087"/>
              <a:gd name="csX157" fmla="*/ 3029236 w 3308032"/>
              <a:gd name="csY157" fmla="*/ 74962 h 1458087"/>
              <a:gd name="csX158" fmla="*/ 3049143 w 3308032"/>
              <a:gd name="csY158" fmla="*/ 84868 h 1458087"/>
              <a:gd name="csX159" fmla="*/ 3085624 w 3308032"/>
              <a:gd name="csY159" fmla="*/ 20479 h 1458087"/>
              <a:gd name="csX160" fmla="*/ 3045429 w 3308032"/>
              <a:gd name="csY160" fmla="*/ 5048 h 1458087"/>
              <a:gd name="csX161" fmla="*/ 3003042 w 3308032"/>
              <a:gd name="csY161" fmla="*/ 0 h 1458087"/>
              <a:gd name="csX162" fmla="*/ 2903887 w 3308032"/>
              <a:gd name="csY162" fmla="*/ 34957 h 1458087"/>
              <a:gd name="csX163" fmla="*/ 2868740 w 3308032"/>
              <a:gd name="csY163" fmla="*/ 130207 h 1458087"/>
              <a:gd name="csX164" fmla="*/ 2868740 w 3308032"/>
              <a:gd name="csY164" fmla="*/ 191643 h 1458087"/>
              <a:gd name="csX165" fmla="*/ 2803970 w 3308032"/>
              <a:gd name="csY165" fmla="*/ 191643 h 1458087"/>
              <a:gd name="csX166" fmla="*/ 2803970 w 3308032"/>
              <a:gd name="csY166" fmla="*/ 260890 h 1458087"/>
              <a:gd name="csX167" fmla="*/ 2868740 w 3308032"/>
              <a:gd name="csY167" fmla="*/ 260890 h 1458087"/>
              <a:gd name="csX168" fmla="*/ 2868740 w 3308032"/>
              <a:gd name="csY168" fmla="*/ 572643 h 1458087"/>
              <a:gd name="csX169" fmla="*/ 2957322 w 3308032"/>
              <a:gd name="csY169" fmla="*/ 572643 h 1458087"/>
              <a:gd name="csX170" fmla="*/ 2957322 w 3308032"/>
              <a:gd name="csY170" fmla="*/ 260890 h 1458087"/>
              <a:gd name="csX171" fmla="*/ 3105246 w 3308032"/>
              <a:gd name="csY171" fmla="*/ 260890 h 1458087"/>
              <a:gd name="csX172" fmla="*/ 3105246 w 3308032"/>
              <a:gd name="csY172" fmla="*/ 469297 h 1458087"/>
              <a:gd name="csX173" fmla="*/ 3133535 w 3308032"/>
              <a:gd name="csY173" fmla="*/ 553022 h 1458087"/>
              <a:gd name="csX174" fmla="*/ 3218021 w 3308032"/>
              <a:gd name="csY174" fmla="*/ 581692 h 1458087"/>
              <a:gd name="csX175" fmla="*/ 3269171 w 3308032"/>
              <a:gd name="csY175" fmla="*/ 574453 h 1458087"/>
              <a:gd name="csX176" fmla="*/ 3308033 w 3308032"/>
              <a:gd name="csY176" fmla="*/ 554926 h 1458087"/>
              <a:gd name="csX177" fmla="*/ 3280505 w 3308032"/>
              <a:gd name="csY177" fmla="*/ 494633 h 1458087"/>
              <a:gd name="csX178" fmla="*/ 301181 w 3308032"/>
              <a:gd name="csY178" fmla="*/ 915543 h 1458087"/>
              <a:gd name="csX179" fmla="*/ 497300 w 3308032"/>
              <a:gd name="csY179" fmla="*/ 1449134 h 1458087"/>
              <a:gd name="csX180" fmla="*/ 399860 w 3308032"/>
              <a:gd name="csY180" fmla="*/ 1449134 h 1458087"/>
              <a:gd name="csX181" fmla="*/ 354139 w 3308032"/>
              <a:gd name="csY181" fmla="*/ 1324166 h 1458087"/>
              <a:gd name="csX182" fmla="*/ 140970 w 3308032"/>
              <a:gd name="csY182" fmla="*/ 1324166 h 1458087"/>
              <a:gd name="csX183" fmla="*/ 97441 w 3308032"/>
              <a:gd name="csY183" fmla="*/ 1449134 h 1458087"/>
              <a:gd name="csX184" fmla="*/ 0 w 3308032"/>
              <a:gd name="csY184" fmla="*/ 1449134 h 1458087"/>
              <a:gd name="csX185" fmla="*/ 197930 w 3308032"/>
              <a:gd name="csY185" fmla="*/ 915543 h 1458087"/>
              <a:gd name="csX186" fmla="*/ 301371 w 3308032"/>
              <a:gd name="csY186" fmla="*/ 915543 h 1458087"/>
              <a:gd name="csX187" fmla="*/ 329851 w 3308032"/>
              <a:gd name="csY187" fmla="*/ 1247108 h 1458087"/>
              <a:gd name="csX188" fmla="*/ 257651 w 3308032"/>
              <a:gd name="csY188" fmla="*/ 1037654 h 1458087"/>
              <a:gd name="csX189" fmla="*/ 252984 w 3308032"/>
              <a:gd name="csY189" fmla="*/ 1022795 h 1458087"/>
              <a:gd name="csX190" fmla="*/ 248317 w 3308032"/>
              <a:gd name="csY190" fmla="*/ 1006412 h 1458087"/>
              <a:gd name="csX191" fmla="*/ 246126 w 3308032"/>
              <a:gd name="csY191" fmla="*/ 1006412 h 1458087"/>
              <a:gd name="csX192" fmla="*/ 241459 w 3308032"/>
              <a:gd name="csY192" fmla="*/ 1022223 h 1458087"/>
              <a:gd name="csX193" fmla="*/ 236411 w 3308032"/>
              <a:gd name="csY193" fmla="*/ 1037654 h 1458087"/>
              <a:gd name="csX194" fmla="*/ 164973 w 3308032"/>
              <a:gd name="csY194" fmla="*/ 1247108 h 1458087"/>
              <a:gd name="csX195" fmla="*/ 329756 w 3308032"/>
              <a:gd name="csY195" fmla="*/ 1247108 h 1458087"/>
              <a:gd name="csX196" fmla="*/ 557403 w 3308032"/>
              <a:gd name="csY196" fmla="*/ 1449134 h 1458087"/>
              <a:gd name="csX197" fmla="*/ 648557 w 3308032"/>
              <a:gd name="csY197" fmla="*/ 1449134 h 1458087"/>
              <a:gd name="csX198" fmla="*/ 648557 w 3308032"/>
              <a:gd name="csY198" fmla="*/ 915543 h 1458087"/>
              <a:gd name="csX199" fmla="*/ 557403 w 3308032"/>
              <a:gd name="csY199" fmla="*/ 915543 h 1458087"/>
              <a:gd name="csX200" fmla="*/ 557403 w 3308032"/>
              <a:gd name="csY200" fmla="*/ 1449134 h 1458087"/>
              <a:gd name="csX201" fmla="*/ 1271778 w 3308032"/>
              <a:gd name="csY201" fmla="*/ 915543 h 1458087"/>
              <a:gd name="csX202" fmla="*/ 883730 w 3308032"/>
              <a:gd name="csY202" fmla="*/ 915543 h 1458087"/>
              <a:gd name="csX203" fmla="*/ 883730 w 3308032"/>
              <a:gd name="csY203" fmla="*/ 992600 h 1458087"/>
              <a:gd name="csX204" fmla="*/ 1031843 w 3308032"/>
              <a:gd name="csY204" fmla="*/ 992600 h 1458087"/>
              <a:gd name="csX205" fmla="*/ 1031843 w 3308032"/>
              <a:gd name="csY205" fmla="*/ 1449134 h 1458087"/>
              <a:gd name="csX206" fmla="*/ 1122998 w 3308032"/>
              <a:gd name="csY206" fmla="*/ 1449134 h 1458087"/>
              <a:gd name="csX207" fmla="*/ 1122998 w 3308032"/>
              <a:gd name="csY207" fmla="*/ 992600 h 1458087"/>
              <a:gd name="csX208" fmla="*/ 1271778 w 3308032"/>
              <a:gd name="csY208" fmla="*/ 992600 h 1458087"/>
              <a:gd name="csX209" fmla="*/ 1271778 w 3308032"/>
              <a:gd name="csY209" fmla="*/ 915543 h 1458087"/>
              <a:gd name="csX210" fmla="*/ 1581340 w 3308032"/>
              <a:gd name="csY210" fmla="*/ 1113854 h 1458087"/>
              <a:gd name="csX211" fmla="*/ 1633633 w 3308032"/>
              <a:gd name="csY211" fmla="*/ 1255205 h 1458087"/>
              <a:gd name="csX212" fmla="*/ 1578578 w 3308032"/>
              <a:gd name="csY212" fmla="*/ 1400842 h 1458087"/>
              <a:gd name="csX213" fmla="*/ 1433132 w 3308032"/>
              <a:gd name="csY213" fmla="*/ 1457992 h 1458087"/>
              <a:gd name="csX214" fmla="*/ 1288923 w 3308032"/>
              <a:gd name="csY214" fmla="*/ 1404747 h 1458087"/>
              <a:gd name="csX215" fmla="*/ 1235488 w 3308032"/>
              <a:gd name="csY215" fmla="*/ 1261491 h 1458087"/>
              <a:gd name="csX216" fmla="*/ 1292066 w 3308032"/>
              <a:gd name="csY216" fmla="*/ 1114711 h 1458087"/>
              <a:gd name="csX217" fmla="*/ 1438275 w 3308032"/>
              <a:gd name="csY217" fmla="*/ 1059085 h 1458087"/>
              <a:gd name="csX218" fmla="*/ 1581340 w 3308032"/>
              <a:gd name="csY218" fmla="*/ 1113758 h 1458087"/>
              <a:gd name="csX219" fmla="*/ 1542479 w 3308032"/>
              <a:gd name="csY219" fmla="*/ 1257491 h 1458087"/>
              <a:gd name="csX220" fmla="*/ 1514570 w 3308032"/>
              <a:gd name="csY220" fmla="*/ 1165955 h 1458087"/>
              <a:gd name="csX221" fmla="*/ 1436084 w 3308032"/>
              <a:gd name="csY221" fmla="*/ 1131380 h 1458087"/>
              <a:gd name="csX222" fmla="*/ 1356265 w 3308032"/>
              <a:gd name="csY222" fmla="*/ 1167098 h 1458087"/>
              <a:gd name="csX223" fmla="*/ 1326356 w 3308032"/>
              <a:gd name="csY223" fmla="*/ 1259777 h 1458087"/>
              <a:gd name="csX224" fmla="*/ 1355979 w 3308032"/>
              <a:gd name="csY224" fmla="*/ 1352455 h 1458087"/>
              <a:gd name="csX225" fmla="*/ 1436561 w 3308032"/>
              <a:gd name="csY225" fmla="*/ 1386269 h 1458087"/>
              <a:gd name="csX226" fmla="*/ 1514856 w 3308032"/>
              <a:gd name="csY226" fmla="*/ 1351312 h 1458087"/>
              <a:gd name="csX227" fmla="*/ 1542574 w 3308032"/>
              <a:gd name="csY227" fmla="*/ 1257586 h 1458087"/>
              <a:gd name="csX228" fmla="*/ 1951577 w 3308032"/>
              <a:gd name="csY228" fmla="*/ 1285399 h 1458087"/>
              <a:gd name="csX229" fmla="*/ 1926622 w 3308032"/>
              <a:gd name="csY229" fmla="*/ 1357598 h 1458087"/>
              <a:gd name="csX230" fmla="*/ 1862233 w 3308032"/>
              <a:gd name="csY230" fmla="*/ 1386269 h 1458087"/>
              <a:gd name="csX231" fmla="*/ 1805273 w 3308032"/>
              <a:gd name="csY231" fmla="*/ 1362266 h 1458087"/>
              <a:gd name="csX232" fmla="*/ 1787081 w 3308032"/>
              <a:gd name="csY232" fmla="*/ 1290638 h 1458087"/>
              <a:gd name="csX233" fmla="*/ 1787081 w 3308032"/>
              <a:gd name="csY233" fmla="*/ 1068134 h 1458087"/>
              <a:gd name="csX234" fmla="*/ 1698498 w 3308032"/>
              <a:gd name="csY234" fmla="*/ 1068134 h 1458087"/>
              <a:gd name="csX235" fmla="*/ 1698498 w 3308032"/>
              <a:gd name="csY235" fmla="*/ 1302544 h 1458087"/>
              <a:gd name="csX236" fmla="*/ 1732502 w 3308032"/>
              <a:gd name="csY236" fmla="*/ 1418463 h 1458087"/>
              <a:gd name="csX237" fmla="*/ 1833563 w 3308032"/>
              <a:gd name="csY237" fmla="*/ 1458087 h 1458087"/>
              <a:gd name="csX238" fmla="*/ 1899571 w 3308032"/>
              <a:gd name="csY238" fmla="*/ 1441514 h 1458087"/>
              <a:gd name="csX239" fmla="*/ 1949577 w 3308032"/>
              <a:gd name="csY239" fmla="*/ 1397413 h 1458087"/>
              <a:gd name="csX240" fmla="*/ 1951482 w 3308032"/>
              <a:gd name="csY240" fmla="*/ 1397413 h 1458087"/>
              <a:gd name="csX241" fmla="*/ 1951482 w 3308032"/>
              <a:gd name="csY241" fmla="*/ 1449134 h 1458087"/>
              <a:gd name="csX242" fmla="*/ 2040446 w 3308032"/>
              <a:gd name="csY242" fmla="*/ 1449134 h 1458087"/>
              <a:gd name="csX243" fmla="*/ 2040446 w 3308032"/>
              <a:gd name="csY243" fmla="*/ 1068134 h 1458087"/>
              <a:gd name="csX244" fmla="*/ 1951482 w 3308032"/>
              <a:gd name="csY244" fmla="*/ 1068134 h 1458087"/>
              <a:gd name="csX245" fmla="*/ 1951482 w 3308032"/>
              <a:gd name="csY245" fmla="*/ 1285399 h 1458087"/>
              <a:gd name="csX246" fmla="*/ 2326767 w 3308032"/>
              <a:gd name="csY246" fmla="*/ 1061466 h 1458087"/>
              <a:gd name="csX247" fmla="*/ 2266474 w 3308032"/>
              <a:gd name="csY247" fmla="*/ 1080992 h 1458087"/>
              <a:gd name="csX248" fmla="*/ 2227040 w 3308032"/>
              <a:gd name="csY248" fmla="*/ 1136999 h 1458087"/>
              <a:gd name="csX249" fmla="*/ 2225516 w 3308032"/>
              <a:gd name="csY249" fmla="*/ 1136999 h 1458087"/>
              <a:gd name="csX250" fmla="*/ 2225516 w 3308032"/>
              <a:gd name="csY250" fmla="*/ 1068134 h 1458087"/>
              <a:gd name="csX251" fmla="*/ 2136553 w 3308032"/>
              <a:gd name="csY251" fmla="*/ 1068134 h 1458087"/>
              <a:gd name="csX252" fmla="*/ 2136553 w 3308032"/>
              <a:gd name="csY252" fmla="*/ 1449134 h 1458087"/>
              <a:gd name="csX253" fmla="*/ 2225516 w 3308032"/>
              <a:gd name="csY253" fmla="*/ 1449134 h 1458087"/>
              <a:gd name="csX254" fmla="*/ 2225516 w 3308032"/>
              <a:gd name="csY254" fmla="*/ 1260824 h 1458087"/>
              <a:gd name="csX255" fmla="*/ 2249138 w 3308032"/>
              <a:gd name="csY255" fmla="*/ 1172623 h 1458087"/>
              <a:gd name="csX256" fmla="*/ 2311051 w 3308032"/>
              <a:gd name="csY256" fmla="*/ 1139095 h 1458087"/>
              <a:gd name="csX257" fmla="*/ 2334292 w 3308032"/>
              <a:gd name="csY257" fmla="*/ 1141476 h 1458087"/>
              <a:gd name="csX258" fmla="*/ 2356104 w 3308032"/>
              <a:gd name="csY258" fmla="*/ 1147953 h 1458087"/>
              <a:gd name="csX259" fmla="*/ 2379917 w 3308032"/>
              <a:gd name="csY259" fmla="*/ 1072039 h 1458087"/>
              <a:gd name="csX260" fmla="*/ 2353532 w 3308032"/>
              <a:gd name="csY260" fmla="*/ 1063466 h 1458087"/>
              <a:gd name="csX261" fmla="*/ 2326767 w 3308032"/>
              <a:gd name="csY261" fmla="*/ 1061276 h 1458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3308032" h="1458087">
                <a:moveTo>
                  <a:pt x="542449" y="193548"/>
                </a:moveTo>
                <a:cubicBezTo>
                  <a:pt x="542830" y="180499"/>
                  <a:pt x="543116" y="165735"/>
                  <a:pt x="543401" y="149066"/>
                </a:cubicBezTo>
                <a:lnTo>
                  <a:pt x="541211" y="149066"/>
                </a:lnTo>
                <a:cubicBezTo>
                  <a:pt x="539020" y="156496"/>
                  <a:pt x="536829" y="162973"/>
                  <a:pt x="534924" y="168593"/>
                </a:cubicBezTo>
                <a:cubicBezTo>
                  <a:pt x="532924" y="174212"/>
                  <a:pt x="530733" y="180118"/>
                  <a:pt x="528257" y="186309"/>
                </a:cubicBezTo>
                <a:lnTo>
                  <a:pt x="374618" y="572929"/>
                </a:lnTo>
                <a:lnTo>
                  <a:pt x="310229" y="572929"/>
                </a:lnTo>
                <a:lnTo>
                  <a:pt x="155448" y="189738"/>
                </a:lnTo>
                <a:cubicBezTo>
                  <a:pt x="153448" y="184023"/>
                  <a:pt x="151447" y="178308"/>
                  <a:pt x="149352" y="172402"/>
                </a:cubicBezTo>
                <a:cubicBezTo>
                  <a:pt x="147257" y="166592"/>
                  <a:pt x="144589" y="158782"/>
                  <a:pt x="141351" y="149162"/>
                </a:cubicBezTo>
                <a:lnTo>
                  <a:pt x="139160" y="149162"/>
                </a:lnTo>
                <a:cubicBezTo>
                  <a:pt x="139637" y="164592"/>
                  <a:pt x="140018" y="180118"/>
                  <a:pt x="140303" y="195834"/>
                </a:cubicBezTo>
                <a:cubicBezTo>
                  <a:pt x="140589" y="211550"/>
                  <a:pt x="140684" y="228505"/>
                  <a:pt x="140684" y="246602"/>
                </a:cubicBezTo>
                <a:lnTo>
                  <a:pt x="140684" y="572929"/>
                </a:lnTo>
                <a:lnTo>
                  <a:pt x="55817" y="572929"/>
                </a:lnTo>
                <a:lnTo>
                  <a:pt x="55817" y="39338"/>
                </a:lnTo>
                <a:lnTo>
                  <a:pt x="185642" y="39338"/>
                </a:lnTo>
                <a:lnTo>
                  <a:pt x="322231" y="383477"/>
                </a:lnTo>
                <a:cubicBezTo>
                  <a:pt x="327470" y="396145"/>
                  <a:pt x="331565" y="406908"/>
                  <a:pt x="334709" y="415671"/>
                </a:cubicBezTo>
                <a:cubicBezTo>
                  <a:pt x="337852" y="424434"/>
                  <a:pt x="340805" y="434245"/>
                  <a:pt x="343853" y="444913"/>
                </a:cubicBezTo>
                <a:lnTo>
                  <a:pt x="346043" y="444913"/>
                </a:lnTo>
                <a:cubicBezTo>
                  <a:pt x="350520" y="433007"/>
                  <a:pt x="354520" y="422243"/>
                  <a:pt x="358140" y="412528"/>
                </a:cubicBezTo>
                <a:cubicBezTo>
                  <a:pt x="361760" y="402812"/>
                  <a:pt x="365474" y="392811"/>
                  <a:pt x="369475" y="382429"/>
                </a:cubicBezTo>
                <a:lnTo>
                  <a:pt x="507873" y="39338"/>
                </a:lnTo>
                <a:lnTo>
                  <a:pt x="632555" y="39338"/>
                </a:lnTo>
                <a:lnTo>
                  <a:pt x="632555" y="572929"/>
                </a:lnTo>
                <a:lnTo>
                  <a:pt x="542163" y="572929"/>
                </a:lnTo>
                <a:lnTo>
                  <a:pt x="542163" y="234315"/>
                </a:lnTo>
                <a:cubicBezTo>
                  <a:pt x="542163" y="220218"/>
                  <a:pt x="542354" y="206597"/>
                  <a:pt x="542735" y="193548"/>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100000">
                <a:srgbClr val="0078D4"/>
              </a:gs>
              <a:gs pos="3000">
                <a:srgbClr val="463668"/>
              </a:gs>
            </a:gsLst>
            <a:lin ang="0" scaled="0"/>
          </a:gradFill>
          <a:ln w="9525" cap="flat">
            <a:noFill/>
            <a:prstDash val="solid"/>
            <a:miter/>
          </a:ln>
        </p:spPr>
        <p:txBody>
          <a:bodyPr/>
          <a:lstStyle/>
          <a:p>
            <a:endParaRPr lang="en-US"/>
          </a:p>
        </p:txBody>
      </p:sp>
      <p:pic>
        <p:nvPicPr>
          <p:cNvPr id="17" name="MS logo gray - EMF" descr="Microsoft logo, gray text version">
            <a:extLst>
              <a:ext uri="{FF2B5EF4-FFF2-40B4-BE49-F238E27FC236}">
                <a16:creationId xmlns:a16="http://schemas.microsoft.com/office/drawing/2014/main" id="{B605AFFB-ECC7-BC73-2966-D56BADE09BC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10794848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94360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accent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199" y="3962399"/>
            <a:ext cx="594360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B6A310A5-2746-FFC9-C289-A677D4E8400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9744231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FFFFFF"/>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7982223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1434342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15928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39802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6855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351708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97053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363450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584337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362777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70106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965999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808901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478349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857708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4355962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211710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892194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54908318"/>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361701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0782576"/>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41192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7852665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4285745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10695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866904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69165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025237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086609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1024720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809272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448077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4257006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313306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de Bottom">
    <p:bg>
      <p:bgPr>
        <a:solidFill>
          <a:srgbClr val="D7D2CB"/>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93465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de Top">
    <p:bg>
      <p:bgPr>
        <a:solidFill>
          <a:srgbClr val="D7D2C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0908870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Code Right side">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8596477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Code Left sde">
    <p:bg>
      <p:bgPr>
        <a:solidFill>
          <a:srgbClr val="D7D2CB"/>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575606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521208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521208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5557284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077303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842803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Section Titl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85772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4813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411677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679043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23581300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0556074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theme" Target="../theme/theme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slideLayout" Target="../slideLayouts/slideLayout98.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51" Type="http://schemas.openxmlformats.org/officeDocument/2006/relationships/image" Target="../media/image1.svg"/><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29" Type="http://schemas.openxmlformats.org/officeDocument/2006/relationships/theme" Target="../theme/theme3.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image" Target="../media/image1.svg"/></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9" Type="http://schemas.openxmlformats.org/officeDocument/2006/relationships/slideLayout" Target="../slideLayouts/slideLayout165.xml"/><Relationship Id="rId21" Type="http://schemas.openxmlformats.org/officeDocument/2006/relationships/slideLayout" Target="../slideLayouts/slideLayout147.xml"/><Relationship Id="rId34" Type="http://schemas.openxmlformats.org/officeDocument/2006/relationships/slideLayout" Target="../slideLayouts/slideLayout160.xml"/><Relationship Id="rId42" Type="http://schemas.openxmlformats.org/officeDocument/2006/relationships/slideLayout" Target="../slideLayouts/slideLayout168.xml"/><Relationship Id="rId47" Type="http://schemas.openxmlformats.org/officeDocument/2006/relationships/slideLayout" Target="../slideLayouts/slideLayout173.xml"/><Relationship Id="rId50" Type="http://schemas.openxmlformats.org/officeDocument/2006/relationships/theme" Target="../theme/theme4.xml"/><Relationship Id="rId7" Type="http://schemas.openxmlformats.org/officeDocument/2006/relationships/slideLayout" Target="../slideLayouts/slideLayout133.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9" Type="http://schemas.openxmlformats.org/officeDocument/2006/relationships/slideLayout" Target="../slideLayouts/slideLayout155.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32" Type="http://schemas.openxmlformats.org/officeDocument/2006/relationships/slideLayout" Target="../slideLayouts/slideLayout158.xml"/><Relationship Id="rId37" Type="http://schemas.openxmlformats.org/officeDocument/2006/relationships/slideLayout" Target="../slideLayouts/slideLayout163.xml"/><Relationship Id="rId40" Type="http://schemas.openxmlformats.org/officeDocument/2006/relationships/slideLayout" Target="../slideLayouts/slideLayout166.xml"/><Relationship Id="rId45" Type="http://schemas.openxmlformats.org/officeDocument/2006/relationships/slideLayout" Target="../slideLayouts/slideLayout171.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slideLayout" Target="../slideLayouts/slideLayout154.xml"/><Relationship Id="rId36" Type="http://schemas.openxmlformats.org/officeDocument/2006/relationships/slideLayout" Target="../slideLayouts/slideLayout162.xml"/><Relationship Id="rId49" Type="http://schemas.openxmlformats.org/officeDocument/2006/relationships/slideLayout" Target="../slideLayouts/slideLayout175.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31" Type="http://schemas.openxmlformats.org/officeDocument/2006/relationships/slideLayout" Target="../slideLayouts/slideLayout157.xml"/><Relationship Id="rId44" Type="http://schemas.openxmlformats.org/officeDocument/2006/relationships/slideLayout" Target="../slideLayouts/slideLayout170.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 Id="rId30" Type="http://schemas.openxmlformats.org/officeDocument/2006/relationships/slideLayout" Target="../slideLayouts/slideLayout156.xml"/><Relationship Id="rId35" Type="http://schemas.openxmlformats.org/officeDocument/2006/relationships/slideLayout" Target="../slideLayouts/slideLayout161.xml"/><Relationship Id="rId43" Type="http://schemas.openxmlformats.org/officeDocument/2006/relationships/slideLayout" Target="../slideLayouts/slideLayout169.xml"/><Relationship Id="rId48" Type="http://schemas.openxmlformats.org/officeDocument/2006/relationships/slideLayout" Target="../slideLayouts/slideLayout174.xml"/><Relationship Id="rId8" Type="http://schemas.openxmlformats.org/officeDocument/2006/relationships/slideLayout" Target="../slideLayouts/slideLayout134.xml"/><Relationship Id="rId3" Type="http://schemas.openxmlformats.org/officeDocument/2006/relationships/slideLayout" Target="../slideLayouts/slideLayout129.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33" Type="http://schemas.openxmlformats.org/officeDocument/2006/relationships/slideLayout" Target="../slideLayouts/slideLayout159.xml"/><Relationship Id="rId38" Type="http://schemas.openxmlformats.org/officeDocument/2006/relationships/slideLayout" Target="../slideLayouts/slideLayout164.xml"/><Relationship Id="rId46" Type="http://schemas.openxmlformats.org/officeDocument/2006/relationships/slideLayout" Target="../slideLayouts/slideLayout172.xml"/><Relationship Id="rId20" Type="http://schemas.openxmlformats.org/officeDocument/2006/relationships/slideLayout" Target="../slideLayouts/slideLayout146.xml"/><Relationship Id="rId41" Type="http://schemas.openxmlformats.org/officeDocument/2006/relationships/slideLayout" Target="../slideLayouts/slideLayout167.xml"/><Relationship Id="rId1" Type="http://schemas.openxmlformats.org/officeDocument/2006/relationships/slideLayout" Target="../slideLayouts/slideLayout127.xml"/><Relationship Id="rId6" Type="http://schemas.openxmlformats.org/officeDocument/2006/relationships/slideLayout" Target="../slideLayouts/slideLayout1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454"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464" r:id="rId16"/>
    <p:sldLayoutId id="2147485465" r:id="rId17"/>
    <p:sldLayoutId id="2147485466" r:id="rId18"/>
    <p:sldLayoutId id="2147485467" r:id="rId19"/>
    <p:sldLayoutId id="2147485468" r:id="rId20"/>
    <p:sldLayoutId id="2147485469" r:id="rId21"/>
    <p:sldLayoutId id="2147485470" r:id="rId22"/>
    <p:sldLayoutId id="2147485471" r:id="rId23"/>
    <p:sldLayoutId id="2147485472" r:id="rId24"/>
    <p:sldLayoutId id="2147485473" r:id="rId25"/>
    <p:sldLayoutId id="2147485474" r:id="rId26"/>
    <p:sldLayoutId id="2147485475" r:id="rId27"/>
    <p:sldLayoutId id="2147485476" r:id="rId28"/>
    <p:sldLayoutId id="2147485477" r:id="rId29"/>
    <p:sldLayoutId id="2147485478" r:id="rId30"/>
    <p:sldLayoutId id="2147485479" r:id="rId31"/>
    <p:sldLayoutId id="2147485480" r:id="rId32"/>
    <p:sldLayoutId id="2147485481" r:id="rId33"/>
    <p:sldLayoutId id="2147485482" r:id="rId34"/>
    <p:sldLayoutId id="2147485483" r:id="rId35"/>
    <p:sldLayoutId id="2147485484" r:id="rId36"/>
    <p:sldLayoutId id="2147485485" r:id="rId37"/>
    <p:sldLayoutId id="2147485486" r:id="rId38"/>
    <p:sldLayoutId id="2147485487" r:id="rId39"/>
    <p:sldLayoutId id="2147485488" r:id="rId40"/>
    <p:sldLayoutId id="2147485489" r:id="rId41"/>
    <p:sldLayoutId id="2147485490" r:id="rId42"/>
    <p:sldLayoutId id="2147485491" r:id="rId43"/>
    <p:sldLayoutId id="2147485492" r:id="rId44"/>
    <p:sldLayoutId id="2147485493" r:id="rId45"/>
    <p:sldLayoutId id="2147485494" r:id="rId46"/>
    <p:sldLayoutId id="2147485495" r:id="rId47"/>
    <p:sldLayoutId id="2147485496" r:id="rId48"/>
    <p:sldLayoutId id="2147485603"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8" r:id="rId6"/>
    <p:sldLayoutId id="2147485559" r:id="rId7"/>
    <p:sldLayoutId id="2147485560" r:id="rId8"/>
    <p:sldLayoutId id="2147485561" r:id="rId9"/>
    <p:sldLayoutId id="2147485562" r:id="rId10"/>
    <p:sldLayoutId id="2147485563" r:id="rId11"/>
    <p:sldLayoutId id="2147485564" r:id="rId12"/>
    <p:sldLayoutId id="2147485565" r:id="rId13"/>
    <p:sldLayoutId id="2147485566" r:id="rId14"/>
    <p:sldLayoutId id="2147485567" r:id="rId15"/>
    <p:sldLayoutId id="2147485568" r:id="rId16"/>
    <p:sldLayoutId id="2147485569" r:id="rId17"/>
    <p:sldLayoutId id="2147485570" r:id="rId18"/>
    <p:sldLayoutId id="2147485571" r:id="rId19"/>
    <p:sldLayoutId id="2147485572" r:id="rId20"/>
    <p:sldLayoutId id="2147485573" r:id="rId21"/>
    <p:sldLayoutId id="2147485574" r:id="rId22"/>
    <p:sldLayoutId id="2147485575" r:id="rId23"/>
    <p:sldLayoutId id="2147485576" r:id="rId24"/>
    <p:sldLayoutId id="2147485577" r:id="rId25"/>
    <p:sldLayoutId id="2147485578" r:id="rId26"/>
    <p:sldLayoutId id="2147485579" r:id="rId27"/>
    <p:sldLayoutId id="2147485580" r:id="rId28"/>
    <p:sldLayoutId id="2147485581" r:id="rId29"/>
    <p:sldLayoutId id="2147485582" r:id="rId30"/>
    <p:sldLayoutId id="2147485583" r:id="rId31"/>
    <p:sldLayoutId id="2147485584" r:id="rId32"/>
    <p:sldLayoutId id="2147485585" r:id="rId33"/>
    <p:sldLayoutId id="2147485586" r:id="rId34"/>
    <p:sldLayoutId id="2147485587" r:id="rId35"/>
    <p:sldLayoutId id="2147485588" r:id="rId36"/>
    <p:sldLayoutId id="2147485589" r:id="rId37"/>
    <p:sldLayoutId id="2147485590" r:id="rId38"/>
    <p:sldLayoutId id="2147485591" r:id="rId39"/>
    <p:sldLayoutId id="2147485592" r:id="rId40"/>
    <p:sldLayoutId id="2147485593" r:id="rId41"/>
    <p:sldLayoutId id="2147485594" r:id="rId42"/>
    <p:sldLayoutId id="2147485595" r:id="rId43"/>
    <p:sldLayoutId id="2147485596" r:id="rId44"/>
    <p:sldLayoutId id="2147485597" r:id="rId45"/>
    <p:sldLayoutId id="2147485598" r:id="rId46"/>
    <p:sldLayoutId id="2147485599" r:id="rId47"/>
    <p:sldLayoutId id="2147485600" r:id="rId48"/>
    <p:sldLayoutId id="2147485602"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382088274"/>
      </p:ext>
    </p:extLst>
  </p:cSld>
  <p:clrMap bg1="lt1" tx1="dk1" bg2="lt2" tx2="dk2" accent1="accent1" accent2="accent2" accent3="accent3" accent4="accent4" accent5="accent5" accent6="accent6" hlink="hlink" folHlink="folHlink"/>
  <p:sldLayoutIdLst>
    <p:sldLayoutId id="2147485613" r:id="rId1"/>
    <p:sldLayoutId id="2147485614" r:id="rId2"/>
    <p:sldLayoutId id="2147485615" r:id="rId3"/>
    <p:sldLayoutId id="2147485616" r:id="rId4"/>
    <p:sldLayoutId id="2147485617" r:id="rId5"/>
    <p:sldLayoutId id="2147485618" r:id="rId6"/>
    <p:sldLayoutId id="2147485619" r:id="rId7"/>
    <p:sldLayoutId id="2147485620" r:id="rId8"/>
    <p:sldLayoutId id="2147485621" r:id="rId9"/>
    <p:sldLayoutId id="2147485622" r:id="rId10"/>
    <p:sldLayoutId id="2147485623" r:id="rId11"/>
    <p:sldLayoutId id="2147485624" r:id="rId12"/>
    <p:sldLayoutId id="2147485625" r:id="rId13"/>
    <p:sldLayoutId id="2147485626" r:id="rId14"/>
    <p:sldLayoutId id="2147485627" r:id="rId15"/>
    <p:sldLayoutId id="2147485628" r:id="rId16"/>
    <p:sldLayoutId id="2147485629" r:id="rId17"/>
    <p:sldLayoutId id="2147485630" r:id="rId18"/>
    <p:sldLayoutId id="2147485631" r:id="rId19"/>
    <p:sldLayoutId id="2147485632" r:id="rId20"/>
    <p:sldLayoutId id="2147485633" r:id="rId21"/>
    <p:sldLayoutId id="2147485634" r:id="rId22"/>
    <p:sldLayoutId id="2147485635" r:id="rId23"/>
    <p:sldLayoutId id="2147485636" r:id="rId24"/>
    <p:sldLayoutId id="2147485637" r:id="rId25"/>
    <p:sldLayoutId id="2147485638" r:id="rId26"/>
    <p:sldLayoutId id="2147485639" r:id="rId27"/>
    <p:sldLayoutId id="2147485640" r:id="rId2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691253519"/>
      </p:ext>
    </p:extLst>
  </p:cSld>
  <p:clrMap bg1="lt1" tx1="dk1" bg2="lt2" tx2="dk2" accent1="accent1" accent2="accent2" accent3="accent3" accent4="accent4" accent5="accent5" accent6="accent6" hlink="hlink" folHlink="folHlink"/>
  <p:sldLayoutIdLst>
    <p:sldLayoutId id="2147485642" r:id="rId1"/>
    <p:sldLayoutId id="2147485643" r:id="rId2"/>
    <p:sldLayoutId id="2147485644" r:id="rId3"/>
    <p:sldLayoutId id="2147485645" r:id="rId4"/>
    <p:sldLayoutId id="2147485646" r:id="rId5"/>
    <p:sldLayoutId id="2147485647" r:id="rId6"/>
    <p:sldLayoutId id="2147485648" r:id="rId7"/>
    <p:sldLayoutId id="2147485649" r:id="rId8"/>
    <p:sldLayoutId id="2147485650" r:id="rId9"/>
    <p:sldLayoutId id="2147485651" r:id="rId10"/>
    <p:sldLayoutId id="2147485652" r:id="rId11"/>
    <p:sldLayoutId id="2147485653" r:id="rId12"/>
    <p:sldLayoutId id="2147485654" r:id="rId13"/>
    <p:sldLayoutId id="2147485655" r:id="rId14"/>
    <p:sldLayoutId id="2147485656" r:id="rId15"/>
    <p:sldLayoutId id="2147485657" r:id="rId16"/>
    <p:sldLayoutId id="2147485658" r:id="rId17"/>
    <p:sldLayoutId id="2147485659" r:id="rId18"/>
    <p:sldLayoutId id="2147485660" r:id="rId19"/>
    <p:sldLayoutId id="2147485661" r:id="rId20"/>
    <p:sldLayoutId id="2147485662" r:id="rId21"/>
    <p:sldLayoutId id="2147485663" r:id="rId22"/>
    <p:sldLayoutId id="2147485664" r:id="rId23"/>
    <p:sldLayoutId id="2147485665" r:id="rId24"/>
    <p:sldLayoutId id="2147485666" r:id="rId25"/>
    <p:sldLayoutId id="2147485667" r:id="rId26"/>
    <p:sldLayoutId id="2147485668" r:id="rId27"/>
    <p:sldLayoutId id="2147485669" r:id="rId28"/>
    <p:sldLayoutId id="2147485670" r:id="rId29"/>
    <p:sldLayoutId id="2147485671" r:id="rId30"/>
    <p:sldLayoutId id="2147485672" r:id="rId31"/>
    <p:sldLayoutId id="2147485673" r:id="rId32"/>
    <p:sldLayoutId id="2147485674" r:id="rId33"/>
    <p:sldLayoutId id="2147485675" r:id="rId34"/>
    <p:sldLayoutId id="2147485676" r:id="rId35"/>
    <p:sldLayoutId id="2147485677" r:id="rId36"/>
    <p:sldLayoutId id="2147485678" r:id="rId37"/>
    <p:sldLayoutId id="2147485679" r:id="rId38"/>
    <p:sldLayoutId id="2147485680" r:id="rId39"/>
    <p:sldLayoutId id="2147485681" r:id="rId40"/>
    <p:sldLayoutId id="2147485682" r:id="rId41"/>
    <p:sldLayoutId id="2147485683" r:id="rId42"/>
    <p:sldLayoutId id="2147485684" r:id="rId43"/>
    <p:sldLayoutId id="2147485685" r:id="rId44"/>
    <p:sldLayoutId id="2147485686" r:id="rId45"/>
    <p:sldLayoutId id="2147485687" r:id="rId46"/>
    <p:sldLayoutId id="2147485688" r:id="rId47"/>
    <p:sldLayoutId id="2147485689" r:id="rId48"/>
    <p:sldLayoutId id="2147485690"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2.xml"/></Relationships>
</file>

<file path=ppt/slides/_rels/slide4.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svg"/><Relationship Id="rId12" Type="http://schemas.openxmlformats.org/officeDocument/2006/relationships/image" Target="../media/image45.svg"/><Relationship Id="rId2" Type="http://schemas.openxmlformats.org/officeDocument/2006/relationships/notesSlide" Target="../notesSlides/notesSlide2.xml"/><Relationship Id="rId1" Type="http://schemas.openxmlformats.org/officeDocument/2006/relationships/slideLayout" Target="../slideLayouts/slideLayout111.xml"/><Relationship Id="rId6" Type="http://schemas.openxmlformats.org/officeDocument/2006/relationships/image" Target="../media/image39.svg"/><Relationship Id="rId11" Type="http://schemas.openxmlformats.org/officeDocument/2006/relationships/image" Target="../media/image44.svg"/><Relationship Id="rId5" Type="http://schemas.openxmlformats.org/officeDocument/2006/relationships/image" Target="../media/image38.sv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svg"/><Relationship Id="rId14" Type="http://schemas.openxmlformats.org/officeDocument/2006/relationships/image" Target="../media/image47.svg"/></Relationships>
</file>

<file path=ppt/slides/_rels/slide5.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3.xml"/><Relationship Id="rId1" Type="http://schemas.openxmlformats.org/officeDocument/2006/relationships/slideLayout" Target="../slideLayouts/slideLayout111.xml"/><Relationship Id="rId5" Type="http://schemas.openxmlformats.org/officeDocument/2006/relationships/image" Target="../media/image50.svg"/><Relationship Id="rId4" Type="http://schemas.openxmlformats.org/officeDocument/2006/relationships/image" Target="../media/image49.svg"/></Relationships>
</file>

<file path=ppt/slides/_rels/slide6.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notesSlide" Target="../notesSlides/notesSlide4.xml"/><Relationship Id="rId1" Type="http://schemas.openxmlformats.org/officeDocument/2006/relationships/slideLayout" Target="../slideLayouts/slideLayout111.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 Id="rId9" Type="http://schemas.openxmlformats.org/officeDocument/2006/relationships/image" Target="../media/image57.png"/></Relationships>
</file>

<file path=ppt/slides/_rels/slide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5.xml"/><Relationship Id="rId1" Type="http://schemas.openxmlformats.org/officeDocument/2006/relationships/slideLayout" Target="../slideLayouts/slideLayout111.xml"/><Relationship Id="rId4" Type="http://schemas.openxmlformats.org/officeDocument/2006/relationships/image" Target="../media/image59.svg"/></Relationships>
</file>

<file path=ppt/slides/_rels/slide8.xml.rels><?xml version="1.0" encoding="UTF-8" standalone="yes"?>
<Relationships xmlns="http://schemas.openxmlformats.org/package/2006/relationships"><Relationship Id="rId3" Type="http://schemas.openxmlformats.org/officeDocument/2006/relationships/image" Target="../media/image60.svg"/><Relationship Id="rId7" Type="http://schemas.openxmlformats.org/officeDocument/2006/relationships/image" Target="../media/image63.svg"/><Relationship Id="rId2" Type="http://schemas.openxmlformats.org/officeDocument/2006/relationships/notesSlide" Target="../notesSlides/notesSlide6.xml"/><Relationship Id="rId1" Type="http://schemas.openxmlformats.org/officeDocument/2006/relationships/slideLayout" Target="../slideLayouts/slideLayout111.xml"/><Relationship Id="rId6" Type="http://schemas.openxmlformats.org/officeDocument/2006/relationships/image" Target="../media/image62.svg"/><Relationship Id="rId5" Type="http://schemas.openxmlformats.org/officeDocument/2006/relationships/image" Target="../media/image61.svg"/><Relationship Id="rId4" Type="http://schemas.openxmlformats.org/officeDocument/2006/relationships/image" Target="../media/image5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11.xml"/></Relationships>
</file>

<file path=ppt/slides/_rels/slide1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11.xml"/></Relationships>
</file>

<file path=ppt/slides/_rels/slide1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11.xml"/></Relationships>
</file>

<file path=ppt/slides/_rels/slide13.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svg"/><Relationship Id="rId1" Type="http://schemas.openxmlformats.org/officeDocument/2006/relationships/slideLayout" Target="../slideLayouts/slideLayout111.xml"/><Relationship Id="rId4" Type="http://schemas.openxmlformats.org/officeDocument/2006/relationships/image" Target="../media/image7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1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xml"/><Relationship Id="rId1" Type="http://schemas.openxmlformats.org/officeDocument/2006/relationships/slideLayout" Target="../slideLayouts/slideLayout111.xml"/><Relationship Id="rId4" Type="http://schemas.openxmlformats.org/officeDocument/2006/relationships/image" Target="../media/image72.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xml"/><Relationship Id="rId1" Type="http://schemas.openxmlformats.org/officeDocument/2006/relationships/slideLayout" Target="../slideLayouts/slideLayout121.xml"/><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xml"/><Relationship Id="rId1" Type="http://schemas.openxmlformats.org/officeDocument/2006/relationships/slideLayout" Target="../slideLayouts/slideLayout16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CE0119-F82F-75EF-0AAE-422A9B463402}"/>
              </a:ext>
            </a:extLst>
          </p:cNvPr>
          <p:cNvSpPr>
            <a:spLocks noGrp="1"/>
          </p:cNvSpPr>
          <p:nvPr>
            <p:ph type="title" idx="4294967295"/>
          </p:nvPr>
        </p:nvSpPr>
        <p:spPr>
          <a:xfrm>
            <a:off x="1174750" y="457200"/>
            <a:ext cx="11017250" cy="554038"/>
          </a:xfrm>
        </p:spPr>
        <p:txBody>
          <a:bodyPr/>
          <a:lstStyle/>
          <a:p>
            <a:r>
              <a:rPr lang="en-US">
                <a:noFill/>
              </a:rPr>
              <a:t>Microsoft AI Tour</a:t>
            </a:r>
          </a:p>
        </p:txBody>
      </p:sp>
    </p:spTree>
    <p:extLst>
      <p:ext uri="{BB962C8B-B14F-4D97-AF65-F5344CB8AC3E}">
        <p14:creationId xmlns:p14="http://schemas.microsoft.com/office/powerpoint/2010/main" val="108085781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65EF-CE90-333A-AE91-4F2DFE26B9A5}"/>
              </a:ext>
            </a:extLst>
          </p:cNvPr>
          <p:cNvSpPr>
            <a:spLocks noGrp="1"/>
          </p:cNvSpPr>
          <p:nvPr>
            <p:ph type="title"/>
          </p:nvPr>
        </p:nvSpPr>
        <p:spPr>
          <a:xfrm>
            <a:off x="584200" y="2302670"/>
            <a:ext cx="5943600" cy="1231106"/>
          </a:xfrm>
        </p:spPr>
        <p:txBody>
          <a:bodyPr/>
          <a:lstStyle/>
          <a:p>
            <a:r>
              <a:rPr lang="en-US" dirty="0">
                <a:latin typeface="+mj-lt"/>
              </a:rPr>
              <a:t>See how far one agent goes in Copilot Studio​</a:t>
            </a:r>
          </a:p>
        </p:txBody>
      </p:sp>
      <p:sp>
        <p:nvSpPr>
          <p:cNvPr id="3" name="Text Placeholder 2">
            <a:extLst>
              <a:ext uri="{FF2B5EF4-FFF2-40B4-BE49-F238E27FC236}">
                <a16:creationId xmlns:a16="http://schemas.microsoft.com/office/drawing/2014/main" id="{13AA93F6-0237-907D-C0B7-ACABF04C7E9B}"/>
              </a:ext>
            </a:extLst>
          </p:cNvPr>
          <p:cNvSpPr>
            <a:spLocks noGrp="1"/>
          </p:cNvSpPr>
          <p:nvPr>
            <p:ph type="body" sz="quarter" idx="12"/>
          </p:nvPr>
        </p:nvSpPr>
        <p:spPr>
          <a:xfrm>
            <a:off x="584199" y="3962399"/>
            <a:ext cx="5943600" cy="276999"/>
          </a:xfrm>
        </p:spPr>
        <p:txBody>
          <a:bodyPr/>
          <a:lstStyle/>
          <a:p>
            <a:r>
              <a:rPr lang="en-US"/>
              <a:t>Presenter Name</a:t>
            </a:r>
          </a:p>
        </p:txBody>
      </p:sp>
    </p:spTree>
    <p:extLst>
      <p:ext uri="{BB962C8B-B14F-4D97-AF65-F5344CB8AC3E}">
        <p14:creationId xmlns:p14="http://schemas.microsoft.com/office/powerpoint/2010/main" val="143569297"/>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6">
            <a:extLst>
              <a:ext uri="{FF2B5EF4-FFF2-40B4-BE49-F238E27FC236}">
                <a16:creationId xmlns:a16="http://schemas.microsoft.com/office/drawing/2014/main" id="{3ED9607B-B248-9A6A-0C69-76A05B1AD803}"/>
              </a:ext>
              <a:ext uri="{C183D7F6-B498-43B3-948B-1728B52AA6E4}">
                <adec:decorative xmlns:adec="http://schemas.microsoft.com/office/drawing/2017/decorative" val="1"/>
              </a:ext>
            </a:extLst>
          </p:cNvPr>
          <p:cNvSpPr/>
          <p:nvPr/>
        </p:nvSpPr>
        <p:spPr bwMode="auto">
          <a:xfrm>
            <a:off x="-7300081" y="-2432117"/>
            <a:ext cx="12894459" cy="11722235"/>
          </a:xfrm>
          <a:prstGeom prst="ellipse">
            <a:avLst/>
          </a:prstGeom>
          <a:gradFill flip="none" rotWithShape="1">
            <a:gsLst>
              <a:gs pos="15000">
                <a:srgbClr val="E7F3EF"/>
              </a:gs>
              <a:gs pos="87000">
                <a:srgbClr val="E1F2FA"/>
              </a:gs>
            </a:gsLst>
            <a:lin ang="0" scaled="0"/>
            <a:tileRect/>
          </a:gradFill>
          <a:ln>
            <a:noFill/>
            <a:headEnd type="none" w="med" len="med"/>
            <a:tailEnd type="none" w="med" len="med"/>
          </a:ln>
          <a:effectLst>
            <a:softEdge rad="12700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0" normalizeH="0" baseline="0" noProof="0">
              <a:ln>
                <a:noFill/>
              </a:ln>
              <a:solidFill>
                <a:srgbClr val="EE0000"/>
              </a:solidFill>
              <a:effectLst/>
              <a:uLnTx/>
              <a:uFillTx/>
              <a:latin typeface="Segoe UI"/>
              <a:ea typeface="+mn-ea"/>
              <a:cs typeface="Segoe UI" pitchFamily="34" charset="0"/>
            </a:endParaRPr>
          </a:p>
        </p:txBody>
      </p:sp>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a:xfrm>
            <a:off x="588264" y="2875002"/>
            <a:ext cx="4127692" cy="1107996"/>
          </a:xfrm>
        </p:spPr>
        <p:txBody>
          <a:bodyPr/>
          <a:lstStyle/>
          <a:p>
            <a:r>
              <a:rPr lang="en-US" dirty="0"/>
              <a:t>Agenda</a:t>
            </a:r>
          </a:p>
        </p:txBody>
      </p:sp>
      <p:sp>
        <p:nvSpPr>
          <p:cNvPr id="16" name="Text Placeholder 6">
            <a:extLst>
              <a:ext uri="{FF2B5EF4-FFF2-40B4-BE49-F238E27FC236}">
                <a16:creationId xmlns:a16="http://schemas.microsoft.com/office/drawing/2014/main" id="{30F5CAD8-0BDE-5EDE-BF3A-D0FE3F1AD3D3}"/>
              </a:ext>
            </a:extLst>
          </p:cNvPr>
          <p:cNvSpPr txBox="1">
            <a:spLocks/>
          </p:cNvSpPr>
          <p:nvPr/>
        </p:nvSpPr>
        <p:spPr>
          <a:xfrm>
            <a:off x="5450229" y="1512561"/>
            <a:ext cx="5699980" cy="3736013"/>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1800"/>
              </a:spcAft>
              <a:buClrTx/>
              <a:buSzPct val="90000"/>
              <a:buFont typeface="Wingdings" panose="05000000000000000000" pitchFamily="2" charset="2"/>
              <a:buNone/>
              <a:tabLst/>
              <a:defRPr/>
            </a:pPr>
            <a:r>
              <a:rPr kumimoji="0" lang="en-US" sz="28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Copilot Studio building blocks</a:t>
            </a:r>
          </a:p>
          <a:p>
            <a:pPr marL="0" marR="0" lvl="0" indent="0" algn="l" defTabSz="932742" rtl="0" eaLnBrk="1" fontAlgn="auto" latinLnBrk="0" hangingPunct="1">
              <a:lnSpc>
                <a:spcPct val="100000"/>
              </a:lnSpc>
              <a:spcBef>
                <a:spcPct val="20000"/>
              </a:spcBef>
              <a:spcAft>
                <a:spcPts val="1800"/>
              </a:spcAft>
              <a:buClrTx/>
              <a:buSzPct val="90000"/>
              <a:buFont typeface="Wingdings" panose="05000000000000000000" pitchFamily="2" charset="2"/>
              <a:buNone/>
              <a:tabLst/>
              <a:defRPr/>
            </a:pPr>
            <a:r>
              <a:rPr kumimoji="0" lang="en-US" sz="28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Demo</a:t>
            </a:r>
          </a:p>
          <a:p>
            <a:pPr marL="0" marR="0" lvl="0" indent="0" algn="l" defTabSz="932742" rtl="0" eaLnBrk="1" fontAlgn="auto" latinLnBrk="0" hangingPunct="1">
              <a:lnSpc>
                <a:spcPct val="100000"/>
              </a:lnSpc>
              <a:spcBef>
                <a:spcPct val="20000"/>
              </a:spcBef>
              <a:spcAft>
                <a:spcPts val="1800"/>
              </a:spcAft>
              <a:buClrTx/>
              <a:buSzPct val="90000"/>
              <a:buFont typeface="Wingdings" panose="05000000000000000000" pitchFamily="2" charset="2"/>
              <a:buNone/>
              <a:tabLst/>
              <a:defRPr/>
            </a:pPr>
            <a:r>
              <a:rPr kumimoji="0" lang="en-US" sz="28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Labs</a:t>
            </a:r>
            <a:r>
              <a:rPr kumimoji="0" lang="en-US" sz="2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a:t>
            </a:r>
          </a:p>
        </p:txBody>
      </p:sp>
    </p:spTree>
    <p:extLst>
      <p:ext uri="{BB962C8B-B14F-4D97-AF65-F5344CB8AC3E}">
        <p14:creationId xmlns:p14="http://schemas.microsoft.com/office/powerpoint/2010/main" val="1427822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42" presetClass="path" presetSubtype="0" decel="100000" fill="hold" grpId="1" nodeType="withEffect">
                                  <p:stCondLst>
                                    <p:cond delay="0"/>
                                  </p:stCondLst>
                                  <p:childTnLst>
                                    <p:animMotion origin="layout" path="M 0 0.03888 L 0 4.81481E-6 " pathEditMode="relative" rAng="0" ptsTypes="AA">
                                      <p:cBhvr>
                                        <p:cTn id="12" dur="500" fill="hold"/>
                                        <p:tgtEl>
                                          <p:spTgt spid="6"/>
                                        </p:tgtEl>
                                        <p:attrNameLst>
                                          <p:attrName>ppt_x</p:attrName>
                                          <p:attrName>ppt_y</p:attrName>
                                        </p:attrNameLst>
                                      </p:cBhvr>
                                      <p:rCtr x="0" y="-1944"/>
                                    </p:animMotion>
                                  </p:childTnLst>
                                </p:cTn>
                              </p:par>
                              <p:par>
                                <p:cTn id="13" presetID="10" presetClass="entr" presetSubtype="0" fill="hold" grpId="0" nodeType="withEffect">
                                  <p:stCondLst>
                                    <p:cond delay="100"/>
                                  </p:stCondLst>
                                  <p:childTnLst>
                                    <p:set>
                                      <p:cBhvr>
                                        <p:cTn id="14" dur="1" fill="hold">
                                          <p:stCondLst>
                                            <p:cond delay="0"/>
                                          </p:stCondLst>
                                        </p:cTn>
                                        <p:tgtEl>
                                          <p:spTgt spid="16">
                                            <p:txEl>
                                              <p:pRg st="0" end="0"/>
                                            </p:txEl>
                                          </p:spTgt>
                                        </p:tgtEl>
                                        <p:attrNameLst>
                                          <p:attrName>style.visibility</p:attrName>
                                        </p:attrNameLst>
                                      </p:cBhvr>
                                      <p:to>
                                        <p:strVal val="visible"/>
                                      </p:to>
                                    </p:set>
                                    <p:animEffect transition="in" filter="fade">
                                      <p:cBhvr>
                                        <p:cTn id="15" dur="200"/>
                                        <p:tgtEl>
                                          <p:spTgt spid="16">
                                            <p:txEl>
                                              <p:pRg st="0" end="0"/>
                                            </p:txEl>
                                          </p:spTgt>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16">
                                            <p:txEl>
                                              <p:pRg st="1" end="1"/>
                                            </p:txEl>
                                          </p:spTgt>
                                        </p:tgtEl>
                                        <p:attrNameLst>
                                          <p:attrName>style.visibility</p:attrName>
                                        </p:attrNameLst>
                                      </p:cBhvr>
                                      <p:to>
                                        <p:strVal val="visible"/>
                                      </p:to>
                                    </p:set>
                                    <p:animEffect transition="in" filter="fade">
                                      <p:cBhvr>
                                        <p:cTn id="18" dur="200"/>
                                        <p:tgtEl>
                                          <p:spTgt spid="16">
                                            <p:txEl>
                                              <p:pRg st="1" end="1"/>
                                            </p:txEl>
                                          </p:spTgt>
                                        </p:tgtEl>
                                      </p:cBhvr>
                                    </p:animEffect>
                                  </p:childTnLst>
                                </p:cTn>
                              </p:par>
                              <p:par>
                                <p:cTn id="19" presetID="10" presetClass="entr" presetSubtype="0" fill="hold" grpId="0" nodeType="withEffect">
                                  <p:stCondLst>
                                    <p:cond delay="100"/>
                                  </p:stCondLst>
                                  <p:childTnLst>
                                    <p:set>
                                      <p:cBhvr>
                                        <p:cTn id="20" dur="1" fill="hold">
                                          <p:stCondLst>
                                            <p:cond delay="0"/>
                                          </p:stCondLst>
                                        </p:cTn>
                                        <p:tgtEl>
                                          <p:spTgt spid="16">
                                            <p:txEl>
                                              <p:pRg st="2" end="2"/>
                                            </p:txEl>
                                          </p:spTgt>
                                        </p:tgtEl>
                                        <p:attrNameLst>
                                          <p:attrName>style.visibility</p:attrName>
                                        </p:attrNameLst>
                                      </p:cBhvr>
                                      <p:to>
                                        <p:strVal val="visible"/>
                                      </p:to>
                                    </p:set>
                                    <p:animEffect transition="in" filter="fade">
                                      <p:cBhvr>
                                        <p:cTn id="21" dur="200"/>
                                        <p:tgtEl>
                                          <p:spTgt spid="16">
                                            <p:txEl>
                                              <p:pRg st="2" end="2"/>
                                            </p:txEl>
                                          </p:spTgt>
                                        </p:tgtEl>
                                      </p:cBhvr>
                                    </p:animEffect>
                                  </p:childTnLst>
                                </p:cTn>
                              </p:par>
                              <p:par>
                                <p:cTn id="22" presetID="42" presetClass="path" presetSubtype="0" decel="100000" fill="hold" grpId="1" nodeType="withEffect">
                                  <p:stCondLst>
                                    <p:cond delay="100"/>
                                  </p:stCondLst>
                                  <p:childTnLst>
                                    <p:animMotion origin="layout" path="M 0 0.03888 L 0 4.81481E-6 " pathEditMode="relative" rAng="0" ptsTypes="AA">
                                      <p:cBhvr>
                                        <p:cTn id="23" dur="500" fill="hold"/>
                                        <p:tgtEl>
                                          <p:spTgt spid="16">
                                            <p:txEl>
                                              <p:pRg st="0" end="0"/>
                                            </p:txEl>
                                          </p:spTgt>
                                        </p:tgtEl>
                                        <p:attrNameLst>
                                          <p:attrName>ppt_x</p:attrName>
                                          <p:attrName>ppt_y</p:attrName>
                                        </p:attrNameLst>
                                      </p:cBhvr>
                                      <p:rCtr x="0" y="-1944"/>
                                    </p:animMotion>
                                  </p:childTnLst>
                                </p:cTn>
                              </p:par>
                              <p:par>
                                <p:cTn id="24" presetID="42" presetClass="path" presetSubtype="0" decel="100000" fill="hold" grpId="1" nodeType="withEffect">
                                  <p:stCondLst>
                                    <p:cond delay="100"/>
                                  </p:stCondLst>
                                  <p:childTnLst>
                                    <p:animMotion origin="layout" path="M 0 0.03888 L 0 4.81481E-6 " pathEditMode="relative" rAng="0" ptsTypes="AA">
                                      <p:cBhvr>
                                        <p:cTn id="25" dur="500" fill="hold"/>
                                        <p:tgtEl>
                                          <p:spTgt spid="16">
                                            <p:txEl>
                                              <p:pRg st="1" end="1"/>
                                            </p:txEl>
                                          </p:spTgt>
                                        </p:tgtEl>
                                        <p:attrNameLst>
                                          <p:attrName>ppt_x</p:attrName>
                                          <p:attrName>ppt_y</p:attrName>
                                        </p:attrNameLst>
                                      </p:cBhvr>
                                      <p:rCtr x="0" y="-1944"/>
                                    </p:animMotion>
                                  </p:childTnLst>
                                </p:cTn>
                              </p:par>
                              <p:par>
                                <p:cTn id="26" presetID="42" presetClass="path" presetSubtype="0" decel="100000" fill="hold" grpId="1" nodeType="withEffect">
                                  <p:stCondLst>
                                    <p:cond delay="100"/>
                                  </p:stCondLst>
                                  <p:childTnLst>
                                    <p:animMotion origin="layout" path="M 0 0.03888 L 0 4.81481E-6 " pathEditMode="relative" rAng="0" ptsTypes="AA">
                                      <p:cBhvr>
                                        <p:cTn id="27" dur="500" fill="hold"/>
                                        <p:tgtEl>
                                          <p:spTgt spid="16">
                                            <p:txEl>
                                              <p:pRg st="2" end="2"/>
                                            </p:txEl>
                                          </p:spTgt>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 grpId="0"/>
      <p:bldP spid="6" grpId="1"/>
      <p:bldP spid="16" grpId="0" build="allAtOnce"/>
      <p:bldP spid="16" grpI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3A41-9A97-5B85-3A0E-CA2D0D6AE045}"/>
            </a:ext>
          </a:extLst>
        </p:cNvPr>
        <p:cNvGrpSpPr/>
        <p:nvPr/>
      </p:nvGrpSpPr>
      <p:grpSpPr>
        <a:xfrm>
          <a:off x="0" y="0"/>
          <a:ext cx="0" cy="0"/>
          <a:chOff x="0" y="0"/>
          <a:chExt cx="0" cy="0"/>
        </a:xfrm>
      </p:grpSpPr>
      <p:grpSp>
        <p:nvGrpSpPr>
          <p:cNvPr id="14" name="New empoloyee onboarding">
            <a:extLst>
              <a:ext uri="{FF2B5EF4-FFF2-40B4-BE49-F238E27FC236}">
                <a16:creationId xmlns:a16="http://schemas.microsoft.com/office/drawing/2014/main" id="{24C450CE-D394-E063-DE21-E3F43EF350AA}"/>
              </a:ext>
              <a:ext uri="{C183D7F6-B498-43B3-948B-1728B52AA6E4}">
                <adec:decorative xmlns:adec="http://schemas.microsoft.com/office/drawing/2017/decorative" val="1"/>
              </a:ext>
            </a:extLst>
          </p:cNvPr>
          <p:cNvGrpSpPr>
            <a:grpSpLocks noChangeAspect="1"/>
          </p:cNvGrpSpPr>
          <p:nvPr/>
        </p:nvGrpSpPr>
        <p:grpSpPr>
          <a:xfrm>
            <a:off x="5151372" y="3108478"/>
            <a:ext cx="1889256" cy="1748401"/>
            <a:chOff x="4748586" y="2830458"/>
            <a:chExt cx="2286000" cy="2115565"/>
          </a:xfrm>
        </p:grpSpPr>
        <p:pic>
          <p:nvPicPr>
            <p:cNvPr id="9" name="User">
              <a:extLst>
                <a:ext uri="{FF2B5EF4-FFF2-40B4-BE49-F238E27FC236}">
                  <a16:creationId xmlns:a16="http://schemas.microsoft.com/office/drawing/2014/main" id="{C27192A3-1B62-6392-3F7A-240A3B4158D5}"/>
                </a:ext>
              </a:extLst>
            </p:cNvPr>
            <p:cNvPicPr>
              <a:picLocks noChangeAspect="1"/>
            </p:cNvPicPr>
            <p:nvPr/>
          </p:nvPicPr>
          <p:blipFill>
            <a:blip r:embed="rId3">
              <a:extLst>
                <a:ext uri="{28A0092B-C50C-407E-A947-70E740481C1C}">
                  <a14:useLocalDpi xmlns:a14="http://schemas.microsoft.com/office/drawing/2010/main" val="0"/>
                </a:ext>
              </a:extLst>
            </a:blip>
            <a:srcRect l="1715" t="4273" r="2190" b="6797"/>
            <a:stretch>
              <a:fillRect/>
            </a:stretch>
          </p:blipFill>
          <p:spPr>
            <a:xfrm>
              <a:off x="4748586" y="2830458"/>
              <a:ext cx="2286000" cy="2115565"/>
            </a:xfrm>
            <a:prstGeom prst="roundRect">
              <a:avLst>
                <a:gd name="adj" fmla="val 11102"/>
              </a:avLst>
            </a:prstGeom>
            <a:ln w="25400">
              <a:noFill/>
            </a:ln>
            <a:effectLst>
              <a:outerShdw blurRad="50800" dist="38100" dir="5400000" algn="t" rotWithShape="0">
                <a:srgbClr val="CED8D9">
                  <a:alpha val="40000"/>
                </a:srgbClr>
              </a:outerShdw>
            </a:effectLst>
          </p:spPr>
        </p:pic>
        <p:sp>
          <p:nvSpPr>
            <p:cNvPr id="5" name="New employee onboarding Text">
              <a:extLst>
                <a:ext uri="{FF2B5EF4-FFF2-40B4-BE49-F238E27FC236}">
                  <a16:creationId xmlns:a16="http://schemas.microsoft.com/office/drawing/2014/main" id="{98228882-F1F9-916C-5ED4-885F0990B8C4}"/>
                </a:ext>
              </a:extLst>
            </p:cNvPr>
            <p:cNvSpPr/>
            <p:nvPr/>
          </p:nvSpPr>
          <p:spPr>
            <a:xfrm>
              <a:off x="4832613" y="4474142"/>
              <a:ext cx="2117946" cy="362668"/>
            </a:xfrm>
            <a:prstGeom prst="roundRect">
              <a:avLst>
                <a:gd name="adj" fmla="val 50000"/>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New employee onboarding</a:t>
              </a:r>
            </a:p>
          </p:txBody>
        </p:sp>
      </p:grpSp>
      <p:grpSp>
        <p:nvGrpSpPr>
          <p:cNvPr id="24" name="Group 23">
            <a:extLst>
              <a:ext uri="{FF2B5EF4-FFF2-40B4-BE49-F238E27FC236}">
                <a16:creationId xmlns:a16="http://schemas.microsoft.com/office/drawing/2014/main" id="{B53BD6B5-EF9B-96D3-49E5-D3AB8A2505D4}"/>
              </a:ext>
              <a:ext uri="{C183D7F6-B498-43B3-948B-1728B52AA6E4}">
                <adec:decorative xmlns:adec="http://schemas.microsoft.com/office/drawing/2017/decorative" val="1"/>
              </a:ext>
            </a:extLst>
          </p:cNvPr>
          <p:cNvGrpSpPr/>
          <p:nvPr/>
        </p:nvGrpSpPr>
        <p:grpSpPr>
          <a:xfrm>
            <a:off x="5707380" y="2064848"/>
            <a:ext cx="777240" cy="777240"/>
            <a:chOff x="5707380" y="1924411"/>
            <a:chExt cx="777240" cy="777240"/>
          </a:xfrm>
        </p:grpSpPr>
        <p:sp>
          <p:nvSpPr>
            <p:cNvPr id="28" name="Risk Shape">
              <a:extLst>
                <a:ext uri="{FF2B5EF4-FFF2-40B4-BE49-F238E27FC236}">
                  <a16:creationId xmlns:a16="http://schemas.microsoft.com/office/drawing/2014/main" id="{A203B2FD-CE37-BD9F-D5E2-074D69E147BA}"/>
                </a:ext>
              </a:extLst>
            </p:cNvPr>
            <p:cNvSpPr>
              <a:spLocks noChangeAspect="1"/>
            </p:cNvSpPr>
            <p:nvPr/>
          </p:nvSpPr>
          <p:spPr>
            <a:xfrm>
              <a:off x="5707380" y="1924411"/>
              <a:ext cx="777240" cy="777240"/>
            </a:xfrm>
            <a:prstGeom prst="roundRect">
              <a:avLst/>
            </a:prstGeom>
            <a:gradFill>
              <a:gsLst>
                <a:gs pos="0">
                  <a:srgbClr val="7FC0E6"/>
                </a:gs>
                <a:gs pos="100000">
                  <a:srgbClr val="B9DCD2"/>
                </a:gs>
                <a:gs pos="35000">
                  <a:srgbClr val="8DC8E8"/>
                </a:gs>
              </a:gsLst>
              <a:lin ang="3600000" scaled="0"/>
            </a:gradFill>
          </p:spPr>
          <p:txBody>
            <a:bodyPr wrap="square" lIns="0" tIns="0" rIns="0" bIns="91440" rtlCol="0" anchor="b" anchorCtr="0">
              <a:noAutofit/>
            </a:bodyPr>
            <a:lstStyle/>
            <a:p>
              <a:pPr marL="0" marR="0" lvl="0" indent="0" algn="ctr" defTabSz="914437" rtl="0" eaLnBrk="1" fontAlgn="base" latinLnBrk="0" hangingPunct="1">
                <a:lnSpc>
                  <a:spcPct val="100000"/>
                </a:lnSpc>
                <a:spcBef>
                  <a:spcPts val="900"/>
                </a:spcBef>
                <a:spcAft>
                  <a:spcPct val="0"/>
                </a:spcAft>
                <a:buClrTx/>
                <a:buSzTx/>
                <a:buFontTx/>
                <a:buNone/>
                <a:tabLst>
                  <a:tab pos="1487158" algn="l"/>
                </a:tabLst>
                <a:defRPr/>
              </a:pPr>
              <a:r>
                <a:rPr kumimoji="0" lang="en-US" sz="800" b="1" i="0" u="none" strike="noStrike" kern="1200" cap="none" spc="0" normalizeH="0" baseline="0" noProof="0" dirty="0">
                  <a:ln w="3175">
                    <a:noFill/>
                  </a:ln>
                  <a:solidFill>
                    <a:srgbClr val="000000"/>
                  </a:solidFill>
                  <a:effectLst/>
                  <a:uLnTx/>
                  <a:uFillTx/>
                  <a:latin typeface="+mj-lt"/>
                  <a:ea typeface="+mn-ea"/>
                  <a:cs typeface="Segoe UI" pitchFamily="34" charset="0"/>
                </a:rPr>
                <a:t>Risk</a:t>
              </a:r>
            </a:p>
          </p:txBody>
        </p:sp>
        <p:grpSp>
          <p:nvGrpSpPr>
            <p:cNvPr id="2" name="Group 1">
              <a:extLst>
                <a:ext uri="{FF2B5EF4-FFF2-40B4-BE49-F238E27FC236}">
                  <a16:creationId xmlns:a16="http://schemas.microsoft.com/office/drawing/2014/main" id="{20810BEF-70E9-E66F-0611-86753E84027C}"/>
                </a:ext>
              </a:extLst>
            </p:cNvPr>
            <p:cNvGrpSpPr>
              <a:grpSpLocks noChangeAspect="1"/>
            </p:cNvGrpSpPr>
            <p:nvPr/>
          </p:nvGrpSpPr>
          <p:grpSpPr>
            <a:xfrm>
              <a:off x="5913120" y="2022509"/>
              <a:ext cx="365760" cy="365760"/>
              <a:chOff x="5697588" y="2007870"/>
              <a:chExt cx="417674" cy="417674"/>
            </a:xfrm>
          </p:grpSpPr>
          <p:sp>
            <p:nvSpPr>
              <p:cNvPr id="30" name="Oval 29">
                <a:extLst>
                  <a:ext uri="{FF2B5EF4-FFF2-40B4-BE49-F238E27FC236}">
                    <a16:creationId xmlns:a16="http://schemas.microsoft.com/office/drawing/2014/main" id="{38A23AD5-0436-AAA3-73E6-9D6604443256}"/>
                  </a:ext>
                </a:extLst>
              </p:cNvPr>
              <p:cNvSpPr/>
              <p:nvPr/>
            </p:nvSpPr>
            <p:spPr bwMode="auto">
              <a:xfrm>
                <a:off x="5697588" y="2007870"/>
                <a:ext cx="417674" cy="417674"/>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35" name="Risk Icon">
                <a:extLst>
                  <a:ext uri="{FF2B5EF4-FFF2-40B4-BE49-F238E27FC236}">
                    <a16:creationId xmlns:a16="http://schemas.microsoft.com/office/drawing/2014/main" id="{3A66D1B7-B743-CCDC-6389-9C6C655933F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769173" y="2079455"/>
                <a:ext cx="274505" cy="274505"/>
              </a:xfrm>
              <a:prstGeom prst="rect">
                <a:avLst/>
              </a:prstGeom>
            </p:spPr>
          </p:pic>
        </p:grpSp>
      </p:grpSp>
      <p:grpSp>
        <p:nvGrpSpPr>
          <p:cNvPr id="20" name="Group 19">
            <a:extLst>
              <a:ext uri="{FF2B5EF4-FFF2-40B4-BE49-F238E27FC236}">
                <a16:creationId xmlns:a16="http://schemas.microsoft.com/office/drawing/2014/main" id="{78217B9A-C7B4-5376-B077-D5922D53D657}"/>
              </a:ext>
              <a:ext uri="{C183D7F6-B498-43B3-948B-1728B52AA6E4}">
                <adec:decorative xmlns:adec="http://schemas.microsoft.com/office/drawing/2017/decorative" val="1"/>
              </a:ext>
            </a:extLst>
          </p:cNvPr>
          <p:cNvGrpSpPr/>
          <p:nvPr/>
        </p:nvGrpSpPr>
        <p:grpSpPr>
          <a:xfrm>
            <a:off x="8726945" y="3088816"/>
            <a:ext cx="777240" cy="777240"/>
            <a:chOff x="8380427" y="3031972"/>
            <a:chExt cx="777240" cy="777240"/>
          </a:xfrm>
        </p:grpSpPr>
        <p:sp>
          <p:nvSpPr>
            <p:cNvPr id="73" name="Rules Shape">
              <a:extLst>
                <a:ext uri="{FF2B5EF4-FFF2-40B4-BE49-F238E27FC236}">
                  <a16:creationId xmlns:a16="http://schemas.microsoft.com/office/drawing/2014/main" id="{EFBA6657-8584-21AC-0D3F-7888998427CD}"/>
                </a:ext>
              </a:extLst>
            </p:cNvPr>
            <p:cNvSpPr>
              <a:spLocks noChangeAspect="1"/>
            </p:cNvSpPr>
            <p:nvPr/>
          </p:nvSpPr>
          <p:spPr>
            <a:xfrm>
              <a:off x="8380427" y="3031972"/>
              <a:ext cx="777240" cy="777240"/>
            </a:xfrm>
            <a:prstGeom prst="roundRect">
              <a:avLst/>
            </a:prstGeom>
            <a:gradFill>
              <a:gsLst>
                <a:gs pos="0">
                  <a:srgbClr val="7FC0E6"/>
                </a:gs>
                <a:gs pos="100000">
                  <a:srgbClr val="B9DCD2"/>
                </a:gs>
                <a:gs pos="35000">
                  <a:srgbClr val="8DC8E8"/>
                </a:gs>
              </a:gsLst>
              <a:lin ang="3600000" scaled="0"/>
            </a:gradFill>
          </p:spPr>
          <p:txBody>
            <a:bodyPr wrap="square" lIns="0" tIns="0" rIns="0" bIns="91440" rtlCol="0" anchor="b" anchorCtr="0">
              <a:noAutofit/>
            </a:bodyPr>
            <a:lstStyle/>
            <a:p>
              <a:pPr marL="0" marR="0" lvl="0" indent="0" algn="ctr" defTabSz="914437" rtl="0" eaLnBrk="1" fontAlgn="base" latinLnBrk="0" hangingPunct="1">
                <a:lnSpc>
                  <a:spcPct val="100000"/>
                </a:lnSpc>
                <a:spcBef>
                  <a:spcPts val="900"/>
                </a:spcBef>
                <a:spcAft>
                  <a:spcPct val="0"/>
                </a:spcAft>
                <a:buClrTx/>
                <a:buSzTx/>
                <a:buFontTx/>
                <a:buNone/>
                <a:tabLst>
                  <a:tab pos="1487158" algn="l"/>
                </a:tabLst>
                <a:defRPr/>
              </a:pPr>
              <a:r>
                <a:rPr kumimoji="0" lang="en-US" sz="800" b="1" i="0" u="none" strike="noStrike" kern="1200" cap="none" spc="0" normalizeH="0" baseline="0" noProof="0">
                  <a:ln w="3175">
                    <a:noFill/>
                  </a:ln>
                  <a:solidFill>
                    <a:srgbClr val="000000"/>
                  </a:solidFill>
                  <a:effectLst/>
                  <a:uLnTx/>
                  <a:uFillTx/>
                  <a:latin typeface="+mj-lt"/>
                  <a:ea typeface="+mn-ea"/>
                  <a:cs typeface="Segoe UI" pitchFamily="34" charset="0"/>
                </a:rPr>
                <a:t>Rules</a:t>
              </a:r>
            </a:p>
          </p:txBody>
        </p:sp>
        <p:grpSp>
          <p:nvGrpSpPr>
            <p:cNvPr id="6" name="Group 5">
              <a:extLst>
                <a:ext uri="{FF2B5EF4-FFF2-40B4-BE49-F238E27FC236}">
                  <a16:creationId xmlns:a16="http://schemas.microsoft.com/office/drawing/2014/main" id="{6EF9B619-DCE2-A02B-5DB8-E6BC3247539D}"/>
                </a:ext>
              </a:extLst>
            </p:cNvPr>
            <p:cNvGrpSpPr>
              <a:grpSpLocks noChangeAspect="1"/>
            </p:cNvGrpSpPr>
            <p:nvPr/>
          </p:nvGrpSpPr>
          <p:grpSpPr>
            <a:xfrm>
              <a:off x="8586167" y="3127721"/>
              <a:ext cx="365760" cy="365760"/>
              <a:chOff x="8607885" y="3164353"/>
              <a:chExt cx="345185" cy="345185"/>
            </a:xfrm>
          </p:grpSpPr>
          <p:sp>
            <p:nvSpPr>
              <p:cNvPr id="31" name="Oval 30">
                <a:extLst>
                  <a:ext uri="{FF2B5EF4-FFF2-40B4-BE49-F238E27FC236}">
                    <a16:creationId xmlns:a16="http://schemas.microsoft.com/office/drawing/2014/main" id="{E9FB51EC-0BB6-A0E7-36AA-A62672CE497E}"/>
                  </a:ext>
                </a:extLst>
              </p:cNvPr>
              <p:cNvSpPr/>
              <p:nvPr/>
            </p:nvSpPr>
            <p:spPr bwMode="auto">
              <a:xfrm>
                <a:off x="8607885" y="3164353"/>
                <a:ext cx="345185" cy="345185"/>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75" name="Rules Icon">
                <a:extLst>
                  <a:ext uri="{FF2B5EF4-FFF2-40B4-BE49-F238E27FC236}">
                    <a16:creationId xmlns:a16="http://schemas.microsoft.com/office/drawing/2014/main" id="{1B309DE1-877B-0B18-77D4-416DE5E3D15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660382" y="3216850"/>
                <a:ext cx="240191" cy="240191"/>
              </a:xfrm>
              <a:prstGeom prst="rect">
                <a:avLst/>
              </a:prstGeom>
            </p:spPr>
          </p:pic>
        </p:grpSp>
      </p:grpSp>
      <p:grpSp>
        <p:nvGrpSpPr>
          <p:cNvPr id="15" name="Group 14">
            <a:extLst>
              <a:ext uri="{FF2B5EF4-FFF2-40B4-BE49-F238E27FC236}">
                <a16:creationId xmlns:a16="http://schemas.microsoft.com/office/drawing/2014/main" id="{AAEC9674-BB6D-AE56-A639-11327807514D}"/>
              </a:ext>
              <a:ext uri="{C183D7F6-B498-43B3-948B-1728B52AA6E4}">
                <adec:decorative xmlns:adec="http://schemas.microsoft.com/office/drawing/2017/decorative" val="1"/>
              </a:ext>
            </a:extLst>
          </p:cNvPr>
          <p:cNvGrpSpPr/>
          <p:nvPr/>
        </p:nvGrpSpPr>
        <p:grpSpPr>
          <a:xfrm>
            <a:off x="8726945" y="5136752"/>
            <a:ext cx="777240" cy="777240"/>
            <a:chOff x="8380427" y="5247093"/>
            <a:chExt cx="777240" cy="777240"/>
          </a:xfrm>
        </p:grpSpPr>
        <p:sp>
          <p:nvSpPr>
            <p:cNvPr id="77" name="Data Shape">
              <a:extLst>
                <a:ext uri="{FF2B5EF4-FFF2-40B4-BE49-F238E27FC236}">
                  <a16:creationId xmlns:a16="http://schemas.microsoft.com/office/drawing/2014/main" id="{F0ECC36F-244C-006C-FFF4-354640FDA333}"/>
                </a:ext>
              </a:extLst>
            </p:cNvPr>
            <p:cNvSpPr>
              <a:spLocks noChangeAspect="1"/>
            </p:cNvSpPr>
            <p:nvPr/>
          </p:nvSpPr>
          <p:spPr>
            <a:xfrm>
              <a:off x="8380427" y="5247093"/>
              <a:ext cx="777240" cy="777240"/>
            </a:xfrm>
            <a:prstGeom prst="roundRect">
              <a:avLst/>
            </a:prstGeom>
            <a:gradFill>
              <a:gsLst>
                <a:gs pos="0">
                  <a:srgbClr val="7FC0E6"/>
                </a:gs>
                <a:gs pos="100000">
                  <a:srgbClr val="B9DCD2"/>
                </a:gs>
                <a:gs pos="35000">
                  <a:srgbClr val="8DC8E8"/>
                </a:gs>
              </a:gsLst>
              <a:lin ang="3600000" scaled="0"/>
            </a:gradFill>
          </p:spPr>
          <p:txBody>
            <a:bodyPr wrap="square" lIns="0" tIns="0" rIns="0" bIns="91440" rtlCol="0" anchor="b" anchorCtr="0">
              <a:noAutofit/>
            </a:bodyPr>
            <a:lstStyle/>
            <a:p>
              <a:pPr marL="0" marR="0" lvl="0" indent="0" algn="ctr" defTabSz="914437" rtl="0" eaLnBrk="1" fontAlgn="base" latinLnBrk="0" hangingPunct="1">
                <a:lnSpc>
                  <a:spcPct val="100000"/>
                </a:lnSpc>
                <a:spcBef>
                  <a:spcPts val="900"/>
                </a:spcBef>
                <a:spcAft>
                  <a:spcPct val="0"/>
                </a:spcAft>
                <a:buClrTx/>
                <a:buSzTx/>
                <a:buFontTx/>
                <a:buNone/>
                <a:tabLst>
                  <a:tab pos="1487158" algn="l"/>
                </a:tabLst>
                <a:defRPr/>
              </a:pPr>
              <a:r>
                <a:rPr kumimoji="0" lang="en-US" sz="800" b="1" i="0" u="none" strike="noStrike" kern="1200" cap="none" spc="0" normalizeH="0" baseline="0" noProof="0" dirty="0">
                  <a:ln w="3175">
                    <a:noFill/>
                  </a:ln>
                  <a:solidFill>
                    <a:srgbClr val="000000"/>
                  </a:solidFill>
                  <a:effectLst/>
                  <a:uLnTx/>
                  <a:uFillTx/>
                  <a:latin typeface="+mj-lt"/>
                  <a:ea typeface="+mn-ea"/>
                  <a:cs typeface="Segoe UI" pitchFamily="34" charset="0"/>
                </a:rPr>
                <a:t>Data</a:t>
              </a:r>
            </a:p>
          </p:txBody>
        </p:sp>
        <p:grpSp>
          <p:nvGrpSpPr>
            <p:cNvPr id="7" name="Group 6">
              <a:extLst>
                <a:ext uri="{FF2B5EF4-FFF2-40B4-BE49-F238E27FC236}">
                  <a16:creationId xmlns:a16="http://schemas.microsoft.com/office/drawing/2014/main" id="{92260B9C-5CD4-74BF-63EA-A8B95124EC6B}"/>
                </a:ext>
              </a:extLst>
            </p:cNvPr>
            <p:cNvGrpSpPr>
              <a:grpSpLocks noChangeAspect="1"/>
            </p:cNvGrpSpPr>
            <p:nvPr/>
          </p:nvGrpSpPr>
          <p:grpSpPr>
            <a:xfrm>
              <a:off x="8586167" y="5349074"/>
              <a:ext cx="365760" cy="365760"/>
              <a:chOff x="8571640" y="5358599"/>
              <a:chExt cx="417674" cy="417674"/>
            </a:xfrm>
          </p:grpSpPr>
          <p:sp>
            <p:nvSpPr>
              <p:cNvPr id="32" name="Oval 31">
                <a:extLst>
                  <a:ext uri="{FF2B5EF4-FFF2-40B4-BE49-F238E27FC236}">
                    <a16:creationId xmlns:a16="http://schemas.microsoft.com/office/drawing/2014/main" id="{C5F81014-EC1A-617E-79DE-6F70AB66F0B9}"/>
                  </a:ext>
                </a:extLst>
              </p:cNvPr>
              <p:cNvSpPr/>
              <p:nvPr/>
            </p:nvSpPr>
            <p:spPr bwMode="auto">
              <a:xfrm>
                <a:off x="8571640" y="5358599"/>
                <a:ext cx="417674" cy="417674"/>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79" name="Data Icon">
                <a:extLst>
                  <a:ext uri="{FF2B5EF4-FFF2-40B4-BE49-F238E27FC236}">
                    <a16:creationId xmlns:a16="http://schemas.microsoft.com/office/drawing/2014/main" id="{A201C665-4E08-7012-198D-BDEB68CBB1A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625902" y="5412861"/>
                <a:ext cx="309150" cy="309150"/>
              </a:xfrm>
              <a:prstGeom prst="rect">
                <a:avLst/>
              </a:prstGeom>
            </p:spPr>
          </p:pic>
        </p:grpSp>
      </p:grpSp>
      <p:grpSp>
        <p:nvGrpSpPr>
          <p:cNvPr id="16" name="Group 15">
            <a:extLst>
              <a:ext uri="{FF2B5EF4-FFF2-40B4-BE49-F238E27FC236}">
                <a16:creationId xmlns:a16="http://schemas.microsoft.com/office/drawing/2014/main" id="{6F19E8B1-2B57-E516-9572-E53CB1A96565}"/>
              </a:ext>
              <a:ext uri="{C183D7F6-B498-43B3-948B-1728B52AA6E4}">
                <adec:decorative xmlns:adec="http://schemas.microsoft.com/office/drawing/2017/decorative" val="1"/>
              </a:ext>
            </a:extLst>
          </p:cNvPr>
          <p:cNvGrpSpPr/>
          <p:nvPr/>
        </p:nvGrpSpPr>
        <p:grpSpPr>
          <a:xfrm>
            <a:off x="2687815" y="5136752"/>
            <a:ext cx="777240" cy="777240"/>
            <a:chOff x="2687815" y="5247093"/>
            <a:chExt cx="777240" cy="777240"/>
          </a:xfrm>
        </p:grpSpPr>
        <p:sp>
          <p:nvSpPr>
            <p:cNvPr id="80" name="Exceptions Shape">
              <a:extLst>
                <a:ext uri="{FF2B5EF4-FFF2-40B4-BE49-F238E27FC236}">
                  <a16:creationId xmlns:a16="http://schemas.microsoft.com/office/drawing/2014/main" id="{A0CBF0C0-EE57-0750-D4AD-BEA3FB6ECEDE}"/>
                </a:ext>
              </a:extLst>
            </p:cNvPr>
            <p:cNvSpPr>
              <a:spLocks noChangeAspect="1"/>
            </p:cNvSpPr>
            <p:nvPr/>
          </p:nvSpPr>
          <p:spPr>
            <a:xfrm>
              <a:off x="2687815" y="5247093"/>
              <a:ext cx="777240" cy="777240"/>
            </a:xfrm>
            <a:prstGeom prst="roundRect">
              <a:avLst/>
            </a:prstGeom>
            <a:gradFill>
              <a:gsLst>
                <a:gs pos="0">
                  <a:srgbClr val="7FC0E6"/>
                </a:gs>
                <a:gs pos="100000">
                  <a:srgbClr val="B9DCD2"/>
                </a:gs>
                <a:gs pos="35000">
                  <a:srgbClr val="8DC8E8"/>
                </a:gs>
              </a:gsLst>
              <a:lin ang="3600000" scaled="0"/>
            </a:gradFill>
          </p:spPr>
          <p:txBody>
            <a:bodyPr wrap="square" lIns="0" tIns="0" rIns="0" bIns="91440" rtlCol="0" anchor="b" anchorCtr="0">
              <a:noAutofit/>
            </a:bodyPr>
            <a:lstStyle/>
            <a:p>
              <a:pPr marL="0" marR="0" lvl="0" indent="0" algn="ctr" defTabSz="914437" rtl="0" eaLnBrk="1" fontAlgn="base" latinLnBrk="0" hangingPunct="1">
                <a:lnSpc>
                  <a:spcPct val="100000"/>
                </a:lnSpc>
                <a:spcBef>
                  <a:spcPts val="900"/>
                </a:spcBef>
                <a:spcAft>
                  <a:spcPct val="0"/>
                </a:spcAft>
                <a:buClrTx/>
                <a:buSzTx/>
                <a:buFontTx/>
                <a:buNone/>
                <a:tabLst>
                  <a:tab pos="1487158" algn="l"/>
                </a:tabLst>
                <a:defRPr/>
              </a:pPr>
              <a:r>
                <a:rPr kumimoji="0" lang="en-US" sz="800" b="1" i="0" u="none" strike="noStrike" kern="1200" cap="none" spc="0" normalizeH="0" baseline="0" noProof="0">
                  <a:ln w="3175">
                    <a:noFill/>
                  </a:ln>
                  <a:solidFill>
                    <a:srgbClr val="000000"/>
                  </a:solidFill>
                  <a:effectLst/>
                  <a:uLnTx/>
                  <a:uFillTx/>
                  <a:latin typeface="+mj-lt"/>
                  <a:ea typeface="+mn-ea"/>
                  <a:cs typeface="Segoe UI" pitchFamily="34" charset="0"/>
                </a:rPr>
                <a:t>Exceptions</a:t>
              </a:r>
            </a:p>
          </p:txBody>
        </p:sp>
        <p:grpSp>
          <p:nvGrpSpPr>
            <p:cNvPr id="12" name="Group 11">
              <a:extLst>
                <a:ext uri="{FF2B5EF4-FFF2-40B4-BE49-F238E27FC236}">
                  <a16:creationId xmlns:a16="http://schemas.microsoft.com/office/drawing/2014/main" id="{582389D2-9759-1E6F-6A86-0FFC1C7CB5AA}"/>
                </a:ext>
              </a:extLst>
            </p:cNvPr>
            <p:cNvGrpSpPr>
              <a:grpSpLocks noChangeAspect="1"/>
            </p:cNvGrpSpPr>
            <p:nvPr/>
          </p:nvGrpSpPr>
          <p:grpSpPr>
            <a:xfrm>
              <a:off x="2893555" y="5358599"/>
              <a:ext cx="365760" cy="365760"/>
              <a:chOff x="2926703" y="5428650"/>
              <a:chExt cx="345185" cy="345185"/>
            </a:xfrm>
          </p:grpSpPr>
          <p:sp>
            <p:nvSpPr>
              <p:cNvPr id="36" name="Oval 35">
                <a:extLst>
                  <a:ext uri="{FF2B5EF4-FFF2-40B4-BE49-F238E27FC236}">
                    <a16:creationId xmlns:a16="http://schemas.microsoft.com/office/drawing/2014/main" id="{67D5B9A6-E873-3D58-A71B-58D22729E7FA}"/>
                  </a:ext>
                </a:extLst>
              </p:cNvPr>
              <p:cNvSpPr/>
              <p:nvPr/>
            </p:nvSpPr>
            <p:spPr bwMode="auto">
              <a:xfrm>
                <a:off x="2926703" y="5428650"/>
                <a:ext cx="345185" cy="345185"/>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82" name="Exceptions Icon">
                <a:extLst>
                  <a:ext uri="{FF2B5EF4-FFF2-40B4-BE49-F238E27FC236}">
                    <a16:creationId xmlns:a16="http://schemas.microsoft.com/office/drawing/2014/main" id="{4907C8C2-FE2C-16DF-D8E4-219ED84EFB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96356" y="5498192"/>
                <a:ext cx="205878" cy="206101"/>
              </a:xfrm>
              <a:prstGeom prst="rect">
                <a:avLst/>
              </a:prstGeom>
            </p:spPr>
          </p:pic>
        </p:grpSp>
      </p:grpSp>
      <p:grpSp>
        <p:nvGrpSpPr>
          <p:cNvPr id="21" name="Group 20">
            <a:extLst>
              <a:ext uri="{FF2B5EF4-FFF2-40B4-BE49-F238E27FC236}">
                <a16:creationId xmlns:a16="http://schemas.microsoft.com/office/drawing/2014/main" id="{5B8F6D43-6FE7-3033-2D4C-EDBAF75A7675}"/>
              </a:ext>
              <a:ext uri="{C183D7F6-B498-43B3-948B-1728B52AA6E4}">
                <adec:decorative xmlns:adec="http://schemas.microsoft.com/office/drawing/2017/decorative" val="1"/>
              </a:ext>
            </a:extLst>
          </p:cNvPr>
          <p:cNvGrpSpPr/>
          <p:nvPr/>
        </p:nvGrpSpPr>
        <p:grpSpPr>
          <a:xfrm>
            <a:off x="2687815" y="2064848"/>
            <a:ext cx="777240" cy="777240"/>
            <a:chOff x="2687815" y="1924411"/>
            <a:chExt cx="777240" cy="777240"/>
          </a:xfrm>
        </p:grpSpPr>
        <p:sp>
          <p:nvSpPr>
            <p:cNvPr id="85" name="People Shape">
              <a:extLst>
                <a:ext uri="{FF2B5EF4-FFF2-40B4-BE49-F238E27FC236}">
                  <a16:creationId xmlns:a16="http://schemas.microsoft.com/office/drawing/2014/main" id="{802F40CD-9345-8183-3075-2C04F3EB0825}"/>
                </a:ext>
              </a:extLst>
            </p:cNvPr>
            <p:cNvSpPr>
              <a:spLocks noChangeAspect="1"/>
            </p:cNvSpPr>
            <p:nvPr/>
          </p:nvSpPr>
          <p:spPr>
            <a:xfrm>
              <a:off x="2687815" y="1924411"/>
              <a:ext cx="777240" cy="777240"/>
            </a:xfrm>
            <a:prstGeom prst="roundRect">
              <a:avLst>
                <a:gd name="adj" fmla="val 17433"/>
              </a:avLst>
            </a:prstGeom>
            <a:solidFill>
              <a:schemeClr val="tx1">
                <a:alpha val="10000"/>
              </a:schemeClr>
            </a:solidFill>
            <a:ln w="12700">
              <a:noFill/>
            </a:ln>
            <a:effectLst/>
          </p:spPr>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367" rtl="0" eaLnBrk="1" fontAlgn="auto" latinLnBrk="0" hangingPunct="1">
                <a:lnSpc>
                  <a:spcPct val="100000"/>
                </a:lnSpc>
                <a:spcBef>
                  <a:spcPts val="900"/>
                </a:spcBef>
                <a:spcAft>
                  <a:spcPts val="0"/>
                </a:spcAft>
                <a:buClrTx/>
                <a:buSzTx/>
                <a:buFontTx/>
                <a:buNone/>
                <a:tabLst/>
                <a:defRPr/>
              </a:pPr>
              <a:r>
                <a:rPr kumimoji="0" lang="en-US" sz="800" b="0" i="0" u="none" strike="noStrike" kern="1200" cap="none" spc="-20" normalizeH="0" baseline="0" noProof="0" dirty="0">
                  <a:ln>
                    <a:noFill/>
                  </a:ln>
                  <a:solidFill>
                    <a:srgbClr val="08202C"/>
                  </a:solidFill>
                  <a:effectLst/>
                  <a:uLnTx/>
                  <a:uFillTx/>
                  <a:latin typeface="+mj-lt"/>
                  <a:ea typeface="+mn-ea"/>
                  <a:cs typeface="Segoe UI" panose="020B0502040204020203" pitchFamily="34" charset="0"/>
                </a:rPr>
                <a:t>People</a:t>
              </a:r>
            </a:p>
          </p:txBody>
        </p:sp>
        <p:pic>
          <p:nvPicPr>
            <p:cNvPr id="87" name="People Icon">
              <a:extLst>
                <a:ext uri="{FF2B5EF4-FFF2-40B4-BE49-F238E27FC236}">
                  <a16:creationId xmlns:a16="http://schemas.microsoft.com/office/drawing/2014/main" id="{6C3FBA1C-7362-1B79-F0F4-1405F2F14F8F}"/>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910181" y="2039135"/>
              <a:ext cx="332509" cy="332509"/>
            </a:xfrm>
            <a:prstGeom prst="rect">
              <a:avLst/>
            </a:prstGeom>
          </p:spPr>
        </p:pic>
      </p:grpSp>
      <p:grpSp>
        <p:nvGrpSpPr>
          <p:cNvPr id="22" name="Group 21">
            <a:extLst>
              <a:ext uri="{FF2B5EF4-FFF2-40B4-BE49-F238E27FC236}">
                <a16:creationId xmlns:a16="http://schemas.microsoft.com/office/drawing/2014/main" id="{3384F9F4-0E8C-90A1-999A-9DF567D367E5}"/>
              </a:ext>
              <a:ext uri="{C183D7F6-B498-43B3-948B-1728B52AA6E4}">
                <adec:decorative xmlns:adec="http://schemas.microsoft.com/office/drawing/2017/decorative" val="1"/>
              </a:ext>
            </a:extLst>
          </p:cNvPr>
          <p:cNvGrpSpPr/>
          <p:nvPr/>
        </p:nvGrpSpPr>
        <p:grpSpPr>
          <a:xfrm>
            <a:off x="8726945" y="2064848"/>
            <a:ext cx="777240" cy="777240"/>
            <a:chOff x="8380427" y="1924411"/>
            <a:chExt cx="777240" cy="777240"/>
          </a:xfrm>
        </p:grpSpPr>
        <p:sp>
          <p:nvSpPr>
            <p:cNvPr id="90" name="Timing Shape">
              <a:extLst>
                <a:ext uri="{FF2B5EF4-FFF2-40B4-BE49-F238E27FC236}">
                  <a16:creationId xmlns:a16="http://schemas.microsoft.com/office/drawing/2014/main" id="{0F943482-FAB3-B23F-6E2B-292BF720CADA}"/>
                </a:ext>
              </a:extLst>
            </p:cNvPr>
            <p:cNvSpPr>
              <a:spLocks noChangeAspect="1"/>
            </p:cNvSpPr>
            <p:nvPr/>
          </p:nvSpPr>
          <p:spPr>
            <a:xfrm>
              <a:off x="8380427" y="1924411"/>
              <a:ext cx="777240" cy="777240"/>
            </a:xfrm>
            <a:prstGeom prst="roundRect">
              <a:avLst>
                <a:gd name="adj" fmla="val 20690"/>
              </a:avLst>
            </a:prstGeom>
            <a:solidFill>
              <a:schemeClr val="tx1">
                <a:alpha val="10000"/>
              </a:schemeClr>
            </a:solidFill>
            <a:ln w="12700">
              <a:noFill/>
            </a:ln>
            <a:effectLst/>
          </p:spPr>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367" rtl="0" eaLnBrk="1" fontAlgn="auto" latinLnBrk="0" hangingPunct="1">
                <a:lnSpc>
                  <a:spcPct val="100000"/>
                </a:lnSpc>
                <a:spcBef>
                  <a:spcPts val="900"/>
                </a:spcBef>
                <a:spcAft>
                  <a:spcPts val="0"/>
                </a:spcAft>
                <a:buClrTx/>
                <a:buSzTx/>
                <a:buFontTx/>
                <a:buNone/>
                <a:tabLst/>
                <a:defRPr/>
              </a:pPr>
              <a:r>
                <a:rPr kumimoji="0" lang="en-US" sz="800" b="0" i="0" u="none" strike="noStrike" kern="1200" cap="none" spc="-20" normalizeH="0" baseline="0" noProof="0" dirty="0">
                  <a:ln>
                    <a:noFill/>
                  </a:ln>
                  <a:solidFill>
                    <a:srgbClr val="08202C"/>
                  </a:solidFill>
                  <a:effectLst/>
                  <a:uLnTx/>
                  <a:uFillTx/>
                  <a:latin typeface="+mj-lt"/>
                  <a:ea typeface="+mn-ea"/>
                  <a:cs typeface="Segoe UI" panose="020B0502040204020203" pitchFamily="34" charset="0"/>
                </a:rPr>
                <a:t>Timing</a:t>
              </a:r>
            </a:p>
          </p:txBody>
        </p:sp>
        <p:pic>
          <p:nvPicPr>
            <p:cNvPr id="98" name="Timing Icon">
              <a:extLst>
                <a:ext uri="{FF2B5EF4-FFF2-40B4-BE49-F238E27FC236}">
                  <a16:creationId xmlns:a16="http://schemas.microsoft.com/office/drawing/2014/main" id="{3E446722-9048-F359-4415-47B23F453A36}"/>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8602793" y="2039332"/>
              <a:ext cx="332509" cy="332509"/>
            </a:xfrm>
            <a:prstGeom prst="rect">
              <a:avLst/>
            </a:prstGeom>
          </p:spPr>
        </p:pic>
      </p:grpSp>
      <p:grpSp>
        <p:nvGrpSpPr>
          <p:cNvPr id="19" name="Group 18">
            <a:extLst>
              <a:ext uri="{FF2B5EF4-FFF2-40B4-BE49-F238E27FC236}">
                <a16:creationId xmlns:a16="http://schemas.microsoft.com/office/drawing/2014/main" id="{ED94A5E8-23A8-05F2-E5F1-64BBC5CD6FFA}"/>
              </a:ext>
              <a:ext uri="{C183D7F6-B498-43B3-948B-1728B52AA6E4}">
                <adec:decorative xmlns:adec="http://schemas.microsoft.com/office/drawing/2017/decorative" val="1"/>
              </a:ext>
            </a:extLst>
          </p:cNvPr>
          <p:cNvGrpSpPr/>
          <p:nvPr/>
        </p:nvGrpSpPr>
        <p:grpSpPr>
          <a:xfrm>
            <a:off x="2687815" y="3088816"/>
            <a:ext cx="777240" cy="777240"/>
            <a:chOff x="2687815" y="3031971"/>
            <a:chExt cx="777240" cy="777240"/>
          </a:xfrm>
        </p:grpSpPr>
        <p:sp>
          <p:nvSpPr>
            <p:cNvPr id="99" name="Compliance Shape">
              <a:extLst>
                <a:ext uri="{FF2B5EF4-FFF2-40B4-BE49-F238E27FC236}">
                  <a16:creationId xmlns:a16="http://schemas.microsoft.com/office/drawing/2014/main" id="{66DD3CCC-A321-A95F-BDF7-C4B2903E7EC4}"/>
                </a:ext>
              </a:extLst>
            </p:cNvPr>
            <p:cNvSpPr>
              <a:spLocks noChangeAspect="1"/>
            </p:cNvSpPr>
            <p:nvPr/>
          </p:nvSpPr>
          <p:spPr>
            <a:xfrm>
              <a:off x="2687815" y="3031971"/>
              <a:ext cx="777240" cy="777240"/>
            </a:xfrm>
            <a:prstGeom prst="roundRect">
              <a:avLst/>
            </a:prstGeom>
            <a:gradFill>
              <a:gsLst>
                <a:gs pos="0">
                  <a:srgbClr val="7FC0E6"/>
                </a:gs>
                <a:gs pos="100000">
                  <a:srgbClr val="B9DCD2"/>
                </a:gs>
                <a:gs pos="35000">
                  <a:srgbClr val="8DC8E8"/>
                </a:gs>
              </a:gsLst>
              <a:lin ang="3600000" scaled="0"/>
            </a:gradFill>
          </p:spPr>
          <p:txBody>
            <a:bodyPr wrap="square" lIns="0" tIns="0" rIns="0" bIns="91440" rtlCol="0" anchor="b" anchorCtr="0">
              <a:noAutofit/>
            </a:bodyPr>
            <a:lstStyle/>
            <a:p>
              <a:pPr marL="0" marR="0" lvl="0" indent="0" algn="ctr" defTabSz="914437" rtl="0" eaLnBrk="1" fontAlgn="base" latinLnBrk="0" hangingPunct="1">
                <a:lnSpc>
                  <a:spcPct val="100000"/>
                </a:lnSpc>
                <a:spcBef>
                  <a:spcPts val="900"/>
                </a:spcBef>
                <a:spcAft>
                  <a:spcPct val="0"/>
                </a:spcAft>
                <a:buClrTx/>
                <a:buSzTx/>
                <a:buFontTx/>
                <a:buNone/>
                <a:tabLst>
                  <a:tab pos="1487158" algn="l"/>
                </a:tabLst>
                <a:defRPr/>
              </a:pPr>
              <a:r>
                <a:rPr kumimoji="0" lang="en-US" sz="800" b="1" i="0" u="none" strike="noStrike" kern="1200" cap="none" spc="0" normalizeH="0" baseline="0" noProof="0">
                  <a:ln w="3175">
                    <a:noFill/>
                  </a:ln>
                  <a:solidFill>
                    <a:srgbClr val="000000"/>
                  </a:solidFill>
                  <a:effectLst/>
                  <a:uLnTx/>
                  <a:uFillTx/>
                  <a:latin typeface="+mj-lt"/>
                  <a:ea typeface="+mn-ea"/>
                  <a:cs typeface="Segoe UI" pitchFamily="34" charset="0"/>
                </a:rPr>
                <a:t>Compliance</a:t>
              </a:r>
            </a:p>
          </p:txBody>
        </p:sp>
        <p:grpSp>
          <p:nvGrpSpPr>
            <p:cNvPr id="8" name="Group 7">
              <a:extLst>
                <a:ext uri="{FF2B5EF4-FFF2-40B4-BE49-F238E27FC236}">
                  <a16:creationId xmlns:a16="http://schemas.microsoft.com/office/drawing/2014/main" id="{B535279B-F083-6C3B-D582-2BC1464F507C}"/>
                </a:ext>
              </a:extLst>
            </p:cNvPr>
            <p:cNvGrpSpPr>
              <a:grpSpLocks noChangeAspect="1"/>
            </p:cNvGrpSpPr>
            <p:nvPr/>
          </p:nvGrpSpPr>
          <p:grpSpPr>
            <a:xfrm>
              <a:off x="2893555" y="3127721"/>
              <a:ext cx="365760" cy="365760"/>
              <a:chOff x="2890458" y="3148241"/>
              <a:chExt cx="417674" cy="417674"/>
            </a:xfrm>
          </p:grpSpPr>
          <p:sp>
            <p:nvSpPr>
              <p:cNvPr id="29" name="Oval 28">
                <a:extLst>
                  <a:ext uri="{FF2B5EF4-FFF2-40B4-BE49-F238E27FC236}">
                    <a16:creationId xmlns:a16="http://schemas.microsoft.com/office/drawing/2014/main" id="{A2E54623-9F9E-38BF-0554-C307948508D4}"/>
                  </a:ext>
                </a:extLst>
              </p:cNvPr>
              <p:cNvSpPr/>
              <p:nvPr/>
            </p:nvSpPr>
            <p:spPr bwMode="auto">
              <a:xfrm>
                <a:off x="2890458" y="3148241"/>
                <a:ext cx="417674" cy="417674"/>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06" name="Compliance Icon">
                <a:extLst>
                  <a:ext uri="{FF2B5EF4-FFF2-40B4-BE49-F238E27FC236}">
                    <a16:creationId xmlns:a16="http://schemas.microsoft.com/office/drawing/2014/main" id="{849D4151-F965-F11E-2693-7F8EA5E27FE5}"/>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962043" y="3219826"/>
                <a:ext cx="274505" cy="274505"/>
              </a:xfrm>
              <a:prstGeom prst="rect">
                <a:avLst/>
              </a:prstGeom>
            </p:spPr>
          </p:pic>
        </p:grpSp>
      </p:grpSp>
      <p:grpSp>
        <p:nvGrpSpPr>
          <p:cNvPr id="18" name="Group 17">
            <a:extLst>
              <a:ext uri="{FF2B5EF4-FFF2-40B4-BE49-F238E27FC236}">
                <a16:creationId xmlns:a16="http://schemas.microsoft.com/office/drawing/2014/main" id="{48C61B4F-3206-A79B-0DCD-46AA86110FA6}"/>
              </a:ext>
              <a:ext uri="{C183D7F6-B498-43B3-948B-1728B52AA6E4}">
                <adec:decorative xmlns:adec="http://schemas.microsoft.com/office/drawing/2017/decorative" val="1"/>
              </a:ext>
            </a:extLst>
          </p:cNvPr>
          <p:cNvGrpSpPr/>
          <p:nvPr/>
        </p:nvGrpSpPr>
        <p:grpSpPr>
          <a:xfrm>
            <a:off x="8726945" y="4112784"/>
            <a:ext cx="777240" cy="777240"/>
            <a:chOff x="8380427" y="4139533"/>
            <a:chExt cx="777240" cy="777240"/>
          </a:xfrm>
        </p:grpSpPr>
        <p:sp>
          <p:nvSpPr>
            <p:cNvPr id="121" name="Roles Shape">
              <a:extLst>
                <a:ext uri="{FF2B5EF4-FFF2-40B4-BE49-F238E27FC236}">
                  <a16:creationId xmlns:a16="http://schemas.microsoft.com/office/drawing/2014/main" id="{D38EDF88-AA75-FDF6-3123-E1A802278038}"/>
                </a:ext>
              </a:extLst>
            </p:cNvPr>
            <p:cNvSpPr>
              <a:spLocks noChangeAspect="1"/>
            </p:cNvSpPr>
            <p:nvPr/>
          </p:nvSpPr>
          <p:spPr>
            <a:xfrm>
              <a:off x="8380427" y="4139533"/>
              <a:ext cx="777240" cy="777240"/>
            </a:xfrm>
            <a:prstGeom prst="roundRect">
              <a:avLst>
                <a:gd name="adj" fmla="val 15517"/>
              </a:avLst>
            </a:prstGeom>
            <a:solidFill>
              <a:schemeClr val="tx1">
                <a:alpha val="10000"/>
              </a:schemeClr>
            </a:solidFill>
            <a:ln w="12700">
              <a:noFill/>
            </a:ln>
            <a:effectLst/>
          </p:spPr>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367" rtl="0" eaLnBrk="1" fontAlgn="auto" latinLnBrk="0" hangingPunct="1">
                <a:lnSpc>
                  <a:spcPct val="100000"/>
                </a:lnSpc>
                <a:spcBef>
                  <a:spcPts val="900"/>
                </a:spcBef>
                <a:spcAft>
                  <a:spcPts val="0"/>
                </a:spcAft>
                <a:buClrTx/>
                <a:buSzTx/>
                <a:buFontTx/>
                <a:buNone/>
                <a:tabLst/>
                <a:defRPr/>
              </a:pPr>
              <a:r>
                <a:rPr kumimoji="0" lang="en-US" sz="800" b="0" i="0" u="none" strike="noStrike" kern="1200" cap="none" spc="-20" normalizeH="0" baseline="0" noProof="0">
                  <a:ln>
                    <a:noFill/>
                  </a:ln>
                  <a:solidFill>
                    <a:srgbClr val="08202C"/>
                  </a:solidFill>
                  <a:effectLst/>
                  <a:uLnTx/>
                  <a:uFillTx/>
                  <a:latin typeface="+mj-lt"/>
                  <a:ea typeface="+mn-ea"/>
                  <a:cs typeface="Segoe UI" panose="020B0502040204020203" pitchFamily="34" charset="0"/>
                </a:rPr>
                <a:t>Roles</a:t>
              </a:r>
            </a:p>
          </p:txBody>
        </p:sp>
        <p:pic>
          <p:nvPicPr>
            <p:cNvPr id="107" name="Roles Icon">
              <a:extLst>
                <a:ext uri="{FF2B5EF4-FFF2-40B4-BE49-F238E27FC236}">
                  <a16:creationId xmlns:a16="http://schemas.microsoft.com/office/drawing/2014/main" id="{9C47FD86-FE5D-149B-53D5-AB849A441E53}"/>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8602972" y="4247065"/>
              <a:ext cx="332150" cy="332509"/>
            </a:xfrm>
            <a:prstGeom prst="rect">
              <a:avLst/>
            </a:prstGeom>
          </p:spPr>
        </p:pic>
      </p:grpSp>
      <p:cxnSp>
        <p:nvCxnSpPr>
          <p:cNvPr id="42" name="Risk to for User Arrow">
            <a:extLst>
              <a:ext uri="{FF2B5EF4-FFF2-40B4-BE49-F238E27FC236}">
                <a16:creationId xmlns:a16="http://schemas.microsoft.com/office/drawing/2014/main" id="{A9740797-63FA-077A-AAA0-50A5466BD7D0}"/>
              </a:ext>
              <a:ext uri="{C183D7F6-B498-43B3-948B-1728B52AA6E4}">
                <adec:decorative xmlns:adec="http://schemas.microsoft.com/office/drawing/2017/decorative" val="1"/>
              </a:ext>
            </a:extLst>
          </p:cNvPr>
          <p:cNvCxnSpPr>
            <a:cxnSpLocks/>
          </p:cNvCxnSpPr>
          <p:nvPr/>
        </p:nvCxnSpPr>
        <p:spPr>
          <a:xfrm>
            <a:off x="6095835" y="2860983"/>
            <a:ext cx="330" cy="228600"/>
          </a:xfrm>
          <a:prstGeom prst="straightConnector1">
            <a:avLst/>
          </a:prstGeom>
          <a:ln w="12700" cap="rnd">
            <a:solidFill>
              <a:schemeClr val="tx1"/>
            </a:solidFill>
            <a:headEnd type="arrow" w="lg" len="sm"/>
            <a:tailEnd type="arrow" w="lg" len="sm"/>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E94792A-8643-4FC4-ADEB-8D305C059452}"/>
              </a:ext>
              <a:ext uri="{C183D7F6-B498-43B3-948B-1728B52AA6E4}">
                <adec:decorative xmlns:adec="http://schemas.microsoft.com/office/drawing/2017/decorative" val="1"/>
              </a:ext>
            </a:extLst>
          </p:cNvPr>
          <p:cNvGrpSpPr/>
          <p:nvPr/>
        </p:nvGrpSpPr>
        <p:grpSpPr>
          <a:xfrm>
            <a:off x="2687815" y="4112784"/>
            <a:ext cx="777240" cy="777240"/>
            <a:chOff x="2687815" y="4139531"/>
            <a:chExt cx="777240" cy="777240"/>
          </a:xfrm>
        </p:grpSpPr>
        <p:sp>
          <p:nvSpPr>
            <p:cNvPr id="10" name="Systems Shape">
              <a:extLst>
                <a:ext uri="{FF2B5EF4-FFF2-40B4-BE49-F238E27FC236}">
                  <a16:creationId xmlns:a16="http://schemas.microsoft.com/office/drawing/2014/main" id="{FEC73533-A3A8-2EE1-A382-6D3EEF45C238}"/>
                </a:ext>
              </a:extLst>
            </p:cNvPr>
            <p:cNvSpPr>
              <a:spLocks noChangeAspect="1"/>
            </p:cNvSpPr>
            <p:nvPr/>
          </p:nvSpPr>
          <p:spPr>
            <a:xfrm>
              <a:off x="2687815" y="4139531"/>
              <a:ext cx="777240" cy="777240"/>
            </a:xfrm>
            <a:prstGeom prst="roundRect">
              <a:avLst>
                <a:gd name="adj" fmla="val 17673"/>
              </a:avLst>
            </a:prstGeom>
            <a:solidFill>
              <a:schemeClr val="tx1">
                <a:alpha val="10000"/>
              </a:schemeClr>
            </a:solidFill>
            <a:ln w="12700">
              <a:noFill/>
            </a:ln>
            <a:effectLst/>
          </p:spPr>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367" rtl="0" eaLnBrk="1" fontAlgn="auto" latinLnBrk="0" hangingPunct="1">
                <a:lnSpc>
                  <a:spcPct val="100000"/>
                </a:lnSpc>
                <a:spcBef>
                  <a:spcPts val="900"/>
                </a:spcBef>
                <a:spcAft>
                  <a:spcPts val="0"/>
                </a:spcAft>
                <a:buClrTx/>
                <a:buSzTx/>
                <a:buFontTx/>
                <a:buNone/>
                <a:tabLst/>
                <a:defRPr/>
              </a:pPr>
              <a:r>
                <a:rPr kumimoji="0" lang="en-US" sz="800" b="0" i="0" u="none" strike="noStrike" kern="1200" cap="none" spc="-20" normalizeH="0" baseline="0" noProof="0">
                  <a:ln>
                    <a:noFill/>
                  </a:ln>
                  <a:solidFill>
                    <a:srgbClr val="08202C"/>
                  </a:solidFill>
                  <a:effectLst/>
                  <a:uLnTx/>
                  <a:uFillTx/>
                  <a:latin typeface="+mj-lt"/>
                  <a:ea typeface="+mn-ea"/>
                  <a:cs typeface="Segoe UI" panose="020B0502040204020203" pitchFamily="34" charset="0"/>
                </a:rPr>
                <a:t>Systems</a:t>
              </a:r>
            </a:p>
          </p:txBody>
        </p:sp>
        <p:pic>
          <p:nvPicPr>
            <p:cNvPr id="4" name="Graphic 3">
              <a:extLst>
                <a:ext uri="{FF2B5EF4-FFF2-40B4-BE49-F238E27FC236}">
                  <a16:creationId xmlns:a16="http://schemas.microsoft.com/office/drawing/2014/main" id="{7F60803C-A8F7-9A0A-FD8A-86F77FDDFBE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10181" y="4256590"/>
              <a:ext cx="332509" cy="332509"/>
            </a:xfrm>
            <a:prstGeom prst="rect">
              <a:avLst/>
            </a:prstGeom>
          </p:spPr>
        </p:pic>
      </p:grpSp>
      <p:sp>
        <p:nvSpPr>
          <p:cNvPr id="11" name="Title 10">
            <a:extLst>
              <a:ext uri="{FF2B5EF4-FFF2-40B4-BE49-F238E27FC236}">
                <a16:creationId xmlns:a16="http://schemas.microsoft.com/office/drawing/2014/main" id="{A27FA479-987B-734D-9147-149D911E186B}"/>
              </a:ext>
            </a:extLst>
          </p:cNvPr>
          <p:cNvSpPr>
            <a:spLocks noGrp="1"/>
          </p:cNvSpPr>
          <p:nvPr>
            <p:ph type="title"/>
          </p:nvPr>
        </p:nvSpPr>
        <p:spPr/>
        <p:txBody>
          <a:bodyPr/>
          <a:lstStyle/>
          <a:p>
            <a:pPr algn="ctr"/>
            <a:r>
              <a:rPr lang="en-US" b="1" spc="-20">
                <a:solidFill>
                  <a:srgbClr val="08202C"/>
                </a:solidFill>
                <a:latin typeface="Segoe UI Semibold" panose="020B0702040204020203" pitchFamily="34" charset="0"/>
                <a:cs typeface="Segoe UI Semibold" panose="020B0702040204020203" pitchFamily="34" charset="0"/>
              </a:rPr>
              <a:t>Enterprise processes are complex</a:t>
            </a:r>
            <a:endParaRPr lang="en-UA"/>
          </a:p>
        </p:txBody>
      </p:sp>
      <p:sp>
        <p:nvSpPr>
          <p:cNvPr id="23" name="Rounded Rectangle 3">
            <a:extLst>
              <a:ext uri="{FF2B5EF4-FFF2-40B4-BE49-F238E27FC236}">
                <a16:creationId xmlns:a16="http://schemas.microsoft.com/office/drawing/2014/main" id="{431C48A1-1B34-BD86-77F1-B6C755E9D640}"/>
              </a:ext>
              <a:ext uri="{C183D7F6-B498-43B3-948B-1728B52AA6E4}">
                <adec:decorative xmlns:adec="http://schemas.microsoft.com/office/drawing/2017/decorative" val="1"/>
              </a:ext>
            </a:extLst>
          </p:cNvPr>
          <p:cNvSpPr/>
          <p:nvPr/>
        </p:nvSpPr>
        <p:spPr>
          <a:xfrm>
            <a:off x="1541634" y="1619160"/>
            <a:ext cx="9108732" cy="4649877"/>
          </a:xfrm>
          <a:prstGeom prst="roundRect">
            <a:avLst>
              <a:gd name="adj" fmla="val 10873"/>
            </a:avLst>
          </a:prstGeom>
          <a:ln w="19050" cap="rnd">
            <a:gradFill flip="none" rotWithShape="1">
              <a:gsLst>
                <a:gs pos="80000">
                  <a:srgbClr val="318581"/>
                </a:gs>
                <a:gs pos="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61257" tIns="209006" rIns="261257" bIns="209006" numCol="1" spcCol="0" rtlCol="0" fromWordArt="0" anchor="t" anchorCtr="0" forceAA="0" compatLnSpc="1">
            <a:prstTxWarp prst="textNoShape">
              <a:avLst/>
            </a:prstTxWarp>
            <a:noAutofit/>
          </a:bodyPr>
          <a:lstStyle/>
          <a:p>
            <a:pPr marL="0" marR="0" lvl="0" indent="0" algn="l" defTabSz="1332133" rtl="0" eaLnBrk="1" fontAlgn="base" latinLnBrk="0" hangingPunct="1">
              <a:lnSpc>
                <a:spcPct val="100000"/>
              </a:lnSpc>
              <a:spcBef>
                <a:spcPct val="0"/>
              </a:spcBef>
              <a:spcAft>
                <a:spcPct val="0"/>
              </a:spcAft>
              <a:buClrTx/>
              <a:buSzTx/>
              <a:buFontTx/>
              <a:buNone/>
              <a:tabLst/>
              <a:defRPr/>
            </a:pPr>
            <a:endParaRPr kumimoji="0" lang="en-US" sz="2857" b="1" i="0" u="none" strike="noStrike" kern="1200" cap="none" spc="0" normalizeH="0" baseline="0" noProof="0">
              <a:ln>
                <a:noFill/>
              </a:ln>
              <a:noFill/>
              <a:effectLst/>
              <a:uLnTx/>
              <a:uFillTx/>
              <a:latin typeface="Segoe UI Semibold" panose="020B0502040204020203" pitchFamily="34" charset="0"/>
              <a:ea typeface="+mn-ea"/>
              <a:cs typeface="Segoe UI" pitchFamily="34" charset="0"/>
            </a:endParaRPr>
          </a:p>
        </p:txBody>
      </p:sp>
      <p:pic>
        <p:nvPicPr>
          <p:cNvPr id="13" name="Image 0" descr="Diagram showing a “New employee onboarding” workflow at the center, connected to governance and operational factors including risk, compliance, systems, exceptions, people, timing, rules, roles, data, and dependencies. Arrows illustrate relationships and information flow between these elements within the CALDOVA framework.">
            <a:extLst>
              <a:ext uri="{FF2B5EF4-FFF2-40B4-BE49-F238E27FC236}">
                <a16:creationId xmlns:a16="http://schemas.microsoft.com/office/drawing/2014/main" id="{D74DAB10-0A3D-F2DD-C97A-37E0D4D86FC6}"/>
              </a:ext>
              <a:ext uri="{C183D7F6-B498-43B3-948B-1728B52AA6E4}">
                <adec:decorative xmlns:adec="http://schemas.microsoft.com/office/drawing/2017/decorative" val="0"/>
              </a:ext>
            </a:extLst>
          </p:cNvPr>
          <p:cNvPicPr>
            <a:picLocks noChangeAspect="1"/>
          </p:cNvPicPr>
          <p:nvPr/>
        </p:nvPicPr>
        <p:blipFill>
          <a:blip r:embed="rId13"/>
          <a:stretch>
            <a:fillRect/>
          </a:stretch>
        </p:blipFill>
        <p:spPr>
          <a:xfrm>
            <a:off x="4762500" y="1439672"/>
            <a:ext cx="2667000" cy="380255"/>
          </a:xfrm>
          <a:prstGeom prst="roundRect">
            <a:avLst>
              <a:gd name="adj" fmla="val 24261"/>
            </a:avLst>
          </a:prstGeom>
          <a:solidFill>
            <a:schemeClr val="bg1"/>
          </a:solidFill>
        </p:spPr>
      </p:pic>
      <p:grpSp>
        <p:nvGrpSpPr>
          <p:cNvPr id="25" name="Group 24">
            <a:extLst>
              <a:ext uri="{FF2B5EF4-FFF2-40B4-BE49-F238E27FC236}">
                <a16:creationId xmlns:a16="http://schemas.microsoft.com/office/drawing/2014/main" id="{53E18E91-73E5-87C6-5448-AB3790E7763F}"/>
              </a:ext>
              <a:ext uri="{C183D7F6-B498-43B3-948B-1728B52AA6E4}">
                <adec:decorative xmlns:adec="http://schemas.microsoft.com/office/drawing/2017/decorative" val="1"/>
              </a:ext>
            </a:extLst>
          </p:cNvPr>
          <p:cNvGrpSpPr/>
          <p:nvPr/>
        </p:nvGrpSpPr>
        <p:grpSpPr>
          <a:xfrm>
            <a:off x="5707380" y="5123268"/>
            <a:ext cx="777240" cy="777240"/>
            <a:chOff x="5707380" y="5247093"/>
            <a:chExt cx="777240" cy="777240"/>
          </a:xfrm>
        </p:grpSpPr>
        <p:sp>
          <p:nvSpPr>
            <p:cNvPr id="70" name="Dependencies Shape">
              <a:extLst>
                <a:ext uri="{FF2B5EF4-FFF2-40B4-BE49-F238E27FC236}">
                  <a16:creationId xmlns:a16="http://schemas.microsoft.com/office/drawing/2014/main" id="{516D7C68-7382-EBCB-600E-8B4C69E92BD2}"/>
                </a:ext>
              </a:extLst>
            </p:cNvPr>
            <p:cNvSpPr>
              <a:spLocks noChangeAspect="1"/>
            </p:cNvSpPr>
            <p:nvPr/>
          </p:nvSpPr>
          <p:spPr>
            <a:xfrm>
              <a:off x="5707380" y="5247093"/>
              <a:ext cx="777240" cy="777240"/>
            </a:xfrm>
            <a:prstGeom prst="roundRect">
              <a:avLst>
                <a:gd name="adj" fmla="val 15517"/>
              </a:avLst>
            </a:prstGeom>
            <a:solidFill>
              <a:schemeClr val="tx1">
                <a:alpha val="10000"/>
              </a:schemeClr>
            </a:solidFill>
            <a:ln w="12700">
              <a:noFill/>
            </a:ln>
            <a:effectLst/>
          </p:spPr>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367" rtl="0" eaLnBrk="1" fontAlgn="auto" latinLnBrk="0" hangingPunct="1">
                <a:lnSpc>
                  <a:spcPct val="100000"/>
                </a:lnSpc>
                <a:spcBef>
                  <a:spcPts val="900"/>
                </a:spcBef>
                <a:spcAft>
                  <a:spcPts val="0"/>
                </a:spcAft>
                <a:buClrTx/>
                <a:buSzTx/>
                <a:buFontTx/>
                <a:buNone/>
                <a:tabLst/>
                <a:defRPr/>
              </a:pPr>
              <a:r>
                <a:rPr kumimoji="0" lang="en-US" sz="800" b="0" i="0" u="none" strike="noStrike" kern="1200" cap="none" spc="-20" normalizeH="0" baseline="0" noProof="0">
                  <a:ln>
                    <a:noFill/>
                  </a:ln>
                  <a:solidFill>
                    <a:srgbClr val="08202C"/>
                  </a:solidFill>
                  <a:effectLst/>
                  <a:uLnTx/>
                  <a:uFillTx/>
                  <a:latin typeface="+mj-lt"/>
                  <a:ea typeface="+mn-ea"/>
                  <a:cs typeface="Segoe UI" panose="020B0502040204020203" pitchFamily="34" charset="0"/>
                </a:rPr>
                <a:t>Dependencies</a:t>
              </a:r>
            </a:p>
          </p:txBody>
        </p:sp>
        <p:pic>
          <p:nvPicPr>
            <p:cNvPr id="72" name="Dependencies Icon">
              <a:extLst>
                <a:ext uri="{FF2B5EF4-FFF2-40B4-BE49-F238E27FC236}">
                  <a16:creationId xmlns:a16="http://schemas.microsoft.com/office/drawing/2014/main" id="{B60A905F-6244-DB76-2824-050BEADBB719}"/>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5929925" y="5375404"/>
              <a:ext cx="332150" cy="332150"/>
            </a:xfrm>
            <a:prstGeom prst="rect">
              <a:avLst/>
            </a:prstGeom>
          </p:spPr>
        </p:pic>
      </p:grpSp>
      <p:cxnSp>
        <p:nvCxnSpPr>
          <p:cNvPr id="132" name="Straight Connector 131">
            <a:extLst>
              <a:ext uri="{FF2B5EF4-FFF2-40B4-BE49-F238E27FC236}">
                <a16:creationId xmlns:a16="http://schemas.microsoft.com/office/drawing/2014/main" id="{716B9F84-33AC-4D4E-7EEF-C2E5DB9A6D76}"/>
              </a:ext>
              <a:ext uri="{C183D7F6-B498-43B3-948B-1728B52AA6E4}">
                <adec:decorative xmlns:adec="http://schemas.microsoft.com/office/drawing/2017/decorative" val="1"/>
              </a:ext>
            </a:extLst>
          </p:cNvPr>
          <p:cNvCxnSpPr>
            <a:cxnSpLocks/>
          </p:cNvCxnSpPr>
          <p:nvPr/>
        </p:nvCxnSpPr>
        <p:spPr>
          <a:xfrm flipH="1">
            <a:off x="3994880" y="3982679"/>
            <a:ext cx="1053370" cy="0"/>
          </a:xfrm>
          <a:prstGeom prst="line">
            <a:avLst/>
          </a:prstGeom>
          <a:ln w="12700" cap="rnd">
            <a:solidFill>
              <a:schemeClr val="tx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A397D1A0-4341-7D7B-2825-4BB693304895}"/>
              </a:ext>
              <a:ext uri="{C183D7F6-B498-43B3-948B-1728B52AA6E4}">
                <adec:decorative xmlns:adec="http://schemas.microsoft.com/office/drawing/2017/decorative" val="1"/>
              </a:ext>
            </a:extLst>
          </p:cNvPr>
          <p:cNvCxnSpPr>
            <a:cxnSpLocks/>
          </p:cNvCxnSpPr>
          <p:nvPr/>
        </p:nvCxnSpPr>
        <p:spPr>
          <a:xfrm flipH="1">
            <a:off x="3580377" y="2639906"/>
            <a:ext cx="414503"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0F902595-61AE-ACE2-E4DF-0D55DEFB7A80}"/>
              </a:ext>
              <a:ext uri="{C183D7F6-B498-43B3-948B-1728B52AA6E4}">
                <adec:decorative xmlns:adec="http://schemas.microsoft.com/office/drawing/2017/decorative" val="1"/>
              </a:ext>
            </a:extLst>
          </p:cNvPr>
          <p:cNvCxnSpPr/>
          <p:nvPr/>
        </p:nvCxnSpPr>
        <p:spPr>
          <a:xfrm flipH="1">
            <a:off x="3580377" y="3477436"/>
            <a:ext cx="414503"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92657B60-8A27-7BC5-EBA6-FF3EA8B8F8C4}"/>
              </a:ext>
              <a:ext uri="{C183D7F6-B498-43B3-948B-1728B52AA6E4}">
                <adec:decorative xmlns:adec="http://schemas.microsoft.com/office/drawing/2017/decorative" val="1"/>
              </a:ext>
            </a:extLst>
          </p:cNvPr>
          <p:cNvCxnSpPr/>
          <p:nvPr/>
        </p:nvCxnSpPr>
        <p:spPr>
          <a:xfrm flipH="1">
            <a:off x="3580377" y="4501404"/>
            <a:ext cx="414503"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46124CF3-93FD-A6FB-3540-23922951D4F8}"/>
              </a:ext>
              <a:ext uri="{C183D7F6-B498-43B3-948B-1728B52AA6E4}">
                <adec:decorative xmlns:adec="http://schemas.microsoft.com/office/drawing/2017/decorative" val="1"/>
              </a:ext>
            </a:extLst>
          </p:cNvPr>
          <p:cNvCxnSpPr/>
          <p:nvPr/>
        </p:nvCxnSpPr>
        <p:spPr>
          <a:xfrm flipH="1">
            <a:off x="3580377" y="5321945"/>
            <a:ext cx="414503"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39" name="Risk to for User Arrow">
            <a:extLst>
              <a:ext uri="{FF2B5EF4-FFF2-40B4-BE49-F238E27FC236}">
                <a16:creationId xmlns:a16="http://schemas.microsoft.com/office/drawing/2014/main" id="{0EFD95A3-4A2E-B627-EF14-D4880245DD44}"/>
              </a:ext>
              <a:ext uri="{C183D7F6-B498-43B3-948B-1728B52AA6E4}">
                <adec:decorative xmlns:adec="http://schemas.microsoft.com/office/drawing/2017/decorative" val="1"/>
              </a:ext>
            </a:extLst>
          </p:cNvPr>
          <p:cNvCxnSpPr>
            <a:cxnSpLocks/>
          </p:cNvCxnSpPr>
          <p:nvPr/>
        </p:nvCxnSpPr>
        <p:spPr>
          <a:xfrm>
            <a:off x="3076435" y="2874012"/>
            <a:ext cx="0" cy="18288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42" name="Risk to for User Arrow">
            <a:extLst>
              <a:ext uri="{FF2B5EF4-FFF2-40B4-BE49-F238E27FC236}">
                <a16:creationId xmlns:a16="http://schemas.microsoft.com/office/drawing/2014/main" id="{29201D72-E4D2-1E54-0ACB-3BD34890C519}"/>
              </a:ext>
              <a:ext uri="{C183D7F6-B498-43B3-948B-1728B52AA6E4}">
                <adec:decorative xmlns:adec="http://schemas.microsoft.com/office/drawing/2017/decorative" val="1"/>
              </a:ext>
            </a:extLst>
          </p:cNvPr>
          <p:cNvCxnSpPr>
            <a:cxnSpLocks/>
          </p:cNvCxnSpPr>
          <p:nvPr/>
        </p:nvCxnSpPr>
        <p:spPr>
          <a:xfrm>
            <a:off x="3074409" y="4921948"/>
            <a:ext cx="0" cy="18288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43" name="Risk to for User Arrow">
            <a:extLst>
              <a:ext uri="{FF2B5EF4-FFF2-40B4-BE49-F238E27FC236}">
                <a16:creationId xmlns:a16="http://schemas.microsoft.com/office/drawing/2014/main" id="{39633A09-83C9-4B9B-3D91-C7CC448C25C9}"/>
              </a:ext>
              <a:ext uri="{C183D7F6-B498-43B3-948B-1728B52AA6E4}">
                <adec:decorative xmlns:adec="http://schemas.microsoft.com/office/drawing/2017/decorative" val="1"/>
              </a:ext>
            </a:extLst>
          </p:cNvPr>
          <p:cNvCxnSpPr>
            <a:cxnSpLocks/>
          </p:cNvCxnSpPr>
          <p:nvPr/>
        </p:nvCxnSpPr>
        <p:spPr>
          <a:xfrm>
            <a:off x="3074409" y="3897980"/>
            <a:ext cx="0" cy="18288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556A3D27-E329-237A-FE9C-07EC14F87EF5}"/>
              </a:ext>
              <a:ext uri="{C183D7F6-B498-43B3-948B-1728B52AA6E4}">
                <adec:decorative xmlns:adec="http://schemas.microsoft.com/office/drawing/2017/decorative" val="1"/>
              </a:ext>
            </a:extLst>
          </p:cNvPr>
          <p:cNvCxnSpPr>
            <a:cxnSpLocks/>
          </p:cNvCxnSpPr>
          <p:nvPr/>
        </p:nvCxnSpPr>
        <p:spPr>
          <a:xfrm>
            <a:off x="3580377" y="5719775"/>
            <a:ext cx="201168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4E2DB732-AA98-ECED-D120-EBC95382CF69}"/>
              </a:ext>
              <a:ext uri="{C183D7F6-B498-43B3-948B-1728B52AA6E4}">
                <adec:decorative xmlns:adec="http://schemas.microsoft.com/office/drawing/2017/decorative" val="1"/>
              </a:ext>
            </a:extLst>
          </p:cNvPr>
          <p:cNvCxnSpPr>
            <a:cxnSpLocks/>
          </p:cNvCxnSpPr>
          <p:nvPr/>
        </p:nvCxnSpPr>
        <p:spPr>
          <a:xfrm>
            <a:off x="6599941" y="5719775"/>
            <a:ext cx="201168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A0710FC5-443E-EFE8-AD4A-28A5189057A6}"/>
              </a:ext>
              <a:ext uri="{C183D7F6-B498-43B3-948B-1728B52AA6E4}">
                <adec:decorative xmlns:adec="http://schemas.microsoft.com/office/drawing/2017/decorative" val="1"/>
              </a:ext>
            </a:extLst>
          </p:cNvPr>
          <p:cNvCxnSpPr>
            <a:cxnSpLocks/>
          </p:cNvCxnSpPr>
          <p:nvPr/>
        </p:nvCxnSpPr>
        <p:spPr>
          <a:xfrm>
            <a:off x="6599941" y="2301600"/>
            <a:ext cx="201168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50" name="Risk to for User Arrow">
            <a:extLst>
              <a:ext uri="{FF2B5EF4-FFF2-40B4-BE49-F238E27FC236}">
                <a16:creationId xmlns:a16="http://schemas.microsoft.com/office/drawing/2014/main" id="{31D18894-C351-25FD-48E6-8B8E04020353}"/>
              </a:ext>
              <a:ext uri="{C183D7F6-B498-43B3-948B-1728B52AA6E4}">
                <adec:decorative xmlns:adec="http://schemas.microsoft.com/office/drawing/2017/decorative" val="1"/>
              </a:ext>
            </a:extLst>
          </p:cNvPr>
          <p:cNvCxnSpPr>
            <a:cxnSpLocks/>
          </p:cNvCxnSpPr>
          <p:nvPr/>
        </p:nvCxnSpPr>
        <p:spPr>
          <a:xfrm flipH="1">
            <a:off x="3580377" y="2301600"/>
            <a:ext cx="2011680" cy="0"/>
          </a:xfrm>
          <a:prstGeom prst="straightConnector1">
            <a:avLst/>
          </a:prstGeom>
          <a:ln w="12700" cap="rnd">
            <a:solidFill>
              <a:schemeClr val="tx1"/>
            </a:solidFill>
            <a:headEnd type="arrow" w="lg" len="sm"/>
            <a:tailEnd type="arrow" w="lg"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ACDCAB64-2762-80FD-573F-6BE9383D59FC}"/>
              </a:ext>
              <a:ext uri="{C183D7F6-B498-43B3-948B-1728B52AA6E4}">
                <adec:decorative xmlns:adec="http://schemas.microsoft.com/office/drawing/2017/decorative" val="1"/>
              </a:ext>
            </a:extLst>
          </p:cNvPr>
          <p:cNvCxnSpPr>
            <a:cxnSpLocks/>
          </p:cNvCxnSpPr>
          <p:nvPr/>
        </p:nvCxnSpPr>
        <p:spPr>
          <a:xfrm flipH="1">
            <a:off x="7155113" y="3982679"/>
            <a:ext cx="1051560" cy="0"/>
          </a:xfrm>
          <a:prstGeom prst="line">
            <a:avLst/>
          </a:prstGeom>
          <a:ln w="12700" cap="rnd">
            <a:solidFill>
              <a:schemeClr val="tx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7C5E17D-83BF-5931-BA1D-3308CB234701}"/>
              </a:ext>
              <a:ext uri="{C183D7F6-B498-43B3-948B-1728B52AA6E4}">
                <adec:decorative xmlns:adec="http://schemas.microsoft.com/office/drawing/2017/decorative" val="1"/>
              </a:ext>
            </a:extLst>
          </p:cNvPr>
          <p:cNvCxnSpPr>
            <a:cxnSpLocks/>
          </p:cNvCxnSpPr>
          <p:nvPr/>
        </p:nvCxnSpPr>
        <p:spPr>
          <a:xfrm>
            <a:off x="3994880" y="2639906"/>
            <a:ext cx="0" cy="2682040"/>
          </a:xfrm>
          <a:prstGeom prst="line">
            <a:avLst/>
          </a:prstGeom>
          <a:ln w="12700" cap="rnd">
            <a:solidFill>
              <a:schemeClr val="tx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74AA5AF4-274C-491E-E70A-6038040FB864}"/>
              </a:ext>
              <a:ext uri="{C183D7F6-B498-43B3-948B-1728B52AA6E4}">
                <adec:decorative xmlns:adec="http://schemas.microsoft.com/office/drawing/2017/decorative" val="1"/>
              </a:ext>
            </a:extLst>
          </p:cNvPr>
          <p:cNvCxnSpPr>
            <a:cxnSpLocks/>
          </p:cNvCxnSpPr>
          <p:nvPr/>
        </p:nvCxnSpPr>
        <p:spPr>
          <a:xfrm>
            <a:off x="8206673" y="2639906"/>
            <a:ext cx="0" cy="2682040"/>
          </a:xfrm>
          <a:prstGeom prst="line">
            <a:avLst/>
          </a:prstGeom>
          <a:ln w="12700" cap="rnd">
            <a:solidFill>
              <a:schemeClr val="tx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C29E75E9-13CD-0142-9557-4791868B96FB}"/>
              </a:ext>
              <a:ext uri="{C183D7F6-B498-43B3-948B-1728B52AA6E4}">
                <adec:decorative xmlns:adec="http://schemas.microsoft.com/office/drawing/2017/decorative" val="1"/>
              </a:ext>
            </a:extLst>
          </p:cNvPr>
          <p:cNvCxnSpPr>
            <a:cxnSpLocks/>
          </p:cNvCxnSpPr>
          <p:nvPr/>
        </p:nvCxnSpPr>
        <p:spPr>
          <a:xfrm>
            <a:off x="8206673" y="2639906"/>
            <a:ext cx="404948"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C8D707AB-F2FA-4149-0D85-DDA5D7FA4694}"/>
              </a:ext>
              <a:ext uri="{C183D7F6-B498-43B3-948B-1728B52AA6E4}">
                <adec:decorative xmlns:adec="http://schemas.microsoft.com/office/drawing/2017/decorative" val="1"/>
              </a:ext>
            </a:extLst>
          </p:cNvPr>
          <p:cNvCxnSpPr>
            <a:cxnSpLocks/>
          </p:cNvCxnSpPr>
          <p:nvPr/>
        </p:nvCxnSpPr>
        <p:spPr>
          <a:xfrm>
            <a:off x="8206673" y="5321945"/>
            <a:ext cx="404948"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B6EF9355-CA81-518B-F998-C5E546D33402}"/>
              </a:ext>
              <a:ext uri="{C183D7F6-B498-43B3-948B-1728B52AA6E4}">
                <adec:decorative xmlns:adec="http://schemas.microsoft.com/office/drawing/2017/decorative" val="1"/>
              </a:ext>
            </a:extLst>
          </p:cNvPr>
          <p:cNvCxnSpPr>
            <a:cxnSpLocks/>
          </p:cNvCxnSpPr>
          <p:nvPr/>
        </p:nvCxnSpPr>
        <p:spPr>
          <a:xfrm>
            <a:off x="8206673" y="3477436"/>
            <a:ext cx="404948"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7230D24-ED7A-89FE-5171-F04AEC0FA10B}"/>
              </a:ext>
              <a:ext uri="{C183D7F6-B498-43B3-948B-1728B52AA6E4}">
                <adec:decorative xmlns:adec="http://schemas.microsoft.com/office/drawing/2017/decorative" val="1"/>
              </a:ext>
            </a:extLst>
          </p:cNvPr>
          <p:cNvGrpSpPr/>
          <p:nvPr/>
        </p:nvGrpSpPr>
        <p:grpSpPr>
          <a:xfrm>
            <a:off x="9022099" y="4921948"/>
            <a:ext cx="182880" cy="182880"/>
            <a:chOff x="8687011" y="4968992"/>
            <a:chExt cx="182880" cy="243775"/>
          </a:xfrm>
        </p:grpSpPr>
        <p:cxnSp>
          <p:nvCxnSpPr>
            <p:cNvPr id="160" name="Risk to for User Arrow">
              <a:extLst>
                <a:ext uri="{FF2B5EF4-FFF2-40B4-BE49-F238E27FC236}">
                  <a16:creationId xmlns:a16="http://schemas.microsoft.com/office/drawing/2014/main" id="{27BF121E-CB4E-D486-73AB-930D1A40A48E}"/>
                </a:ext>
              </a:extLst>
            </p:cNvPr>
            <p:cNvCxnSpPr>
              <a:cxnSpLocks/>
            </p:cNvCxnSpPr>
            <p:nvPr/>
          </p:nvCxnSpPr>
          <p:spPr>
            <a:xfrm>
              <a:off x="8687011" y="4968992"/>
              <a:ext cx="0" cy="243775"/>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61" name="Risk to for User Arrow">
              <a:extLst>
                <a:ext uri="{FF2B5EF4-FFF2-40B4-BE49-F238E27FC236}">
                  <a16:creationId xmlns:a16="http://schemas.microsoft.com/office/drawing/2014/main" id="{4C636D0D-EBAF-C9D1-0699-31F4ED1CCF20}"/>
                </a:ext>
              </a:extLst>
            </p:cNvPr>
            <p:cNvCxnSpPr>
              <a:cxnSpLocks/>
            </p:cNvCxnSpPr>
            <p:nvPr/>
          </p:nvCxnSpPr>
          <p:spPr>
            <a:xfrm flipV="1">
              <a:off x="8869891" y="4968992"/>
              <a:ext cx="0" cy="243775"/>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grpSp>
      <p:cxnSp>
        <p:nvCxnSpPr>
          <p:cNvPr id="162" name="Risk to for User Arrow">
            <a:extLst>
              <a:ext uri="{FF2B5EF4-FFF2-40B4-BE49-F238E27FC236}">
                <a16:creationId xmlns:a16="http://schemas.microsoft.com/office/drawing/2014/main" id="{25F9041C-6498-CB1D-E017-7FD291C87C1D}"/>
              </a:ext>
              <a:ext uri="{C183D7F6-B498-43B3-948B-1728B52AA6E4}">
                <adec:decorative xmlns:adec="http://schemas.microsoft.com/office/drawing/2017/decorative" val="1"/>
              </a:ext>
            </a:extLst>
          </p:cNvPr>
          <p:cNvCxnSpPr>
            <a:cxnSpLocks/>
          </p:cNvCxnSpPr>
          <p:nvPr/>
        </p:nvCxnSpPr>
        <p:spPr>
          <a:xfrm flipV="1">
            <a:off x="9113539" y="3897980"/>
            <a:ext cx="0" cy="18288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63" name="Risk to for User Arrow">
            <a:extLst>
              <a:ext uri="{FF2B5EF4-FFF2-40B4-BE49-F238E27FC236}">
                <a16:creationId xmlns:a16="http://schemas.microsoft.com/office/drawing/2014/main" id="{21DA57F8-5D93-42B6-C9C8-8771FB737CF0}"/>
              </a:ext>
              <a:ext uri="{C183D7F6-B498-43B3-948B-1728B52AA6E4}">
                <adec:decorative xmlns:adec="http://schemas.microsoft.com/office/drawing/2017/decorative" val="1"/>
              </a:ext>
            </a:extLst>
          </p:cNvPr>
          <p:cNvCxnSpPr>
            <a:cxnSpLocks/>
          </p:cNvCxnSpPr>
          <p:nvPr/>
        </p:nvCxnSpPr>
        <p:spPr>
          <a:xfrm flipV="1">
            <a:off x="9113539" y="2874012"/>
            <a:ext cx="0" cy="18288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65" name="Elbow Connector 164">
            <a:extLst>
              <a:ext uri="{FF2B5EF4-FFF2-40B4-BE49-F238E27FC236}">
                <a16:creationId xmlns:a16="http://schemas.microsoft.com/office/drawing/2014/main" id="{8AA2FAB8-787C-86A9-F0ED-A1F82318A464}"/>
              </a:ext>
              <a:ext uri="{C183D7F6-B498-43B3-948B-1728B52AA6E4}">
                <adec:decorative xmlns:adec="http://schemas.microsoft.com/office/drawing/2017/decorative" val="1"/>
              </a:ext>
            </a:extLst>
          </p:cNvPr>
          <p:cNvCxnSpPr>
            <a:cxnSpLocks/>
          </p:cNvCxnSpPr>
          <p:nvPr/>
        </p:nvCxnSpPr>
        <p:spPr>
          <a:xfrm flipV="1">
            <a:off x="9545353" y="3477436"/>
            <a:ext cx="12700" cy="2047936"/>
          </a:xfrm>
          <a:prstGeom prst="bentConnector3">
            <a:avLst>
              <a:gd name="adj1" fmla="val 1800000"/>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166" name="Risk to for User Arrow">
            <a:extLst>
              <a:ext uri="{FF2B5EF4-FFF2-40B4-BE49-F238E27FC236}">
                <a16:creationId xmlns:a16="http://schemas.microsoft.com/office/drawing/2014/main" id="{00C75543-03B2-07CE-274C-CF2E4CAC55C2}"/>
              </a:ext>
              <a:ext uri="{C183D7F6-B498-43B3-948B-1728B52AA6E4}">
                <adec:decorative xmlns:adec="http://schemas.microsoft.com/office/drawing/2017/decorative" val="1"/>
              </a:ext>
            </a:extLst>
          </p:cNvPr>
          <p:cNvCxnSpPr>
            <a:cxnSpLocks/>
          </p:cNvCxnSpPr>
          <p:nvPr/>
        </p:nvCxnSpPr>
        <p:spPr>
          <a:xfrm flipV="1">
            <a:off x="6093974" y="4875774"/>
            <a:ext cx="4052" cy="22860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684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4.79167E-6 0.03888 L -4.79167E-6 4.07407E-6 " pathEditMode="relative" rAng="0" ptsTypes="AA">
                                      <p:cBhvr>
                                        <p:cTn id="9" dur="500" fill="hold"/>
                                        <p:tgtEl>
                                          <p:spTgt spid="11"/>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200"/>
                                        <p:tgtEl>
                                          <p:spTgt spid="13"/>
                                        </p:tgtEl>
                                      </p:cBhvr>
                                    </p:animEffect>
                                  </p:childTnLst>
                                </p:cTn>
                              </p:par>
                              <p:par>
                                <p:cTn id="13" presetID="42" presetClass="path" presetSubtype="0" decel="100000" fill="hold" nodeType="withEffect">
                                  <p:stCondLst>
                                    <p:cond delay="100"/>
                                  </p:stCondLst>
                                  <p:childTnLst>
                                    <p:animMotion origin="layout" path="M 0 0.03888 L 0 4.81481E-6 " pathEditMode="relative" rAng="0" ptsTypes="AA">
                                      <p:cBhvr>
                                        <p:cTn id="14" dur="500" fill="hold"/>
                                        <p:tgtEl>
                                          <p:spTgt spid="13"/>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50"/>
                                        <p:tgtEl>
                                          <p:spTgt spid="23"/>
                                        </p:tgtEl>
                                      </p:cBhvr>
                                    </p:animEffect>
                                  </p:childTnLst>
                                </p:cTn>
                              </p:par>
                              <p:par>
                                <p:cTn id="18" presetID="42" presetClass="path" presetSubtype="0" decel="100000" fill="hold" grpId="1" nodeType="withEffect">
                                  <p:stCondLst>
                                    <p:cond delay="100"/>
                                  </p:stCondLst>
                                  <p:childTnLst>
                                    <p:animMotion origin="layout" path="M 0 0.03889 L 0 0 " pathEditMode="relative" rAng="0" ptsTypes="AA">
                                      <p:cBhvr>
                                        <p:cTn id="19" dur="500" fill="hold"/>
                                        <p:tgtEl>
                                          <p:spTgt spid="23"/>
                                        </p:tgtEl>
                                        <p:attrNameLst>
                                          <p:attrName>ppt_x</p:attrName>
                                          <p:attrName>ppt_y</p:attrName>
                                        </p:attrNameLst>
                                      </p:cBhvr>
                                      <p:rCtr x="0" y="-1944"/>
                                    </p:animMotion>
                                  </p:childTnLst>
                                </p:cTn>
                              </p:par>
                              <p:par>
                                <p:cTn id="20" presetID="10" presetClass="entr" presetSubtype="0" fill="hold" nodeType="withEffect">
                                  <p:stCondLst>
                                    <p:cond delay="3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42" presetClass="path" presetSubtype="0" decel="100000" fill="hold" nodeType="withEffect">
                                  <p:stCondLst>
                                    <p:cond delay="300"/>
                                  </p:stCondLst>
                                  <p:childTnLst>
                                    <p:animMotion origin="layout" path="M -3.54167E-6 -3.7037E-6 L -3.54167E-6 0.03542 " pathEditMode="relative" rAng="0" ptsTypes="AA">
                                      <p:cBhvr>
                                        <p:cTn id="24" dur="700" spd="-100000" fill="hold"/>
                                        <p:tgtEl>
                                          <p:spTgt spid="14"/>
                                        </p:tgtEl>
                                        <p:attrNameLst>
                                          <p:attrName>ppt_x</p:attrName>
                                          <p:attrName>ppt_y</p:attrName>
                                        </p:attrNameLst>
                                      </p:cBhvr>
                                      <p:rCtr x="0" y="1759"/>
                                    </p:animMotion>
                                  </p:childTnLst>
                                </p:cTn>
                              </p:par>
                              <p:par>
                                <p:cTn id="25" presetID="22" presetClass="entr" presetSubtype="2" fill="hold" nodeType="withEffect">
                                  <p:stCondLst>
                                    <p:cond delay="500"/>
                                  </p:stCondLst>
                                  <p:childTnLst>
                                    <p:set>
                                      <p:cBhvr>
                                        <p:cTn id="26" dur="1" fill="hold">
                                          <p:stCondLst>
                                            <p:cond delay="0"/>
                                          </p:stCondLst>
                                        </p:cTn>
                                        <p:tgtEl>
                                          <p:spTgt spid="132"/>
                                        </p:tgtEl>
                                        <p:attrNameLst>
                                          <p:attrName>style.visibility</p:attrName>
                                        </p:attrNameLst>
                                      </p:cBhvr>
                                      <p:to>
                                        <p:strVal val="visible"/>
                                      </p:to>
                                    </p:set>
                                    <p:animEffect transition="in" filter="wipe(right)">
                                      <p:cBhvr>
                                        <p:cTn id="27" dur="500"/>
                                        <p:tgtEl>
                                          <p:spTgt spid="132"/>
                                        </p:tgtEl>
                                      </p:cBhvr>
                                    </p:animEffect>
                                  </p:childTnLst>
                                </p:cTn>
                              </p:par>
                              <p:par>
                                <p:cTn id="28" presetID="22" presetClass="entr" presetSubtype="2" fill="hold" nodeType="withEffect">
                                  <p:stCondLst>
                                    <p:cond delay="500"/>
                                  </p:stCondLst>
                                  <p:childTnLst>
                                    <p:set>
                                      <p:cBhvr>
                                        <p:cTn id="29" dur="1" fill="hold">
                                          <p:stCondLst>
                                            <p:cond delay="0"/>
                                          </p:stCondLst>
                                        </p:cTn>
                                        <p:tgtEl>
                                          <p:spTgt spid="135"/>
                                        </p:tgtEl>
                                        <p:attrNameLst>
                                          <p:attrName>style.visibility</p:attrName>
                                        </p:attrNameLst>
                                      </p:cBhvr>
                                      <p:to>
                                        <p:strVal val="visible"/>
                                      </p:to>
                                    </p:set>
                                    <p:animEffect transition="in" filter="wipe(right)">
                                      <p:cBhvr>
                                        <p:cTn id="30" dur="500"/>
                                        <p:tgtEl>
                                          <p:spTgt spid="135"/>
                                        </p:tgtEl>
                                      </p:cBhvr>
                                    </p:animEffect>
                                  </p:childTnLst>
                                </p:cTn>
                              </p:par>
                              <p:par>
                                <p:cTn id="31" presetID="22" presetClass="entr" presetSubtype="2" fill="hold" nodeType="withEffect">
                                  <p:stCondLst>
                                    <p:cond delay="500"/>
                                  </p:stCondLst>
                                  <p:childTnLst>
                                    <p:set>
                                      <p:cBhvr>
                                        <p:cTn id="32" dur="1" fill="hold">
                                          <p:stCondLst>
                                            <p:cond delay="0"/>
                                          </p:stCondLst>
                                        </p:cTn>
                                        <p:tgtEl>
                                          <p:spTgt spid="136"/>
                                        </p:tgtEl>
                                        <p:attrNameLst>
                                          <p:attrName>style.visibility</p:attrName>
                                        </p:attrNameLst>
                                      </p:cBhvr>
                                      <p:to>
                                        <p:strVal val="visible"/>
                                      </p:to>
                                    </p:set>
                                    <p:animEffect transition="in" filter="wipe(right)">
                                      <p:cBhvr>
                                        <p:cTn id="33" dur="500"/>
                                        <p:tgtEl>
                                          <p:spTgt spid="136"/>
                                        </p:tgtEl>
                                      </p:cBhvr>
                                    </p:animEffect>
                                  </p:childTnLst>
                                </p:cTn>
                              </p:par>
                              <p:par>
                                <p:cTn id="34" presetID="22" presetClass="entr" presetSubtype="2" fill="hold" nodeType="withEffect">
                                  <p:stCondLst>
                                    <p:cond delay="500"/>
                                  </p:stCondLst>
                                  <p:childTnLst>
                                    <p:set>
                                      <p:cBhvr>
                                        <p:cTn id="35" dur="1" fill="hold">
                                          <p:stCondLst>
                                            <p:cond delay="0"/>
                                          </p:stCondLst>
                                        </p:cTn>
                                        <p:tgtEl>
                                          <p:spTgt spid="137"/>
                                        </p:tgtEl>
                                        <p:attrNameLst>
                                          <p:attrName>style.visibility</p:attrName>
                                        </p:attrNameLst>
                                      </p:cBhvr>
                                      <p:to>
                                        <p:strVal val="visible"/>
                                      </p:to>
                                    </p:set>
                                    <p:animEffect transition="in" filter="wipe(right)">
                                      <p:cBhvr>
                                        <p:cTn id="36" dur="500"/>
                                        <p:tgtEl>
                                          <p:spTgt spid="137"/>
                                        </p:tgtEl>
                                      </p:cBhvr>
                                    </p:animEffect>
                                  </p:childTnLst>
                                </p:cTn>
                              </p:par>
                              <p:par>
                                <p:cTn id="37" presetID="22" presetClass="entr" presetSubtype="2" fill="hold" nodeType="withEffect">
                                  <p:stCondLst>
                                    <p:cond delay="500"/>
                                  </p:stCondLst>
                                  <p:childTnLst>
                                    <p:set>
                                      <p:cBhvr>
                                        <p:cTn id="38" dur="1" fill="hold">
                                          <p:stCondLst>
                                            <p:cond delay="0"/>
                                          </p:stCondLst>
                                        </p:cTn>
                                        <p:tgtEl>
                                          <p:spTgt spid="138"/>
                                        </p:tgtEl>
                                        <p:attrNameLst>
                                          <p:attrName>style.visibility</p:attrName>
                                        </p:attrNameLst>
                                      </p:cBhvr>
                                      <p:to>
                                        <p:strVal val="visible"/>
                                      </p:to>
                                    </p:set>
                                    <p:animEffect transition="in" filter="wipe(right)">
                                      <p:cBhvr>
                                        <p:cTn id="39" dur="500"/>
                                        <p:tgtEl>
                                          <p:spTgt spid="138"/>
                                        </p:tgtEl>
                                      </p:cBhvr>
                                    </p:animEffect>
                                  </p:childTnLst>
                                </p:cTn>
                              </p:par>
                              <p:par>
                                <p:cTn id="40" presetID="22" presetClass="entr" presetSubtype="2" fill="hold" nodeType="withEffect">
                                  <p:stCondLst>
                                    <p:cond delay="500"/>
                                  </p:stCondLst>
                                  <p:childTnLst>
                                    <p:set>
                                      <p:cBhvr>
                                        <p:cTn id="41" dur="1" fill="hold">
                                          <p:stCondLst>
                                            <p:cond delay="0"/>
                                          </p:stCondLst>
                                        </p:cTn>
                                        <p:tgtEl>
                                          <p:spTgt spid="150"/>
                                        </p:tgtEl>
                                        <p:attrNameLst>
                                          <p:attrName>style.visibility</p:attrName>
                                        </p:attrNameLst>
                                      </p:cBhvr>
                                      <p:to>
                                        <p:strVal val="visible"/>
                                      </p:to>
                                    </p:set>
                                    <p:animEffect transition="in" filter="wipe(right)">
                                      <p:cBhvr>
                                        <p:cTn id="42" dur="500"/>
                                        <p:tgtEl>
                                          <p:spTgt spid="150"/>
                                        </p:tgtEl>
                                      </p:cBhvr>
                                    </p:animEffect>
                                  </p:childTnLst>
                                </p:cTn>
                              </p:par>
                              <p:par>
                                <p:cTn id="43" presetID="22" presetClass="entr" presetSubtype="1" fill="hold" nodeType="withEffect">
                                  <p:stCondLst>
                                    <p:cond delay="500"/>
                                  </p:stCondLst>
                                  <p:childTnLst>
                                    <p:set>
                                      <p:cBhvr>
                                        <p:cTn id="44" dur="1" fill="hold">
                                          <p:stCondLst>
                                            <p:cond delay="0"/>
                                          </p:stCondLst>
                                        </p:cTn>
                                        <p:tgtEl>
                                          <p:spTgt spid="42"/>
                                        </p:tgtEl>
                                        <p:attrNameLst>
                                          <p:attrName>style.visibility</p:attrName>
                                        </p:attrNameLst>
                                      </p:cBhvr>
                                      <p:to>
                                        <p:strVal val="visible"/>
                                      </p:to>
                                    </p:set>
                                    <p:animEffect transition="in" filter="wipe(up)">
                                      <p:cBhvr>
                                        <p:cTn id="45" dur="500"/>
                                        <p:tgtEl>
                                          <p:spTgt spid="42"/>
                                        </p:tgtEl>
                                      </p:cBhvr>
                                    </p:animEffect>
                                  </p:childTnLst>
                                </p:cTn>
                              </p:par>
                              <p:par>
                                <p:cTn id="46" presetID="22" presetClass="entr" presetSubtype="1" fill="hold" nodeType="withEffect">
                                  <p:stCondLst>
                                    <p:cond delay="500"/>
                                  </p:stCondLst>
                                  <p:childTnLst>
                                    <p:set>
                                      <p:cBhvr>
                                        <p:cTn id="47" dur="1" fill="hold">
                                          <p:stCondLst>
                                            <p:cond delay="0"/>
                                          </p:stCondLst>
                                        </p:cTn>
                                        <p:tgtEl>
                                          <p:spTgt spid="166"/>
                                        </p:tgtEl>
                                        <p:attrNameLst>
                                          <p:attrName>style.visibility</p:attrName>
                                        </p:attrNameLst>
                                      </p:cBhvr>
                                      <p:to>
                                        <p:strVal val="visible"/>
                                      </p:to>
                                    </p:set>
                                    <p:animEffect transition="in" filter="wipe(up)">
                                      <p:cBhvr>
                                        <p:cTn id="48" dur="500"/>
                                        <p:tgtEl>
                                          <p:spTgt spid="166"/>
                                        </p:tgtEl>
                                      </p:cBhvr>
                                    </p:animEffect>
                                  </p:childTnLst>
                                </p:cTn>
                              </p:par>
                              <p:par>
                                <p:cTn id="49" presetID="22" presetClass="entr" presetSubtype="1" fill="hold" nodeType="withEffect">
                                  <p:stCondLst>
                                    <p:cond delay="500"/>
                                  </p:stCondLst>
                                  <p:childTnLst>
                                    <p:set>
                                      <p:cBhvr>
                                        <p:cTn id="50" dur="1" fill="hold">
                                          <p:stCondLst>
                                            <p:cond delay="0"/>
                                          </p:stCondLst>
                                        </p:cTn>
                                        <p:tgtEl>
                                          <p:spTgt spid="145"/>
                                        </p:tgtEl>
                                        <p:attrNameLst>
                                          <p:attrName>style.visibility</p:attrName>
                                        </p:attrNameLst>
                                      </p:cBhvr>
                                      <p:to>
                                        <p:strVal val="visible"/>
                                      </p:to>
                                    </p:set>
                                    <p:animEffect transition="in" filter="wipe(up)">
                                      <p:cBhvr>
                                        <p:cTn id="51" dur="500"/>
                                        <p:tgtEl>
                                          <p:spTgt spid="145"/>
                                        </p:tgtEl>
                                      </p:cBhvr>
                                    </p:animEffect>
                                  </p:childTnLst>
                                </p:cTn>
                              </p:par>
                              <p:par>
                                <p:cTn id="52" presetID="22" presetClass="entr" presetSubtype="8" fill="hold" nodeType="withEffect">
                                  <p:stCondLst>
                                    <p:cond delay="500"/>
                                  </p:stCondLst>
                                  <p:childTnLst>
                                    <p:set>
                                      <p:cBhvr>
                                        <p:cTn id="53" dur="1" fill="hold">
                                          <p:stCondLst>
                                            <p:cond delay="0"/>
                                          </p:stCondLst>
                                        </p:cTn>
                                        <p:tgtEl>
                                          <p:spTgt spid="147"/>
                                        </p:tgtEl>
                                        <p:attrNameLst>
                                          <p:attrName>style.visibility</p:attrName>
                                        </p:attrNameLst>
                                      </p:cBhvr>
                                      <p:to>
                                        <p:strVal val="visible"/>
                                      </p:to>
                                    </p:set>
                                    <p:animEffect transition="in" filter="wipe(left)">
                                      <p:cBhvr>
                                        <p:cTn id="54" dur="500"/>
                                        <p:tgtEl>
                                          <p:spTgt spid="147"/>
                                        </p:tgtEl>
                                      </p:cBhvr>
                                    </p:animEffect>
                                  </p:childTnLst>
                                </p:cTn>
                              </p:par>
                              <p:par>
                                <p:cTn id="55" presetID="22" presetClass="entr" presetSubtype="8" fill="hold" nodeType="withEffect">
                                  <p:stCondLst>
                                    <p:cond delay="500"/>
                                  </p:stCondLst>
                                  <p:childTnLst>
                                    <p:set>
                                      <p:cBhvr>
                                        <p:cTn id="56" dur="1" fill="hold">
                                          <p:stCondLst>
                                            <p:cond delay="0"/>
                                          </p:stCondLst>
                                        </p:cTn>
                                        <p:tgtEl>
                                          <p:spTgt spid="155"/>
                                        </p:tgtEl>
                                        <p:attrNameLst>
                                          <p:attrName>style.visibility</p:attrName>
                                        </p:attrNameLst>
                                      </p:cBhvr>
                                      <p:to>
                                        <p:strVal val="visible"/>
                                      </p:to>
                                    </p:set>
                                    <p:animEffect transition="in" filter="wipe(left)">
                                      <p:cBhvr>
                                        <p:cTn id="57" dur="500"/>
                                        <p:tgtEl>
                                          <p:spTgt spid="155"/>
                                        </p:tgtEl>
                                      </p:cBhvr>
                                    </p:animEffect>
                                  </p:childTnLst>
                                </p:cTn>
                              </p:par>
                              <p:par>
                                <p:cTn id="58" presetID="22" presetClass="entr" presetSubtype="8" fill="hold" nodeType="withEffect">
                                  <p:stCondLst>
                                    <p:cond delay="500"/>
                                  </p:stCondLst>
                                  <p:childTnLst>
                                    <p:set>
                                      <p:cBhvr>
                                        <p:cTn id="59" dur="1" fill="hold">
                                          <p:stCondLst>
                                            <p:cond delay="0"/>
                                          </p:stCondLst>
                                        </p:cTn>
                                        <p:tgtEl>
                                          <p:spTgt spid="149"/>
                                        </p:tgtEl>
                                        <p:attrNameLst>
                                          <p:attrName>style.visibility</p:attrName>
                                        </p:attrNameLst>
                                      </p:cBhvr>
                                      <p:to>
                                        <p:strVal val="visible"/>
                                      </p:to>
                                    </p:set>
                                    <p:animEffect transition="in" filter="wipe(left)">
                                      <p:cBhvr>
                                        <p:cTn id="60" dur="500"/>
                                        <p:tgtEl>
                                          <p:spTgt spid="149"/>
                                        </p:tgtEl>
                                      </p:cBhvr>
                                    </p:animEffect>
                                  </p:childTnLst>
                                </p:cTn>
                              </p:par>
                              <p:par>
                                <p:cTn id="61" presetID="22" presetClass="entr" presetSubtype="8" fill="hold" nodeType="withEffect">
                                  <p:stCondLst>
                                    <p:cond delay="500"/>
                                  </p:stCondLst>
                                  <p:childTnLst>
                                    <p:set>
                                      <p:cBhvr>
                                        <p:cTn id="62" dur="1" fill="hold">
                                          <p:stCondLst>
                                            <p:cond delay="0"/>
                                          </p:stCondLst>
                                        </p:cTn>
                                        <p:tgtEl>
                                          <p:spTgt spid="157"/>
                                        </p:tgtEl>
                                        <p:attrNameLst>
                                          <p:attrName>style.visibility</p:attrName>
                                        </p:attrNameLst>
                                      </p:cBhvr>
                                      <p:to>
                                        <p:strVal val="visible"/>
                                      </p:to>
                                    </p:set>
                                    <p:animEffect transition="in" filter="wipe(left)">
                                      <p:cBhvr>
                                        <p:cTn id="63" dur="500"/>
                                        <p:tgtEl>
                                          <p:spTgt spid="157"/>
                                        </p:tgtEl>
                                      </p:cBhvr>
                                    </p:animEffect>
                                  </p:childTnLst>
                                </p:cTn>
                              </p:par>
                              <p:par>
                                <p:cTn id="64" presetID="22" presetClass="entr" presetSubtype="8" fill="hold" nodeType="withEffect">
                                  <p:stCondLst>
                                    <p:cond delay="500"/>
                                  </p:stCondLst>
                                  <p:childTnLst>
                                    <p:set>
                                      <p:cBhvr>
                                        <p:cTn id="65" dur="1" fill="hold">
                                          <p:stCondLst>
                                            <p:cond delay="0"/>
                                          </p:stCondLst>
                                        </p:cTn>
                                        <p:tgtEl>
                                          <p:spTgt spid="159"/>
                                        </p:tgtEl>
                                        <p:attrNameLst>
                                          <p:attrName>style.visibility</p:attrName>
                                        </p:attrNameLst>
                                      </p:cBhvr>
                                      <p:to>
                                        <p:strVal val="visible"/>
                                      </p:to>
                                    </p:set>
                                    <p:animEffect transition="in" filter="wipe(left)">
                                      <p:cBhvr>
                                        <p:cTn id="66" dur="500"/>
                                        <p:tgtEl>
                                          <p:spTgt spid="159"/>
                                        </p:tgtEl>
                                      </p:cBhvr>
                                    </p:animEffect>
                                  </p:childTnLst>
                                </p:cTn>
                              </p:par>
                              <p:par>
                                <p:cTn id="67" presetID="22" presetClass="entr" presetSubtype="8" fill="hold" nodeType="withEffect">
                                  <p:stCondLst>
                                    <p:cond delay="500"/>
                                  </p:stCondLst>
                                  <p:childTnLst>
                                    <p:set>
                                      <p:cBhvr>
                                        <p:cTn id="68" dur="1" fill="hold">
                                          <p:stCondLst>
                                            <p:cond delay="0"/>
                                          </p:stCondLst>
                                        </p:cTn>
                                        <p:tgtEl>
                                          <p:spTgt spid="158"/>
                                        </p:tgtEl>
                                        <p:attrNameLst>
                                          <p:attrName>style.visibility</p:attrName>
                                        </p:attrNameLst>
                                      </p:cBhvr>
                                      <p:to>
                                        <p:strVal val="visible"/>
                                      </p:to>
                                    </p:set>
                                    <p:animEffect transition="in" filter="wipe(left)">
                                      <p:cBhvr>
                                        <p:cTn id="69" dur="500"/>
                                        <p:tgtEl>
                                          <p:spTgt spid="158"/>
                                        </p:tgtEl>
                                      </p:cBhvr>
                                    </p:animEffect>
                                  </p:childTnLst>
                                </p:cTn>
                              </p:par>
                              <p:par>
                                <p:cTn id="70" presetID="22" presetClass="entr" presetSubtype="1" fill="hold" nodeType="withEffect">
                                  <p:stCondLst>
                                    <p:cond delay="500"/>
                                  </p:stCondLst>
                                  <p:childTnLst>
                                    <p:set>
                                      <p:cBhvr>
                                        <p:cTn id="71" dur="1" fill="hold">
                                          <p:stCondLst>
                                            <p:cond delay="0"/>
                                          </p:stCondLst>
                                        </p:cTn>
                                        <p:tgtEl>
                                          <p:spTgt spid="162"/>
                                        </p:tgtEl>
                                        <p:attrNameLst>
                                          <p:attrName>style.visibility</p:attrName>
                                        </p:attrNameLst>
                                      </p:cBhvr>
                                      <p:to>
                                        <p:strVal val="visible"/>
                                      </p:to>
                                    </p:set>
                                    <p:animEffect transition="in" filter="wipe(up)">
                                      <p:cBhvr>
                                        <p:cTn id="72" dur="500"/>
                                        <p:tgtEl>
                                          <p:spTgt spid="162"/>
                                        </p:tgtEl>
                                      </p:cBhvr>
                                    </p:animEffect>
                                  </p:childTnLst>
                                </p:cTn>
                              </p:par>
                              <p:par>
                                <p:cTn id="73" presetID="22" presetClass="entr" presetSubtype="1" fill="hold" nodeType="withEffect">
                                  <p:stCondLst>
                                    <p:cond delay="500"/>
                                  </p:stCondLst>
                                  <p:childTnLst>
                                    <p:set>
                                      <p:cBhvr>
                                        <p:cTn id="74" dur="1" fill="hold">
                                          <p:stCondLst>
                                            <p:cond delay="0"/>
                                          </p:stCondLst>
                                        </p:cTn>
                                        <p:tgtEl>
                                          <p:spTgt spid="163"/>
                                        </p:tgtEl>
                                        <p:attrNameLst>
                                          <p:attrName>style.visibility</p:attrName>
                                        </p:attrNameLst>
                                      </p:cBhvr>
                                      <p:to>
                                        <p:strVal val="visible"/>
                                      </p:to>
                                    </p:set>
                                    <p:animEffect transition="in" filter="wipe(up)">
                                      <p:cBhvr>
                                        <p:cTn id="75" dur="500"/>
                                        <p:tgtEl>
                                          <p:spTgt spid="163"/>
                                        </p:tgtEl>
                                      </p:cBhvr>
                                    </p:animEffect>
                                  </p:childTnLst>
                                </p:cTn>
                              </p:par>
                              <p:par>
                                <p:cTn id="76" presetID="22" presetClass="entr" presetSubtype="4" fill="hold" nodeType="withEffect">
                                  <p:stCondLst>
                                    <p:cond delay="500"/>
                                  </p:stCondLst>
                                  <p:childTnLst>
                                    <p:set>
                                      <p:cBhvr>
                                        <p:cTn id="77" dur="1" fill="hold">
                                          <p:stCondLst>
                                            <p:cond delay="0"/>
                                          </p:stCondLst>
                                        </p:cTn>
                                        <p:tgtEl>
                                          <p:spTgt spid="165"/>
                                        </p:tgtEl>
                                        <p:attrNameLst>
                                          <p:attrName>style.visibility</p:attrName>
                                        </p:attrNameLst>
                                      </p:cBhvr>
                                      <p:to>
                                        <p:strVal val="visible"/>
                                      </p:to>
                                    </p:set>
                                    <p:animEffect transition="in" filter="wipe(down)">
                                      <p:cBhvr>
                                        <p:cTn id="78" dur="500"/>
                                        <p:tgtEl>
                                          <p:spTgt spid="165"/>
                                        </p:tgtEl>
                                      </p:cBhvr>
                                    </p:animEffect>
                                  </p:childTnLst>
                                </p:cTn>
                              </p:par>
                              <p:par>
                                <p:cTn id="79" presetID="22" presetClass="entr" presetSubtype="4" fill="hold" nodeType="withEffect">
                                  <p:stCondLst>
                                    <p:cond delay="500"/>
                                  </p:stCondLst>
                                  <p:childTnLst>
                                    <p:set>
                                      <p:cBhvr>
                                        <p:cTn id="80" dur="1" fill="hold">
                                          <p:stCondLst>
                                            <p:cond delay="0"/>
                                          </p:stCondLst>
                                        </p:cTn>
                                        <p:tgtEl>
                                          <p:spTgt spid="139"/>
                                        </p:tgtEl>
                                        <p:attrNameLst>
                                          <p:attrName>style.visibility</p:attrName>
                                        </p:attrNameLst>
                                      </p:cBhvr>
                                      <p:to>
                                        <p:strVal val="visible"/>
                                      </p:to>
                                    </p:set>
                                    <p:animEffect transition="in" filter="wipe(down)">
                                      <p:cBhvr>
                                        <p:cTn id="81" dur="500"/>
                                        <p:tgtEl>
                                          <p:spTgt spid="139"/>
                                        </p:tgtEl>
                                      </p:cBhvr>
                                    </p:animEffect>
                                  </p:childTnLst>
                                </p:cTn>
                              </p:par>
                              <p:par>
                                <p:cTn id="82" presetID="22" presetClass="entr" presetSubtype="4" fill="hold" nodeType="withEffect">
                                  <p:stCondLst>
                                    <p:cond delay="500"/>
                                  </p:stCondLst>
                                  <p:childTnLst>
                                    <p:set>
                                      <p:cBhvr>
                                        <p:cTn id="83" dur="1" fill="hold">
                                          <p:stCondLst>
                                            <p:cond delay="0"/>
                                          </p:stCondLst>
                                        </p:cTn>
                                        <p:tgtEl>
                                          <p:spTgt spid="143"/>
                                        </p:tgtEl>
                                        <p:attrNameLst>
                                          <p:attrName>style.visibility</p:attrName>
                                        </p:attrNameLst>
                                      </p:cBhvr>
                                      <p:to>
                                        <p:strVal val="visible"/>
                                      </p:to>
                                    </p:set>
                                    <p:animEffect transition="in" filter="wipe(down)">
                                      <p:cBhvr>
                                        <p:cTn id="84" dur="500"/>
                                        <p:tgtEl>
                                          <p:spTgt spid="143"/>
                                        </p:tgtEl>
                                      </p:cBhvr>
                                    </p:animEffect>
                                  </p:childTnLst>
                                </p:cTn>
                              </p:par>
                              <p:par>
                                <p:cTn id="85" presetID="22" presetClass="entr" presetSubtype="4" fill="hold" nodeType="withEffect">
                                  <p:stCondLst>
                                    <p:cond delay="500"/>
                                  </p:stCondLst>
                                  <p:childTnLst>
                                    <p:set>
                                      <p:cBhvr>
                                        <p:cTn id="86" dur="1" fill="hold">
                                          <p:stCondLst>
                                            <p:cond delay="0"/>
                                          </p:stCondLst>
                                        </p:cTn>
                                        <p:tgtEl>
                                          <p:spTgt spid="142"/>
                                        </p:tgtEl>
                                        <p:attrNameLst>
                                          <p:attrName>style.visibility</p:attrName>
                                        </p:attrNameLst>
                                      </p:cBhvr>
                                      <p:to>
                                        <p:strVal val="visible"/>
                                      </p:to>
                                    </p:set>
                                    <p:animEffect transition="in" filter="wipe(down)">
                                      <p:cBhvr>
                                        <p:cTn id="87" dur="500"/>
                                        <p:tgtEl>
                                          <p:spTgt spid="142"/>
                                        </p:tgtEl>
                                      </p:cBhvr>
                                    </p:animEffect>
                                  </p:childTnLst>
                                </p:cTn>
                              </p:par>
                              <p:par>
                                <p:cTn id="88" presetID="10" presetClass="entr" presetSubtype="0" fill="hold" nodeType="withEffect">
                                  <p:stCondLst>
                                    <p:cond delay="30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childTnLst>
                                </p:cTn>
                              </p:par>
                              <p:par>
                                <p:cTn id="91" presetID="42" presetClass="path" presetSubtype="0" decel="100000" fill="hold" nodeType="withEffect">
                                  <p:stCondLst>
                                    <p:cond delay="300"/>
                                  </p:stCondLst>
                                  <p:childTnLst>
                                    <p:animMotion origin="layout" path="M -3.54167E-6 -3.7037E-6 L -3.54167E-6 0.03542 " pathEditMode="relative" rAng="0" ptsTypes="AA">
                                      <p:cBhvr>
                                        <p:cTn id="92" dur="700" spd="-100000" fill="hold"/>
                                        <p:tgtEl>
                                          <p:spTgt spid="19"/>
                                        </p:tgtEl>
                                        <p:attrNameLst>
                                          <p:attrName>ppt_x</p:attrName>
                                          <p:attrName>ppt_y</p:attrName>
                                        </p:attrNameLst>
                                      </p:cBhvr>
                                      <p:rCtr x="0" y="1759"/>
                                    </p:animMotion>
                                  </p:childTnLst>
                                </p:cTn>
                              </p:par>
                              <p:par>
                                <p:cTn id="93" presetID="10" presetClass="entr" presetSubtype="0" fill="hold" nodeType="withEffect">
                                  <p:stCondLst>
                                    <p:cond delay="30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par>
                                <p:cTn id="96" presetID="42" presetClass="path" presetSubtype="0" decel="100000" fill="hold" nodeType="withEffect">
                                  <p:stCondLst>
                                    <p:cond delay="300"/>
                                  </p:stCondLst>
                                  <p:childTnLst>
                                    <p:animMotion origin="layout" path="M -3.54167E-6 -3.7037E-6 L -3.54167E-6 0.03542 " pathEditMode="relative" rAng="0" ptsTypes="AA">
                                      <p:cBhvr>
                                        <p:cTn id="97" dur="700" spd="-100000" fill="hold"/>
                                        <p:tgtEl>
                                          <p:spTgt spid="21"/>
                                        </p:tgtEl>
                                        <p:attrNameLst>
                                          <p:attrName>ppt_x</p:attrName>
                                          <p:attrName>ppt_y</p:attrName>
                                        </p:attrNameLst>
                                      </p:cBhvr>
                                      <p:rCtr x="0" y="1759"/>
                                    </p:animMotion>
                                  </p:childTnLst>
                                </p:cTn>
                              </p:par>
                              <p:par>
                                <p:cTn id="98" presetID="10" presetClass="entr" presetSubtype="0" fill="hold" nodeType="withEffect">
                                  <p:stCondLst>
                                    <p:cond delay="30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500"/>
                                        <p:tgtEl>
                                          <p:spTgt spid="17"/>
                                        </p:tgtEl>
                                      </p:cBhvr>
                                    </p:animEffect>
                                  </p:childTnLst>
                                </p:cTn>
                              </p:par>
                              <p:par>
                                <p:cTn id="101" presetID="42" presetClass="path" presetSubtype="0" decel="100000" fill="hold" nodeType="withEffect">
                                  <p:stCondLst>
                                    <p:cond delay="300"/>
                                  </p:stCondLst>
                                  <p:childTnLst>
                                    <p:animMotion origin="layout" path="M -3.54167E-6 -3.7037E-6 L -3.54167E-6 0.03542 " pathEditMode="relative" rAng="0" ptsTypes="AA">
                                      <p:cBhvr>
                                        <p:cTn id="102" dur="700" spd="-100000" fill="hold"/>
                                        <p:tgtEl>
                                          <p:spTgt spid="17"/>
                                        </p:tgtEl>
                                        <p:attrNameLst>
                                          <p:attrName>ppt_x</p:attrName>
                                          <p:attrName>ppt_y</p:attrName>
                                        </p:attrNameLst>
                                      </p:cBhvr>
                                      <p:rCtr x="0" y="1759"/>
                                    </p:animMotion>
                                  </p:childTnLst>
                                </p:cTn>
                              </p:par>
                              <p:par>
                                <p:cTn id="103" presetID="10" presetClass="entr" presetSubtype="0" fill="hold" nodeType="withEffect">
                                  <p:stCondLst>
                                    <p:cond delay="30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500"/>
                                        <p:tgtEl>
                                          <p:spTgt spid="16"/>
                                        </p:tgtEl>
                                      </p:cBhvr>
                                    </p:animEffect>
                                  </p:childTnLst>
                                </p:cTn>
                              </p:par>
                              <p:par>
                                <p:cTn id="106" presetID="42" presetClass="path" presetSubtype="0" decel="100000" fill="hold" nodeType="withEffect">
                                  <p:stCondLst>
                                    <p:cond delay="300"/>
                                  </p:stCondLst>
                                  <p:childTnLst>
                                    <p:animMotion origin="layout" path="M -3.54167E-6 -3.7037E-6 L -3.54167E-6 0.03542 " pathEditMode="relative" rAng="0" ptsTypes="AA">
                                      <p:cBhvr>
                                        <p:cTn id="107" dur="700" spd="-100000" fill="hold"/>
                                        <p:tgtEl>
                                          <p:spTgt spid="16"/>
                                        </p:tgtEl>
                                        <p:attrNameLst>
                                          <p:attrName>ppt_x</p:attrName>
                                          <p:attrName>ppt_y</p:attrName>
                                        </p:attrNameLst>
                                      </p:cBhvr>
                                      <p:rCtr x="0" y="1759"/>
                                    </p:animMotion>
                                  </p:childTnLst>
                                </p:cTn>
                              </p:par>
                              <p:par>
                                <p:cTn id="108" presetID="10" presetClass="entr" presetSubtype="0" fill="hold" nodeType="withEffect">
                                  <p:stCondLst>
                                    <p:cond delay="30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00"/>
                                        <p:tgtEl>
                                          <p:spTgt spid="25"/>
                                        </p:tgtEl>
                                      </p:cBhvr>
                                    </p:animEffect>
                                  </p:childTnLst>
                                </p:cTn>
                              </p:par>
                              <p:par>
                                <p:cTn id="111" presetID="42" presetClass="path" presetSubtype="0" decel="100000" fill="hold" nodeType="withEffect">
                                  <p:stCondLst>
                                    <p:cond delay="300"/>
                                  </p:stCondLst>
                                  <p:childTnLst>
                                    <p:animMotion origin="layout" path="M -3.54167E-6 -3.7037E-6 L -3.54167E-6 0.03542 " pathEditMode="relative" rAng="0" ptsTypes="AA">
                                      <p:cBhvr>
                                        <p:cTn id="112" dur="700" spd="-100000" fill="hold"/>
                                        <p:tgtEl>
                                          <p:spTgt spid="25"/>
                                        </p:tgtEl>
                                        <p:attrNameLst>
                                          <p:attrName>ppt_x</p:attrName>
                                          <p:attrName>ppt_y</p:attrName>
                                        </p:attrNameLst>
                                      </p:cBhvr>
                                      <p:rCtr x="0" y="1759"/>
                                    </p:animMotion>
                                  </p:childTnLst>
                                </p:cTn>
                              </p:par>
                              <p:par>
                                <p:cTn id="113" presetID="10" presetClass="entr" presetSubtype="0" fill="hold" nodeType="withEffect">
                                  <p:stCondLst>
                                    <p:cond delay="300"/>
                                  </p:stCondLst>
                                  <p:childTnLst>
                                    <p:set>
                                      <p:cBhvr>
                                        <p:cTn id="114" dur="1" fill="hold">
                                          <p:stCondLst>
                                            <p:cond delay="0"/>
                                          </p:stCondLst>
                                        </p:cTn>
                                        <p:tgtEl>
                                          <p:spTgt spid="15"/>
                                        </p:tgtEl>
                                        <p:attrNameLst>
                                          <p:attrName>style.visibility</p:attrName>
                                        </p:attrNameLst>
                                      </p:cBhvr>
                                      <p:to>
                                        <p:strVal val="visible"/>
                                      </p:to>
                                    </p:set>
                                    <p:animEffect transition="in" filter="fade">
                                      <p:cBhvr>
                                        <p:cTn id="115" dur="500"/>
                                        <p:tgtEl>
                                          <p:spTgt spid="15"/>
                                        </p:tgtEl>
                                      </p:cBhvr>
                                    </p:animEffect>
                                  </p:childTnLst>
                                </p:cTn>
                              </p:par>
                              <p:par>
                                <p:cTn id="116" presetID="42" presetClass="path" presetSubtype="0" decel="100000" fill="hold" nodeType="withEffect">
                                  <p:stCondLst>
                                    <p:cond delay="300"/>
                                  </p:stCondLst>
                                  <p:childTnLst>
                                    <p:animMotion origin="layout" path="M -3.54167E-6 -3.7037E-6 L -3.54167E-6 0.03542 " pathEditMode="relative" rAng="0" ptsTypes="AA">
                                      <p:cBhvr>
                                        <p:cTn id="117" dur="700" spd="-100000" fill="hold"/>
                                        <p:tgtEl>
                                          <p:spTgt spid="15"/>
                                        </p:tgtEl>
                                        <p:attrNameLst>
                                          <p:attrName>ppt_x</p:attrName>
                                          <p:attrName>ppt_y</p:attrName>
                                        </p:attrNameLst>
                                      </p:cBhvr>
                                      <p:rCtr x="0" y="1759"/>
                                    </p:animMotion>
                                  </p:childTnLst>
                                </p:cTn>
                              </p:par>
                              <p:par>
                                <p:cTn id="118" presetID="10" presetClass="entr" presetSubtype="0" fill="hold" nodeType="withEffect">
                                  <p:stCondLst>
                                    <p:cond delay="300"/>
                                  </p:stCondLst>
                                  <p:childTnLst>
                                    <p:set>
                                      <p:cBhvr>
                                        <p:cTn id="119" dur="1" fill="hold">
                                          <p:stCondLst>
                                            <p:cond delay="0"/>
                                          </p:stCondLst>
                                        </p:cTn>
                                        <p:tgtEl>
                                          <p:spTgt spid="18"/>
                                        </p:tgtEl>
                                        <p:attrNameLst>
                                          <p:attrName>style.visibility</p:attrName>
                                        </p:attrNameLst>
                                      </p:cBhvr>
                                      <p:to>
                                        <p:strVal val="visible"/>
                                      </p:to>
                                    </p:set>
                                    <p:animEffect transition="in" filter="fade">
                                      <p:cBhvr>
                                        <p:cTn id="120" dur="500"/>
                                        <p:tgtEl>
                                          <p:spTgt spid="18"/>
                                        </p:tgtEl>
                                      </p:cBhvr>
                                    </p:animEffect>
                                  </p:childTnLst>
                                </p:cTn>
                              </p:par>
                              <p:par>
                                <p:cTn id="121" presetID="42" presetClass="path" presetSubtype="0" decel="100000" fill="hold" nodeType="withEffect">
                                  <p:stCondLst>
                                    <p:cond delay="300"/>
                                  </p:stCondLst>
                                  <p:childTnLst>
                                    <p:animMotion origin="layout" path="M -3.54167E-6 -3.7037E-6 L -3.54167E-6 0.03542 " pathEditMode="relative" rAng="0" ptsTypes="AA">
                                      <p:cBhvr>
                                        <p:cTn id="122" dur="700" spd="-100000" fill="hold"/>
                                        <p:tgtEl>
                                          <p:spTgt spid="18"/>
                                        </p:tgtEl>
                                        <p:attrNameLst>
                                          <p:attrName>ppt_x</p:attrName>
                                          <p:attrName>ppt_y</p:attrName>
                                        </p:attrNameLst>
                                      </p:cBhvr>
                                      <p:rCtr x="0" y="1759"/>
                                    </p:animMotion>
                                  </p:childTnLst>
                                </p:cTn>
                              </p:par>
                              <p:par>
                                <p:cTn id="123" presetID="10" presetClass="entr" presetSubtype="0" fill="hold" nodeType="withEffect">
                                  <p:stCondLst>
                                    <p:cond delay="300"/>
                                  </p:stCondLst>
                                  <p:childTnLst>
                                    <p:set>
                                      <p:cBhvr>
                                        <p:cTn id="124" dur="1" fill="hold">
                                          <p:stCondLst>
                                            <p:cond delay="0"/>
                                          </p:stCondLst>
                                        </p:cTn>
                                        <p:tgtEl>
                                          <p:spTgt spid="20"/>
                                        </p:tgtEl>
                                        <p:attrNameLst>
                                          <p:attrName>style.visibility</p:attrName>
                                        </p:attrNameLst>
                                      </p:cBhvr>
                                      <p:to>
                                        <p:strVal val="visible"/>
                                      </p:to>
                                    </p:set>
                                    <p:animEffect transition="in" filter="fade">
                                      <p:cBhvr>
                                        <p:cTn id="125" dur="500"/>
                                        <p:tgtEl>
                                          <p:spTgt spid="20"/>
                                        </p:tgtEl>
                                      </p:cBhvr>
                                    </p:animEffect>
                                  </p:childTnLst>
                                </p:cTn>
                              </p:par>
                              <p:par>
                                <p:cTn id="126" presetID="42" presetClass="path" presetSubtype="0" decel="100000" fill="hold" nodeType="withEffect">
                                  <p:stCondLst>
                                    <p:cond delay="300"/>
                                  </p:stCondLst>
                                  <p:childTnLst>
                                    <p:animMotion origin="layout" path="M -3.54167E-6 -3.7037E-6 L -3.54167E-6 0.03542 " pathEditMode="relative" rAng="0" ptsTypes="AA">
                                      <p:cBhvr>
                                        <p:cTn id="127" dur="700" spd="-100000" fill="hold"/>
                                        <p:tgtEl>
                                          <p:spTgt spid="20"/>
                                        </p:tgtEl>
                                        <p:attrNameLst>
                                          <p:attrName>ppt_x</p:attrName>
                                          <p:attrName>ppt_y</p:attrName>
                                        </p:attrNameLst>
                                      </p:cBhvr>
                                      <p:rCtr x="0" y="1759"/>
                                    </p:animMotion>
                                  </p:childTnLst>
                                </p:cTn>
                              </p:par>
                              <p:par>
                                <p:cTn id="128" presetID="10" presetClass="entr" presetSubtype="0" fill="hold" nodeType="withEffect">
                                  <p:stCondLst>
                                    <p:cond delay="300"/>
                                  </p:stCondLst>
                                  <p:childTnLst>
                                    <p:set>
                                      <p:cBhvr>
                                        <p:cTn id="129" dur="1" fill="hold">
                                          <p:stCondLst>
                                            <p:cond delay="0"/>
                                          </p:stCondLst>
                                        </p:cTn>
                                        <p:tgtEl>
                                          <p:spTgt spid="22"/>
                                        </p:tgtEl>
                                        <p:attrNameLst>
                                          <p:attrName>style.visibility</p:attrName>
                                        </p:attrNameLst>
                                      </p:cBhvr>
                                      <p:to>
                                        <p:strVal val="visible"/>
                                      </p:to>
                                    </p:set>
                                    <p:animEffect transition="in" filter="fade">
                                      <p:cBhvr>
                                        <p:cTn id="130" dur="500"/>
                                        <p:tgtEl>
                                          <p:spTgt spid="22"/>
                                        </p:tgtEl>
                                      </p:cBhvr>
                                    </p:animEffect>
                                  </p:childTnLst>
                                </p:cTn>
                              </p:par>
                              <p:par>
                                <p:cTn id="131" presetID="42" presetClass="path" presetSubtype="0" decel="100000" fill="hold" nodeType="withEffect">
                                  <p:stCondLst>
                                    <p:cond delay="300"/>
                                  </p:stCondLst>
                                  <p:childTnLst>
                                    <p:animMotion origin="layout" path="M -3.54167E-6 -3.7037E-6 L -3.54167E-6 0.03542 " pathEditMode="relative" rAng="0" ptsTypes="AA">
                                      <p:cBhvr>
                                        <p:cTn id="132" dur="700" spd="-100000" fill="hold"/>
                                        <p:tgtEl>
                                          <p:spTgt spid="22"/>
                                        </p:tgtEl>
                                        <p:attrNameLst>
                                          <p:attrName>ppt_x</p:attrName>
                                          <p:attrName>ppt_y</p:attrName>
                                        </p:attrNameLst>
                                      </p:cBhvr>
                                      <p:rCtr x="0" y="1759"/>
                                    </p:animMotion>
                                  </p:childTnLst>
                                </p:cTn>
                              </p:par>
                              <p:par>
                                <p:cTn id="133" presetID="10" presetClass="entr" presetSubtype="0" fill="hold" nodeType="withEffect">
                                  <p:stCondLst>
                                    <p:cond delay="300"/>
                                  </p:stCondLst>
                                  <p:childTnLst>
                                    <p:set>
                                      <p:cBhvr>
                                        <p:cTn id="134" dur="1" fill="hold">
                                          <p:stCondLst>
                                            <p:cond delay="0"/>
                                          </p:stCondLst>
                                        </p:cTn>
                                        <p:tgtEl>
                                          <p:spTgt spid="24"/>
                                        </p:tgtEl>
                                        <p:attrNameLst>
                                          <p:attrName>style.visibility</p:attrName>
                                        </p:attrNameLst>
                                      </p:cBhvr>
                                      <p:to>
                                        <p:strVal val="visible"/>
                                      </p:to>
                                    </p:set>
                                    <p:animEffect transition="in" filter="fade">
                                      <p:cBhvr>
                                        <p:cTn id="135" dur="500"/>
                                        <p:tgtEl>
                                          <p:spTgt spid="24"/>
                                        </p:tgtEl>
                                      </p:cBhvr>
                                    </p:animEffect>
                                  </p:childTnLst>
                                </p:cTn>
                              </p:par>
                              <p:par>
                                <p:cTn id="136" presetID="42" presetClass="path" presetSubtype="0" decel="100000" fill="hold" nodeType="withEffect">
                                  <p:stCondLst>
                                    <p:cond delay="300"/>
                                  </p:stCondLst>
                                  <p:childTnLst>
                                    <p:animMotion origin="layout" path="M -3.54167E-6 -3.7037E-6 L -3.54167E-6 0.03542 " pathEditMode="relative" rAng="0" ptsTypes="AA">
                                      <p:cBhvr>
                                        <p:cTn id="137" dur="700" spd="-100000" fill="hold"/>
                                        <p:tgtEl>
                                          <p:spTgt spid="24"/>
                                        </p:tgtEl>
                                        <p:attrNameLst>
                                          <p:attrName>ppt_x</p:attrName>
                                          <p:attrName>ppt_y</p:attrName>
                                        </p:attrNameLst>
                                      </p:cBhvr>
                                      <p:rCtr x="0" y="1759"/>
                                    </p:animMotion>
                                  </p:childTnLst>
                                </p:cTn>
                              </p:par>
                              <p:par>
                                <p:cTn id="138" presetID="22" presetClass="entr" presetSubtype="4" fill="hold" nodeType="withEffect">
                                  <p:stCondLst>
                                    <p:cond delay="500"/>
                                  </p:stCondLst>
                                  <p:childTnLst>
                                    <p:set>
                                      <p:cBhvr>
                                        <p:cTn id="139" dur="1" fill="hold">
                                          <p:stCondLst>
                                            <p:cond delay="0"/>
                                          </p:stCondLst>
                                        </p:cTn>
                                        <p:tgtEl>
                                          <p:spTgt spid="130"/>
                                        </p:tgtEl>
                                        <p:attrNameLst>
                                          <p:attrName>style.visibility</p:attrName>
                                        </p:attrNameLst>
                                      </p:cBhvr>
                                      <p:to>
                                        <p:strVal val="visible"/>
                                      </p:to>
                                    </p:set>
                                    <p:animEffect transition="in" filter="wipe(down)">
                                      <p:cBhvr>
                                        <p:cTn id="140" dur="500"/>
                                        <p:tgtEl>
                                          <p:spTgt spid="130"/>
                                        </p:tgtEl>
                                      </p:cBhvr>
                                    </p:animEffect>
                                  </p:childTnLst>
                                </p:cTn>
                              </p:par>
                              <p:par>
                                <p:cTn id="141" presetID="22" presetClass="entr" presetSubtype="1" fill="hold" nodeType="withEffect">
                                  <p:stCondLst>
                                    <p:cond delay="500"/>
                                  </p:stCondLst>
                                  <p:childTnLst>
                                    <p:set>
                                      <p:cBhvr>
                                        <p:cTn id="142" dur="1" fill="hold">
                                          <p:stCondLst>
                                            <p:cond delay="0"/>
                                          </p:stCondLst>
                                        </p:cTn>
                                        <p:tgtEl>
                                          <p:spTgt spid="156"/>
                                        </p:tgtEl>
                                        <p:attrNameLst>
                                          <p:attrName>style.visibility</p:attrName>
                                        </p:attrNameLst>
                                      </p:cBhvr>
                                      <p:to>
                                        <p:strVal val="visible"/>
                                      </p:to>
                                    </p:set>
                                    <p:animEffect transition="in" filter="wipe(up)">
                                      <p:cBhvr>
                                        <p:cTn id="143" dur="500"/>
                                        <p:tgtEl>
                                          <p:spTgt spid="156"/>
                                        </p:tgtEl>
                                      </p:cBhvr>
                                    </p:animEffect>
                                  </p:childTnLst>
                                </p:cTn>
                              </p:par>
                              <p:par>
                                <p:cTn id="144" presetID="22" presetClass="entr" presetSubtype="1" fill="hold" nodeType="withEffect">
                                  <p:stCondLst>
                                    <p:cond delay="500"/>
                                  </p:stCondLst>
                                  <p:childTnLst>
                                    <p:set>
                                      <p:cBhvr>
                                        <p:cTn id="145" dur="1" fill="hold">
                                          <p:stCondLst>
                                            <p:cond delay="0"/>
                                          </p:stCondLst>
                                        </p:cTn>
                                        <p:tgtEl>
                                          <p:spTgt spid="3"/>
                                        </p:tgtEl>
                                        <p:attrNameLst>
                                          <p:attrName>style.visibility</p:attrName>
                                        </p:attrNameLst>
                                      </p:cBhvr>
                                      <p:to>
                                        <p:strVal val="visible"/>
                                      </p:to>
                                    </p:set>
                                    <p:animEffect transition="in" filter="wipe(up)">
                                      <p:cBhvr>
                                        <p:cTn id="1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3" grpId="0" animBg="1"/>
      <p:bldP spid="2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708AA-7B18-9478-BCCF-EF755215632E}"/>
            </a:ext>
          </a:extLst>
        </p:cNvPr>
        <p:cNvGrpSpPr/>
        <p:nvPr/>
      </p:nvGrpSpPr>
      <p:grpSpPr>
        <a:xfrm>
          <a:off x="0" y="0"/>
          <a:ext cx="0" cy="0"/>
          <a:chOff x="0" y="0"/>
          <a:chExt cx="0" cy="0"/>
        </a:xfrm>
      </p:grpSpPr>
      <p:sp>
        <p:nvSpPr>
          <p:cNvPr id="2" name="Rounded Rectangle 11">
            <a:extLst>
              <a:ext uri="{FF2B5EF4-FFF2-40B4-BE49-F238E27FC236}">
                <a16:creationId xmlns:a16="http://schemas.microsoft.com/office/drawing/2014/main" id="{52ABFC8D-637E-5AF7-77CB-5D316F597D34}"/>
              </a:ext>
              <a:ext uri="{C183D7F6-B498-43B3-948B-1728B52AA6E4}">
                <adec:decorative xmlns:adec="http://schemas.microsoft.com/office/drawing/2017/decorative" val="1"/>
              </a:ext>
            </a:extLst>
          </p:cNvPr>
          <p:cNvSpPr/>
          <p:nvPr/>
        </p:nvSpPr>
        <p:spPr bwMode="auto">
          <a:xfrm>
            <a:off x="980069" y="2072305"/>
            <a:ext cx="3305609" cy="3970675"/>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4" name="Rounded Rectangle 12">
            <a:extLst>
              <a:ext uri="{FF2B5EF4-FFF2-40B4-BE49-F238E27FC236}">
                <a16:creationId xmlns:a16="http://schemas.microsoft.com/office/drawing/2014/main" id="{77CAC0B6-B7D7-4842-93E2-500EC2BA3371}"/>
              </a:ext>
              <a:ext uri="{C183D7F6-B498-43B3-948B-1728B52AA6E4}">
                <adec:decorative xmlns:adec="http://schemas.microsoft.com/office/drawing/2017/decorative" val="1"/>
              </a:ext>
            </a:extLst>
          </p:cNvPr>
          <p:cNvSpPr/>
          <p:nvPr/>
        </p:nvSpPr>
        <p:spPr bwMode="auto">
          <a:xfrm>
            <a:off x="4444719" y="2072305"/>
            <a:ext cx="3305609" cy="3970675"/>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5" name="Rounded Rectangle 13">
            <a:extLst>
              <a:ext uri="{FF2B5EF4-FFF2-40B4-BE49-F238E27FC236}">
                <a16:creationId xmlns:a16="http://schemas.microsoft.com/office/drawing/2014/main" id="{3C3BED10-9FD9-7E9D-8876-10C04C911456}"/>
              </a:ext>
              <a:ext uri="{C183D7F6-B498-43B3-948B-1728B52AA6E4}">
                <adec:decorative xmlns:adec="http://schemas.microsoft.com/office/drawing/2017/decorative" val="1"/>
              </a:ext>
            </a:extLst>
          </p:cNvPr>
          <p:cNvSpPr/>
          <p:nvPr/>
        </p:nvSpPr>
        <p:spPr bwMode="auto">
          <a:xfrm>
            <a:off x="7909369" y="2072305"/>
            <a:ext cx="3305609" cy="3970675"/>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3" name="Title 2">
            <a:extLst>
              <a:ext uri="{FF2B5EF4-FFF2-40B4-BE49-F238E27FC236}">
                <a16:creationId xmlns:a16="http://schemas.microsoft.com/office/drawing/2014/main" id="{836C1743-F27D-1F3F-41E1-BD5177A2B44B}"/>
              </a:ext>
            </a:extLst>
          </p:cNvPr>
          <p:cNvSpPr>
            <a:spLocks noGrp="1"/>
          </p:cNvSpPr>
          <p:nvPr>
            <p:ph type="title"/>
          </p:nvPr>
        </p:nvSpPr>
        <p:spPr/>
        <p:txBody>
          <a:bodyPr/>
          <a:lstStyle/>
          <a:p>
            <a:pPr algn="ctr"/>
            <a:r>
              <a:rPr lang="en-US" b="1" spc="-20" dirty="0">
                <a:solidFill>
                  <a:srgbClr val="08202C"/>
                </a:solidFill>
                <a:latin typeface="Segoe UI Semibold" panose="020B0702040204020203" pitchFamily="34" charset="0"/>
                <a:cs typeface="Segoe UI Semibold" panose="020B0702040204020203" pitchFamily="34" charset="0"/>
              </a:rPr>
              <a:t>Agents can help</a:t>
            </a:r>
            <a:endParaRPr lang="en-UA" dirty="0"/>
          </a:p>
        </p:txBody>
      </p:sp>
      <p:sp>
        <p:nvSpPr>
          <p:cNvPr id="9001" name="Extracted - Header Text"/>
          <p:cNvSpPr txBox="1"/>
          <p:nvPr/>
        </p:nvSpPr>
        <p:spPr>
          <a:xfrm>
            <a:off x="800100" y="1197167"/>
            <a:ext cx="10922000" cy="307777"/>
          </a:xfrm>
          <a:prstGeom prst="rect">
            <a:avLst/>
          </a:prstGeom>
          <a:noFill/>
        </p:spPr>
        <p:txBody>
          <a:bodyPr wrap="square" lIns="0" tIns="0" rIns="0" bIns="0" anchor="t">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rPr>
              <a:t>Agents run processes across systems, unifying and optimizing your tech stack</a:t>
            </a:r>
          </a:p>
        </p:txBody>
      </p:sp>
      <p:sp>
        <p:nvSpPr>
          <p:cNvPr id="60" name="!!Work IQ">
            <a:extLst>
              <a:ext uri="{FF2B5EF4-FFF2-40B4-BE49-F238E27FC236}">
                <a16:creationId xmlns:a16="http://schemas.microsoft.com/office/drawing/2014/main" id="{806BB251-FE3D-67E9-7A1F-FD3D188C61C2}"/>
              </a:ext>
              <a:ext uri="{C183D7F6-B498-43B3-948B-1728B52AA6E4}">
                <adec:decorative xmlns:adec="http://schemas.microsoft.com/office/drawing/2017/decorative" val="0"/>
              </a:ext>
            </a:extLst>
          </p:cNvPr>
          <p:cNvSpPr/>
          <p:nvPr/>
        </p:nvSpPr>
        <p:spPr>
          <a:xfrm>
            <a:off x="1809669" y="3544598"/>
            <a:ext cx="1646408"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dirty="0">
                <a:ln w="3175">
                  <a:noFill/>
                </a:ln>
                <a:solidFill>
                  <a:srgbClr val="1A1A1A"/>
                </a:solidFill>
                <a:effectLst/>
                <a:uLnTx/>
                <a:uFillTx/>
                <a:latin typeface="Segoe UI Semibold"/>
                <a:ea typeface="+mn-ea"/>
                <a:cs typeface="Segoe UI" panose="020B0502040204020203" pitchFamily="34" charset="0"/>
              </a:rPr>
              <a:t>Sense</a:t>
            </a:r>
          </a:p>
        </p:txBody>
      </p:sp>
      <p:sp>
        <p:nvSpPr>
          <p:cNvPr id="61" name="TextBox 60">
            <a:extLst>
              <a:ext uri="{FF2B5EF4-FFF2-40B4-BE49-F238E27FC236}">
                <a16:creationId xmlns:a16="http://schemas.microsoft.com/office/drawing/2014/main" id="{A8D6BAA3-86D7-3005-FD79-376FA40F41EB}"/>
              </a:ext>
            </a:extLst>
          </p:cNvPr>
          <p:cNvSpPr txBox="1"/>
          <p:nvPr/>
        </p:nvSpPr>
        <p:spPr>
          <a:xfrm>
            <a:off x="1554762" y="4086614"/>
            <a:ext cx="2156223" cy="492443"/>
          </a:xfrm>
          <a:prstGeom prst="rect">
            <a:avLst/>
          </a:prstGeom>
          <a:noFill/>
        </p:spPr>
        <p:txBody>
          <a:bodyPr wrap="square" lIns="0" tIns="0" rIns="0" bIns="0" rtlCol="0">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Segoe UI"/>
                <a:ea typeface="+mn-ea"/>
                <a:cs typeface="Segoe UI" panose="020B0502040204020203" pitchFamily="34" charset="0"/>
              </a:rPr>
              <a:t>Reads emails, data, triggers, user input</a:t>
            </a:r>
          </a:p>
        </p:txBody>
      </p:sp>
      <p:sp>
        <p:nvSpPr>
          <p:cNvPr id="62" name="TextBox 103, chunk 2">
            <a:extLst>
              <a:ext uri="{FF2B5EF4-FFF2-40B4-BE49-F238E27FC236}">
                <a16:creationId xmlns:a16="http://schemas.microsoft.com/office/drawing/2014/main" id="{9C4D6446-1F28-97CE-6AC6-C8604CDE99DE}"/>
              </a:ext>
            </a:extLst>
          </p:cNvPr>
          <p:cNvSpPr txBox="1"/>
          <p:nvPr/>
        </p:nvSpPr>
        <p:spPr>
          <a:xfrm>
            <a:off x="1121170" y="5139858"/>
            <a:ext cx="3023407" cy="369332"/>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Ex. Agent reads email from</a:t>
            </a:r>
            <a:r>
              <a:rPr kumimoji="0" lang="en-US" sz="1200" b="0" i="0" u="none" strike="noStrike" kern="1200" cap="none" spc="0" normalizeH="0" noProof="0" dirty="0">
                <a:ln>
                  <a:noFill/>
                </a:ln>
                <a:solidFill>
                  <a:srgbClr val="000000"/>
                </a:solidFill>
                <a:effectLst/>
                <a:uLnTx/>
                <a:uFillTx/>
                <a:latin typeface="Segoe UI"/>
                <a:ea typeface="+mn-ea"/>
                <a:cs typeface="Segoe UI"/>
              </a:rPr>
              <a:t> </a:t>
            </a:r>
            <a:r>
              <a:rPr kumimoji="0" lang="en-US" sz="1200" b="0" i="0" u="none" strike="noStrike" kern="1200" cap="none" spc="0" normalizeH="0" baseline="0" noProof="0" dirty="0">
                <a:ln>
                  <a:noFill/>
                </a:ln>
                <a:solidFill>
                  <a:srgbClr val="000000"/>
                </a:solidFill>
                <a:effectLst/>
                <a:uLnTx/>
                <a:uFillTx/>
                <a:latin typeface="Segoe UI"/>
                <a:ea typeface="+mn-ea"/>
                <a:cs typeface="Segoe UI"/>
              </a:rPr>
              <a:t>prospective customer, asking for a proposal</a:t>
            </a:r>
          </a:p>
        </p:txBody>
      </p:sp>
      <p:sp>
        <p:nvSpPr>
          <p:cNvPr id="8960" name="!!Fabric IQ">
            <a:extLst>
              <a:ext uri="{FF2B5EF4-FFF2-40B4-BE49-F238E27FC236}">
                <a16:creationId xmlns:a16="http://schemas.microsoft.com/office/drawing/2014/main" id="{7F8BEF5A-7FE2-7422-2591-4F87477C1FB6}"/>
              </a:ext>
              <a:ext uri="{C183D7F6-B498-43B3-948B-1728B52AA6E4}">
                <adec:decorative xmlns:adec="http://schemas.microsoft.com/office/drawing/2017/decorative" val="0"/>
              </a:ext>
            </a:extLst>
          </p:cNvPr>
          <p:cNvSpPr/>
          <p:nvPr/>
        </p:nvSpPr>
        <p:spPr>
          <a:xfrm>
            <a:off x="5228661" y="3544598"/>
            <a:ext cx="1737724"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dirty="0">
                <a:ln w="3175">
                  <a:noFill/>
                </a:ln>
                <a:solidFill>
                  <a:srgbClr val="1A1A1A"/>
                </a:solidFill>
                <a:effectLst/>
                <a:uLnTx/>
                <a:uFillTx/>
                <a:latin typeface="Segoe UI Semibold"/>
                <a:ea typeface="+mn-ea"/>
                <a:cs typeface="Segoe UI" panose="020B0502040204020203" pitchFamily="34" charset="0"/>
              </a:rPr>
              <a:t>Reason</a:t>
            </a:r>
          </a:p>
        </p:txBody>
      </p:sp>
      <p:sp>
        <p:nvSpPr>
          <p:cNvPr id="8961" name="TextBox 8960">
            <a:extLst>
              <a:ext uri="{FF2B5EF4-FFF2-40B4-BE49-F238E27FC236}">
                <a16:creationId xmlns:a16="http://schemas.microsoft.com/office/drawing/2014/main" id="{8F27E2D8-B051-1F17-189C-0C3EB4B789AF}"/>
              </a:ext>
            </a:extLst>
          </p:cNvPr>
          <p:cNvSpPr txBox="1"/>
          <p:nvPr/>
        </p:nvSpPr>
        <p:spPr>
          <a:xfrm>
            <a:off x="5002052" y="4086614"/>
            <a:ext cx="2190944"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Segoe UI"/>
                <a:ea typeface="+mn-ea"/>
                <a:cs typeface="Segoe UI" panose="020B0502040204020203" pitchFamily="34" charset="0"/>
              </a:rPr>
              <a:t>Understands context, sets goal, makes plan</a:t>
            </a:r>
          </a:p>
        </p:txBody>
      </p:sp>
      <p:sp>
        <p:nvSpPr>
          <p:cNvPr id="8962" name="TextBox 103, chunk 2">
            <a:extLst>
              <a:ext uri="{FF2B5EF4-FFF2-40B4-BE49-F238E27FC236}">
                <a16:creationId xmlns:a16="http://schemas.microsoft.com/office/drawing/2014/main" id="{FDF18361-88F6-46C0-25FD-A8C1FDE15CE3}"/>
              </a:ext>
            </a:extLst>
          </p:cNvPr>
          <p:cNvSpPr txBox="1"/>
          <p:nvPr/>
        </p:nvSpPr>
        <p:spPr>
          <a:xfrm>
            <a:off x="4837047" y="5139858"/>
            <a:ext cx="2520952" cy="369332"/>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Ex. Agent researches answers to question and creates plan</a:t>
            </a:r>
          </a:p>
        </p:txBody>
      </p:sp>
      <p:sp>
        <p:nvSpPr>
          <p:cNvPr id="8963" name="!!Foundry IQ">
            <a:extLst>
              <a:ext uri="{FF2B5EF4-FFF2-40B4-BE49-F238E27FC236}">
                <a16:creationId xmlns:a16="http://schemas.microsoft.com/office/drawing/2014/main" id="{82073188-21D0-0A06-0987-FD88E04BC4CB}"/>
              </a:ext>
              <a:ext uri="{C183D7F6-B498-43B3-948B-1728B52AA6E4}">
                <adec:decorative xmlns:adec="http://schemas.microsoft.com/office/drawing/2017/decorative" val="0"/>
              </a:ext>
            </a:extLst>
          </p:cNvPr>
          <p:cNvSpPr/>
          <p:nvPr/>
        </p:nvSpPr>
        <p:spPr>
          <a:xfrm>
            <a:off x="8453644" y="3544598"/>
            <a:ext cx="2217060"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1A1A1A"/>
                </a:solidFill>
                <a:effectLst/>
                <a:uLnTx/>
                <a:uFillTx/>
                <a:latin typeface="Segoe UI Semibold"/>
                <a:ea typeface="+mn-ea"/>
                <a:cs typeface="Segoe UI" panose="020B0502040204020203" pitchFamily="34" charset="0"/>
              </a:rPr>
              <a:t>Act</a:t>
            </a:r>
          </a:p>
        </p:txBody>
      </p:sp>
      <p:sp>
        <p:nvSpPr>
          <p:cNvPr id="8964" name="TextBox 8963">
            <a:extLst>
              <a:ext uri="{FF2B5EF4-FFF2-40B4-BE49-F238E27FC236}">
                <a16:creationId xmlns:a16="http://schemas.microsoft.com/office/drawing/2014/main" id="{4A7AA3FE-46F8-5531-F785-D849C1FD50CA}"/>
              </a:ext>
            </a:extLst>
          </p:cNvPr>
          <p:cNvSpPr txBox="1"/>
          <p:nvPr/>
        </p:nvSpPr>
        <p:spPr>
          <a:xfrm>
            <a:off x="8487109" y="4086614"/>
            <a:ext cx="2150130" cy="492443"/>
          </a:xfrm>
          <a:prstGeom prst="rect">
            <a:avLst/>
          </a:prstGeom>
          <a:noFill/>
        </p:spPr>
        <p:txBody>
          <a:bodyPr wrap="square" lIns="0" tIns="0" rIns="0" bIns="0" rtlCol="0" anchor="t">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Segoe UI"/>
                <a:ea typeface="+mn-ea"/>
                <a:cs typeface="Segoe UI" panose="020B0502040204020203" pitchFamily="34" charset="0"/>
              </a:rPr>
              <a:t>Executes tasks across apps and systems</a:t>
            </a:r>
          </a:p>
        </p:txBody>
      </p:sp>
      <p:sp>
        <p:nvSpPr>
          <p:cNvPr id="8965" name="TextBox 103, chunk 2">
            <a:extLst>
              <a:ext uri="{FF2B5EF4-FFF2-40B4-BE49-F238E27FC236}">
                <a16:creationId xmlns:a16="http://schemas.microsoft.com/office/drawing/2014/main" id="{7324E233-45EA-B62C-B59F-11EADB92D7BD}"/>
              </a:ext>
            </a:extLst>
          </p:cNvPr>
          <p:cNvSpPr txBox="1"/>
          <p:nvPr/>
        </p:nvSpPr>
        <p:spPr>
          <a:xfrm>
            <a:off x="8314510" y="5139858"/>
            <a:ext cx="2495329" cy="369332"/>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Ex. Drafts proposal and sends to you in Teams, for review</a:t>
            </a:r>
          </a:p>
        </p:txBody>
      </p:sp>
      <p:cxnSp>
        <p:nvCxnSpPr>
          <p:cNvPr id="8971" name="Straight Connector 8970">
            <a:extLst>
              <a:ext uri="{FF2B5EF4-FFF2-40B4-BE49-F238E27FC236}">
                <a16:creationId xmlns:a16="http://schemas.microsoft.com/office/drawing/2014/main" id="{0124E597-E353-9B4B-2002-8742FC515B5A}"/>
              </a:ext>
              <a:ext uri="{C183D7F6-B498-43B3-948B-1728B52AA6E4}">
                <adec:decorative xmlns:adec="http://schemas.microsoft.com/office/drawing/2017/decorative" val="1"/>
              </a:ext>
            </a:extLst>
          </p:cNvPr>
          <p:cNvCxnSpPr>
            <a:cxnSpLocks/>
          </p:cNvCxnSpPr>
          <p:nvPr/>
        </p:nvCxnSpPr>
        <p:spPr>
          <a:xfrm>
            <a:off x="1215553"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72" name="Straight Connector 8971">
            <a:extLst>
              <a:ext uri="{FF2B5EF4-FFF2-40B4-BE49-F238E27FC236}">
                <a16:creationId xmlns:a16="http://schemas.microsoft.com/office/drawing/2014/main" id="{D471511A-2A26-DE9C-6C8F-4CE152B084F7}"/>
              </a:ext>
              <a:ext uri="{C183D7F6-B498-43B3-948B-1728B52AA6E4}">
                <adec:decorative xmlns:adec="http://schemas.microsoft.com/office/drawing/2017/decorative" val="1"/>
              </a:ext>
            </a:extLst>
          </p:cNvPr>
          <p:cNvCxnSpPr>
            <a:cxnSpLocks/>
          </p:cNvCxnSpPr>
          <p:nvPr/>
        </p:nvCxnSpPr>
        <p:spPr>
          <a:xfrm>
            <a:off x="4680203"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73" name="Straight Connector 8972">
            <a:extLst>
              <a:ext uri="{FF2B5EF4-FFF2-40B4-BE49-F238E27FC236}">
                <a16:creationId xmlns:a16="http://schemas.microsoft.com/office/drawing/2014/main" id="{ABB63449-701E-487E-8B8D-44A866C8019B}"/>
              </a:ext>
              <a:ext uri="{C183D7F6-B498-43B3-948B-1728B52AA6E4}">
                <adec:decorative xmlns:adec="http://schemas.microsoft.com/office/drawing/2017/decorative" val="1"/>
              </a:ext>
            </a:extLst>
          </p:cNvPr>
          <p:cNvCxnSpPr>
            <a:cxnSpLocks/>
          </p:cNvCxnSpPr>
          <p:nvPr/>
        </p:nvCxnSpPr>
        <p:spPr>
          <a:xfrm>
            <a:off x="8144854"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8983" name="Group 8982">
            <a:extLst>
              <a:ext uri="{FF2B5EF4-FFF2-40B4-BE49-F238E27FC236}">
                <a16:creationId xmlns:a16="http://schemas.microsoft.com/office/drawing/2014/main" id="{C4DBFC85-3842-03D0-BE17-8BD5BAF362B3}"/>
              </a:ext>
              <a:ext uri="{C183D7F6-B498-43B3-948B-1728B52AA6E4}">
                <adec:decorative xmlns:adec="http://schemas.microsoft.com/office/drawing/2017/decorative" val="1"/>
              </a:ext>
            </a:extLst>
          </p:cNvPr>
          <p:cNvGrpSpPr>
            <a:grpSpLocks noChangeAspect="1"/>
          </p:cNvGrpSpPr>
          <p:nvPr/>
        </p:nvGrpSpPr>
        <p:grpSpPr>
          <a:xfrm>
            <a:off x="9147159" y="2487896"/>
            <a:ext cx="830028" cy="830028"/>
            <a:chOff x="8391334" y="2378179"/>
            <a:chExt cx="913031" cy="913031"/>
          </a:xfrm>
        </p:grpSpPr>
        <p:sp>
          <p:nvSpPr>
            <p:cNvPr id="8976" name="Oval 8975">
              <a:extLst>
                <a:ext uri="{FF2B5EF4-FFF2-40B4-BE49-F238E27FC236}">
                  <a16:creationId xmlns:a16="http://schemas.microsoft.com/office/drawing/2014/main" id="{5184B4CE-4A22-7273-9940-0E0B82A3A0CC}"/>
                </a:ext>
                <a:ext uri="{C183D7F6-B498-43B3-948B-1728B52AA6E4}">
                  <adec:decorative xmlns:adec="http://schemas.microsoft.com/office/drawing/2017/decorative" val="1"/>
                </a:ext>
              </a:extLst>
            </p:cNvPr>
            <p:cNvSpPr/>
            <p:nvPr/>
          </p:nvSpPr>
          <p:spPr bwMode="auto">
            <a:xfrm>
              <a:off x="8391334" y="2378179"/>
              <a:ext cx="913031" cy="913031"/>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56" name="Act Icon">
              <a:extLst>
                <a:ext uri="{FF2B5EF4-FFF2-40B4-BE49-F238E27FC236}">
                  <a16:creationId xmlns:a16="http://schemas.microsoft.com/office/drawing/2014/main" id="{044D9561-56CE-E5BA-D842-DD6E0B128E1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605227" y="2564940"/>
              <a:ext cx="481580" cy="481580"/>
            </a:xfrm>
            <a:prstGeom prst="rect">
              <a:avLst/>
            </a:prstGeom>
            <a:effectLst/>
          </p:spPr>
        </p:pic>
      </p:grpSp>
      <p:grpSp>
        <p:nvGrpSpPr>
          <p:cNvPr id="8982" name="Group 8981">
            <a:extLst>
              <a:ext uri="{FF2B5EF4-FFF2-40B4-BE49-F238E27FC236}">
                <a16:creationId xmlns:a16="http://schemas.microsoft.com/office/drawing/2014/main" id="{2638290F-D658-F72D-99CC-F938FCE01540}"/>
              </a:ext>
              <a:ext uri="{C183D7F6-B498-43B3-948B-1728B52AA6E4}">
                <adec:decorative xmlns:adec="http://schemas.microsoft.com/office/drawing/2017/decorative" val="1"/>
              </a:ext>
            </a:extLst>
          </p:cNvPr>
          <p:cNvGrpSpPr>
            <a:grpSpLocks noChangeAspect="1"/>
          </p:cNvGrpSpPr>
          <p:nvPr/>
        </p:nvGrpSpPr>
        <p:grpSpPr>
          <a:xfrm>
            <a:off x="5672701" y="2487896"/>
            <a:ext cx="830028" cy="830028"/>
            <a:chOff x="5631200" y="2378179"/>
            <a:chExt cx="913031" cy="913031"/>
          </a:xfrm>
        </p:grpSpPr>
        <p:sp>
          <p:nvSpPr>
            <p:cNvPr id="8975" name="Oval 8974">
              <a:extLst>
                <a:ext uri="{FF2B5EF4-FFF2-40B4-BE49-F238E27FC236}">
                  <a16:creationId xmlns:a16="http://schemas.microsoft.com/office/drawing/2014/main" id="{EE47E90A-5DF0-56CC-2EA8-25BB2C24A4CD}"/>
                </a:ext>
                <a:ext uri="{C183D7F6-B498-43B3-948B-1728B52AA6E4}">
                  <adec:decorative xmlns:adec="http://schemas.microsoft.com/office/drawing/2017/decorative" val="1"/>
                </a:ext>
              </a:extLst>
            </p:cNvPr>
            <p:cNvSpPr/>
            <p:nvPr/>
          </p:nvSpPr>
          <p:spPr bwMode="auto">
            <a:xfrm>
              <a:off x="5631200" y="2378179"/>
              <a:ext cx="913031" cy="913031"/>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77" name="Reason Icon">
              <a:extLst>
                <a:ext uri="{FF2B5EF4-FFF2-40B4-BE49-F238E27FC236}">
                  <a16:creationId xmlns:a16="http://schemas.microsoft.com/office/drawing/2014/main" id="{16694D73-057E-B9B7-73CF-A0AFFB02CA4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816264" y="2537506"/>
              <a:ext cx="536448" cy="536448"/>
            </a:xfrm>
            <a:prstGeom prst="rect">
              <a:avLst/>
            </a:prstGeom>
            <a:effectLst/>
          </p:spPr>
        </p:pic>
      </p:grpSp>
      <p:grpSp>
        <p:nvGrpSpPr>
          <p:cNvPr id="8981" name="Group 8980">
            <a:extLst>
              <a:ext uri="{FF2B5EF4-FFF2-40B4-BE49-F238E27FC236}">
                <a16:creationId xmlns:a16="http://schemas.microsoft.com/office/drawing/2014/main" id="{E054239B-A1C3-BB5C-C788-A83ED1F5C1CB}"/>
              </a:ext>
              <a:ext uri="{C183D7F6-B498-43B3-948B-1728B52AA6E4}">
                <adec:decorative xmlns:adec="http://schemas.microsoft.com/office/drawing/2017/decorative" val="1"/>
              </a:ext>
            </a:extLst>
          </p:cNvPr>
          <p:cNvGrpSpPr>
            <a:grpSpLocks noChangeAspect="1"/>
          </p:cNvGrpSpPr>
          <p:nvPr/>
        </p:nvGrpSpPr>
        <p:grpSpPr>
          <a:xfrm>
            <a:off x="2217859" y="2470337"/>
            <a:ext cx="830028" cy="830028"/>
            <a:chOff x="2871067" y="2360620"/>
            <a:chExt cx="913031" cy="913031"/>
          </a:xfrm>
        </p:grpSpPr>
        <p:sp>
          <p:nvSpPr>
            <p:cNvPr id="8974" name="Oval 8973">
              <a:extLst>
                <a:ext uri="{FF2B5EF4-FFF2-40B4-BE49-F238E27FC236}">
                  <a16:creationId xmlns:a16="http://schemas.microsoft.com/office/drawing/2014/main" id="{BAD587A2-2DE4-BC8B-5560-0DC5C3F1F069}"/>
                </a:ext>
                <a:ext uri="{C183D7F6-B498-43B3-948B-1728B52AA6E4}">
                  <adec:decorative xmlns:adec="http://schemas.microsoft.com/office/drawing/2017/decorative" val="1"/>
                </a:ext>
              </a:extLst>
            </p:cNvPr>
            <p:cNvSpPr/>
            <p:nvPr/>
          </p:nvSpPr>
          <p:spPr bwMode="auto">
            <a:xfrm>
              <a:off x="2871067" y="2360620"/>
              <a:ext cx="913031" cy="913031"/>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90" name="Sense Icon">
              <a:extLst>
                <a:ext uri="{FF2B5EF4-FFF2-40B4-BE49-F238E27FC236}">
                  <a16:creationId xmlns:a16="http://schemas.microsoft.com/office/drawing/2014/main" id="{B51981EA-D63F-B808-974D-23859A426C7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063233" y="2537506"/>
              <a:ext cx="536448" cy="536448"/>
            </a:xfrm>
            <a:prstGeom prst="rect">
              <a:avLst/>
            </a:prstGeom>
            <a:effectLst/>
          </p:spPr>
        </p:pic>
      </p:grpSp>
      <p:grpSp>
        <p:nvGrpSpPr>
          <p:cNvPr id="8979" name="Group 8978">
            <a:extLst>
              <a:ext uri="{FF2B5EF4-FFF2-40B4-BE49-F238E27FC236}">
                <a16:creationId xmlns:a16="http://schemas.microsoft.com/office/drawing/2014/main" id="{476DA44A-7918-C44D-6723-68DBCEF9661D}"/>
              </a:ext>
              <a:ext uri="{C183D7F6-B498-43B3-948B-1728B52AA6E4}">
                <adec:decorative xmlns:adec="http://schemas.microsoft.com/office/drawing/2017/decorative" val="1"/>
              </a:ext>
            </a:extLst>
          </p:cNvPr>
          <p:cNvGrpSpPr/>
          <p:nvPr/>
        </p:nvGrpSpPr>
        <p:grpSpPr>
          <a:xfrm>
            <a:off x="4086532" y="3778976"/>
            <a:ext cx="557333" cy="557333"/>
            <a:chOff x="4427191" y="3801458"/>
            <a:chExt cx="557333" cy="557333"/>
          </a:xfrm>
        </p:grpSpPr>
        <p:sp useBgFill="1">
          <p:nvSpPr>
            <p:cNvPr id="8967" name="Oval 8966">
              <a:extLst>
                <a:ext uri="{FF2B5EF4-FFF2-40B4-BE49-F238E27FC236}">
                  <a16:creationId xmlns:a16="http://schemas.microsoft.com/office/drawing/2014/main" id="{A83FA1BB-DCB1-ED4F-1E4A-9682712D2316}"/>
                </a:ext>
              </a:extLst>
            </p:cNvPr>
            <p:cNvSpPr/>
            <p:nvPr/>
          </p:nvSpPr>
          <p:spPr bwMode="auto">
            <a:xfrm>
              <a:off x="4427191" y="3801458"/>
              <a:ext cx="557333" cy="557333"/>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panose="020B0502040204020203" pitchFamily="34" charset="0"/>
                <a:ea typeface="Segoe UI" pitchFamily="34" charset="0"/>
                <a:cs typeface="Segoe UI" panose="020B0502040204020203" pitchFamily="34" charset="0"/>
              </a:endParaRPr>
            </a:p>
          </p:txBody>
        </p:sp>
        <p:sp>
          <p:nvSpPr>
            <p:cNvPr id="8977" name="Graphic 29" descr="Arrow">
              <a:extLst>
                <a:ext uri="{FF2B5EF4-FFF2-40B4-BE49-F238E27FC236}">
                  <a16:creationId xmlns:a16="http://schemas.microsoft.com/office/drawing/2014/main" id="{6D7E0FBB-49F9-E235-60DD-219EF7F23853}"/>
                </a:ext>
                <a:ext uri="{C183D7F6-B498-43B3-948B-1728B52AA6E4}">
                  <adec:decorative xmlns:adec="http://schemas.microsoft.com/office/drawing/2017/decorative" val="0"/>
                </a:ext>
              </a:extLst>
            </p:cNvPr>
            <p:cNvSpPr/>
            <p:nvPr/>
          </p:nvSpPr>
          <p:spPr>
            <a:xfrm>
              <a:off x="4544105" y="3922863"/>
              <a:ext cx="318613" cy="316760"/>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6000" y="49525"/>
                    <a:pt x="93478" y="51330"/>
                  </a:cubicBezTo>
                  <a:lnTo>
                    <a:pt x="92583" y="52092"/>
                  </a:lnTo>
                  <a:lnTo>
                    <a:pt x="91897" y="52892"/>
                  </a:lnTo>
                  <a:cubicBezTo>
                    <a:pt x="90052" y="55384"/>
                    <a:pt x="90026" y="58782"/>
                    <a:pt x="91831" y="61303"/>
                  </a:cubicBezTo>
                  <a:lnTo>
                    <a:pt x="92593" y="62198"/>
                  </a:lnTo>
                  <a:lnTo>
                    <a:pt x="118491" y="88106"/>
                  </a:lnTo>
                  <a:lnTo>
                    <a:pt x="54769" y="88106"/>
                  </a:lnTo>
                  <a:lnTo>
                    <a:pt x="53797" y="88163"/>
                  </a:lnTo>
                  <a:cubicBezTo>
                    <a:pt x="50620" y="88601"/>
                    <a:pt x="48124" y="91101"/>
                    <a:pt x="47692" y="94278"/>
                  </a:cubicBezTo>
                  <a:lnTo>
                    <a:pt x="47625" y="95240"/>
                  </a:lnTo>
                  <a:lnTo>
                    <a:pt x="47692" y="96212"/>
                  </a:lnTo>
                  <a:cubicBezTo>
                    <a:pt x="48128" y="99386"/>
                    <a:pt x="50623" y="101881"/>
                    <a:pt x="53797" y="102318"/>
                  </a:cubicBezTo>
                  <a:lnTo>
                    <a:pt x="54769" y="102384"/>
                  </a:lnTo>
                  <a:lnTo>
                    <a:pt x="118491" y="102384"/>
                  </a:lnTo>
                  <a:lnTo>
                    <a:pt x="92583" y="128292"/>
                  </a:lnTo>
                  <a:lnTo>
                    <a:pt x="91888" y="129102"/>
                  </a:lnTo>
                  <a:cubicBezTo>
                    <a:pt x="89521" y="132258"/>
                    <a:pt x="90160" y="136736"/>
                    <a:pt x="93316" y="139103"/>
                  </a:cubicBezTo>
                  <a:cubicBezTo>
                    <a:pt x="95857" y="141008"/>
                    <a:pt x="99349" y="141008"/>
                    <a:pt x="101889" y="139103"/>
                  </a:cubicBezTo>
                  <a:lnTo>
                    <a:pt x="102680" y="138408"/>
                  </a:lnTo>
                  <a:lnTo>
                    <a:pt x="140799" y="100308"/>
                  </a:lnTo>
                  <a:lnTo>
                    <a:pt x="141484" y="99498"/>
                  </a:lnTo>
                  <a:cubicBezTo>
                    <a:pt x="143327" y="97010"/>
                    <a:pt x="143359" y="93618"/>
                    <a:pt x="141561" y="91097"/>
                  </a:cubicBezTo>
                  <a:lnTo>
                    <a:pt x="140799" y="90202"/>
                  </a:lnTo>
                  <a:lnTo>
                    <a:pt x="102699" y="52092"/>
                  </a:lnTo>
                  <a:lnTo>
                    <a:pt x="101889" y="51397"/>
                  </a:lnTo>
                  <a:lnTo>
                    <a:pt x="102689" y="52092"/>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grpSp>
      <p:grpSp>
        <p:nvGrpSpPr>
          <p:cNvPr id="8980" name="Group 8979">
            <a:extLst>
              <a:ext uri="{FF2B5EF4-FFF2-40B4-BE49-F238E27FC236}">
                <a16:creationId xmlns:a16="http://schemas.microsoft.com/office/drawing/2014/main" id="{749E91B9-4886-5675-26C5-67AF18EBDB4A}"/>
              </a:ext>
              <a:ext uri="{C183D7F6-B498-43B3-948B-1728B52AA6E4}">
                <adec:decorative xmlns:adec="http://schemas.microsoft.com/office/drawing/2017/decorative" val="1"/>
              </a:ext>
            </a:extLst>
          </p:cNvPr>
          <p:cNvGrpSpPr/>
          <p:nvPr/>
        </p:nvGrpSpPr>
        <p:grpSpPr>
          <a:xfrm>
            <a:off x="7551182" y="3778976"/>
            <a:ext cx="557333" cy="557333"/>
            <a:chOff x="7184917" y="3801458"/>
            <a:chExt cx="557333" cy="557333"/>
          </a:xfrm>
        </p:grpSpPr>
        <p:sp useBgFill="1">
          <p:nvSpPr>
            <p:cNvPr id="8969" name="Oval 8968">
              <a:extLst>
                <a:ext uri="{FF2B5EF4-FFF2-40B4-BE49-F238E27FC236}">
                  <a16:creationId xmlns:a16="http://schemas.microsoft.com/office/drawing/2014/main" id="{2854C862-FB23-C548-C567-348C0BFC0E54}"/>
                </a:ext>
              </a:extLst>
            </p:cNvPr>
            <p:cNvSpPr/>
            <p:nvPr/>
          </p:nvSpPr>
          <p:spPr bwMode="auto">
            <a:xfrm>
              <a:off x="7184917" y="3801458"/>
              <a:ext cx="557333" cy="557333"/>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panose="020B0502040204020203" pitchFamily="34" charset="0"/>
                <a:ea typeface="Segoe UI" pitchFamily="34" charset="0"/>
                <a:cs typeface="Segoe UI" panose="020B0502040204020203" pitchFamily="34" charset="0"/>
              </a:endParaRPr>
            </a:p>
          </p:txBody>
        </p:sp>
        <p:sp>
          <p:nvSpPr>
            <p:cNvPr id="8978" name="Graphic 29" descr="Arrow">
              <a:extLst>
                <a:ext uri="{FF2B5EF4-FFF2-40B4-BE49-F238E27FC236}">
                  <a16:creationId xmlns:a16="http://schemas.microsoft.com/office/drawing/2014/main" id="{D872F57E-C173-B01F-4311-3E278817104F}"/>
                </a:ext>
                <a:ext uri="{C183D7F6-B498-43B3-948B-1728B52AA6E4}">
                  <adec:decorative xmlns:adec="http://schemas.microsoft.com/office/drawing/2017/decorative" val="0"/>
                </a:ext>
              </a:extLst>
            </p:cNvPr>
            <p:cNvSpPr/>
            <p:nvPr/>
          </p:nvSpPr>
          <p:spPr>
            <a:xfrm>
              <a:off x="7305777" y="3922863"/>
              <a:ext cx="318613" cy="316760"/>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6000" y="49525"/>
                    <a:pt x="93478" y="51330"/>
                  </a:cubicBezTo>
                  <a:lnTo>
                    <a:pt x="92583" y="52092"/>
                  </a:lnTo>
                  <a:lnTo>
                    <a:pt x="91897" y="52892"/>
                  </a:lnTo>
                  <a:cubicBezTo>
                    <a:pt x="90052" y="55384"/>
                    <a:pt x="90026" y="58782"/>
                    <a:pt x="91831" y="61303"/>
                  </a:cubicBezTo>
                  <a:lnTo>
                    <a:pt x="92593" y="62198"/>
                  </a:lnTo>
                  <a:lnTo>
                    <a:pt x="118491" y="88106"/>
                  </a:lnTo>
                  <a:lnTo>
                    <a:pt x="54769" y="88106"/>
                  </a:lnTo>
                  <a:lnTo>
                    <a:pt x="53797" y="88163"/>
                  </a:lnTo>
                  <a:cubicBezTo>
                    <a:pt x="50620" y="88601"/>
                    <a:pt x="48124" y="91101"/>
                    <a:pt x="47692" y="94278"/>
                  </a:cubicBezTo>
                  <a:lnTo>
                    <a:pt x="47625" y="95240"/>
                  </a:lnTo>
                  <a:lnTo>
                    <a:pt x="47692" y="96212"/>
                  </a:lnTo>
                  <a:cubicBezTo>
                    <a:pt x="48128" y="99386"/>
                    <a:pt x="50623" y="101881"/>
                    <a:pt x="53797" y="102318"/>
                  </a:cubicBezTo>
                  <a:lnTo>
                    <a:pt x="54769" y="102384"/>
                  </a:lnTo>
                  <a:lnTo>
                    <a:pt x="118491" y="102384"/>
                  </a:lnTo>
                  <a:lnTo>
                    <a:pt x="92583" y="128292"/>
                  </a:lnTo>
                  <a:lnTo>
                    <a:pt x="91888" y="129102"/>
                  </a:lnTo>
                  <a:cubicBezTo>
                    <a:pt x="89521" y="132258"/>
                    <a:pt x="90160" y="136736"/>
                    <a:pt x="93316" y="139103"/>
                  </a:cubicBezTo>
                  <a:cubicBezTo>
                    <a:pt x="95857" y="141008"/>
                    <a:pt x="99349" y="141008"/>
                    <a:pt x="101889" y="139103"/>
                  </a:cubicBezTo>
                  <a:lnTo>
                    <a:pt x="102680" y="138408"/>
                  </a:lnTo>
                  <a:lnTo>
                    <a:pt x="140799" y="100308"/>
                  </a:lnTo>
                  <a:lnTo>
                    <a:pt x="141484" y="99498"/>
                  </a:lnTo>
                  <a:cubicBezTo>
                    <a:pt x="143327" y="97010"/>
                    <a:pt x="143359" y="93618"/>
                    <a:pt x="141561" y="91097"/>
                  </a:cubicBezTo>
                  <a:lnTo>
                    <a:pt x="140799" y="90202"/>
                  </a:lnTo>
                  <a:lnTo>
                    <a:pt x="102699" y="52092"/>
                  </a:lnTo>
                  <a:lnTo>
                    <a:pt x="101889" y="51397"/>
                  </a:lnTo>
                  <a:lnTo>
                    <a:pt x="102689" y="52092"/>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grpSp>
    </p:spTree>
    <p:extLst>
      <p:ext uri="{BB962C8B-B14F-4D97-AF65-F5344CB8AC3E}">
        <p14:creationId xmlns:p14="http://schemas.microsoft.com/office/powerpoint/2010/main" val="3549768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42" presetClass="path" presetSubtype="0" decel="100000" fill="hold" grpId="1" nodeType="withEffect">
                                  <p:stCondLst>
                                    <p:cond delay="0"/>
                                  </p:stCondLst>
                                  <p:childTnLst>
                                    <p:animMotion origin="layout" path="M -2.08333E-7 0.03889 L -2.08333E-7 -4.44444E-6 " pathEditMode="relative" rAng="0" ptsTypes="AA">
                                      <p:cBhvr>
                                        <p:cTn id="9" dur="500" fill="hold"/>
                                        <p:tgtEl>
                                          <p:spTgt spid="3"/>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9001"/>
                                        </p:tgtEl>
                                        <p:attrNameLst>
                                          <p:attrName>style.visibility</p:attrName>
                                        </p:attrNameLst>
                                      </p:cBhvr>
                                      <p:to>
                                        <p:strVal val="visible"/>
                                      </p:to>
                                    </p:set>
                                    <p:animEffect transition="in" filter="fade">
                                      <p:cBhvr>
                                        <p:cTn id="12" dur="200"/>
                                        <p:tgtEl>
                                          <p:spTgt spid="9001"/>
                                        </p:tgtEl>
                                      </p:cBhvr>
                                    </p:animEffect>
                                  </p:childTnLst>
                                </p:cTn>
                              </p:par>
                              <p:par>
                                <p:cTn id="13" presetID="42" presetClass="path" presetSubtype="0" decel="100000" fill="hold" grpId="1" nodeType="withEffect">
                                  <p:stCondLst>
                                    <p:cond delay="100"/>
                                  </p:stCondLst>
                                  <p:childTnLst>
                                    <p:animMotion origin="layout" path="M -1.66667E-6 0.03889 L -1.66667E-6 -7.40741E-7 " pathEditMode="relative" rAng="0" ptsTypes="AA">
                                      <p:cBhvr>
                                        <p:cTn id="14" dur="500" fill="hold"/>
                                        <p:tgtEl>
                                          <p:spTgt spid="9001"/>
                                        </p:tgtEl>
                                        <p:attrNameLst>
                                          <p:attrName>ppt_x</p:attrName>
                                          <p:attrName>ppt_y</p:attrName>
                                        </p:attrNameLst>
                                      </p:cBhvr>
                                      <p:rCtr x="0" y="-1944"/>
                                    </p:animMotion>
                                  </p:childTnLst>
                                </p:cTn>
                              </p:par>
                              <p:par>
                                <p:cTn id="15" presetID="10" presetClass="entr" presetSubtype="0" fill="hold" nodeType="withEffect">
                                  <p:stCondLst>
                                    <p:cond delay="200"/>
                                  </p:stCondLst>
                                  <p:childTnLst>
                                    <p:set>
                                      <p:cBhvr>
                                        <p:cTn id="16" dur="1" fill="hold">
                                          <p:stCondLst>
                                            <p:cond delay="0"/>
                                          </p:stCondLst>
                                        </p:cTn>
                                        <p:tgtEl>
                                          <p:spTgt spid="8981"/>
                                        </p:tgtEl>
                                        <p:attrNameLst>
                                          <p:attrName>style.visibility</p:attrName>
                                        </p:attrNameLst>
                                      </p:cBhvr>
                                      <p:to>
                                        <p:strVal val="visible"/>
                                      </p:to>
                                    </p:set>
                                    <p:animEffect transition="in" filter="fade">
                                      <p:cBhvr>
                                        <p:cTn id="17" dur="200"/>
                                        <p:tgtEl>
                                          <p:spTgt spid="8981"/>
                                        </p:tgtEl>
                                      </p:cBhvr>
                                    </p:animEffect>
                                  </p:childTnLst>
                                </p:cTn>
                              </p:par>
                              <p:par>
                                <p:cTn id="18" presetID="42" presetClass="path" presetSubtype="0" decel="100000" fill="hold" nodeType="withEffect">
                                  <p:stCondLst>
                                    <p:cond delay="200"/>
                                  </p:stCondLst>
                                  <p:childTnLst>
                                    <p:animMotion origin="layout" path="M 4.58333E-6 0.03889 L 4.58333E-6 -1.85185E-6 " pathEditMode="relative" rAng="0" ptsTypes="AA">
                                      <p:cBhvr>
                                        <p:cTn id="19" dur="500" fill="hold"/>
                                        <p:tgtEl>
                                          <p:spTgt spid="8981"/>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200"/>
                                        <p:tgtEl>
                                          <p:spTgt spid="60"/>
                                        </p:tgtEl>
                                      </p:cBhvr>
                                    </p:animEffect>
                                  </p:childTnLst>
                                </p:cTn>
                              </p:par>
                              <p:par>
                                <p:cTn id="23" presetID="42" presetClass="path" presetSubtype="0" decel="100000" fill="hold" grpId="1" nodeType="withEffect">
                                  <p:stCondLst>
                                    <p:cond delay="200"/>
                                  </p:stCondLst>
                                  <p:childTnLst>
                                    <p:animMotion origin="layout" path="M 4.58333E-6 0.03889 L 4.58333E-6 -2.59259E-6 " pathEditMode="relative" rAng="0" ptsTypes="AA">
                                      <p:cBhvr>
                                        <p:cTn id="24" dur="500" fill="hold"/>
                                        <p:tgtEl>
                                          <p:spTgt spid="60"/>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200"/>
                                        <p:tgtEl>
                                          <p:spTgt spid="61"/>
                                        </p:tgtEl>
                                      </p:cBhvr>
                                    </p:animEffect>
                                  </p:childTnLst>
                                </p:cTn>
                              </p:par>
                              <p:par>
                                <p:cTn id="28" presetID="42" presetClass="path" presetSubtype="0" decel="100000" fill="hold" grpId="1" nodeType="withEffect">
                                  <p:stCondLst>
                                    <p:cond delay="200"/>
                                  </p:stCondLst>
                                  <p:childTnLst>
                                    <p:animMotion origin="layout" path="M 4.58333E-6 0.03889 L 4.58333E-6 -2.96296E-6 " pathEditMode="relative" rAng="0" ptsTypes="AA">
                                      <p:cBhvr>
                                        <p:cTn id="29" dur="500" fill="hold"/>
                                        <p:tgtEl>
                                          <p:spTgt spid="61"/>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200"/>
                                        <p:tgtEl>
                                          <p:spTgt spid="62"/>
                                        </p:tgtEl>
                                      </p:cBhvr>
                                    </p:animEffect>
                                  </p:childTnLst>
                                </p:cTn>
                              </p:par>
                              <p:par>
                                <p:cTn id="33" presetID="42" presetClass="path" presetSubtype="0" decel="100000" fill="hold" grpId="1" nodeType="withEffect">
                                  <p:stCondLst>
                                    <p:cond delay="200"/>
                                  </p:stCondLst>
                                  <p:childTnLst>
                                    <p:animMotion origin="layout" path="M 4.58333E-6 0.03889 L 4.58333E-6 1.11111E-6 " pathEditMode="relative" rAng="0" ptsTypes="AA">
                                      <p:cBhvr>
                                        <p:cTn id="34" dur="500" fill="hold"/>
                                        <p:tgtEl>
                                          <p:spTgt spid="62"/>
                                        </p:tgtEl>
                                        <p:attrNameLst>
                                          <p:attrName>ppt_x</p:attrName>
                                          <p:attrName>ppt_y</p:attrName>
                                        </p:attrNameLst>
                                      </p:cBhvr>
                                      <p:rCtr x="0" y="-1944"/>
                                    </p:animMotion>
                                  </p:childTnLst>
                                </p:cTn>
                              </p:par>
                              <p:par>
                                <p:cTn id="35" presetID="10" presetClass="entr" presetSubtype="0" fill="hold" nodeType="withEffect">
                                  <p:stCondLst>
                                    <p:cond delay="200"/>
                                  </p:stCondLst>
                                  <p:childTnLst>
                                    <p:set>
                                      <p:cBhvr>
                                        <p:cTn id="36" dur="1" fill="hold">
                                          <p:stCondLst>
                                            <p:cond delay="0"/>
                                          </p:stCondLst>
                                        </p:cTn>
                                        <p:tgtEl>
                                          <p:spTgt spid="8971"/>
                                        </p:tgtEl>
                                        <p:attrNameLst>
                                          <p:attrName>style.visibility</p:attrName>
                                        </p:attrNameLst>
                                      </p:cBhvr>
                                      <p:to>
                                        <p:strVal val="visible"/>
                                      </p:to>
                                    </p:set>
                                    <p:animEffect transition="in" filter="fade">
                                      <p:cBhvr>
                                        <p:cTn id="37" dur="200"/>
                                        <p:tgtEl>
                                          <p:spTgt spid="8971"/>
                                        </p:tgtEl>
                                      </p:cBhvr>
                                    </p:animEffect>
                                  </p:childTnLst>
                                </p:cTn>
                              </p:par>
                              <p:par>
                                <p:cTn id="38" presetID="42" presetClass="path" presetSubtype="0" decel="100000" fill="hold" nodeType="withEffect">
                                  <p:stCondLst>
                                    <p:cond delay="200"/>
                                  </p:stCondLst>
                                  <p:childTnLst>
                                    <p:animMotion origin="layout" path="M 4.58333E-6 0.03889 L 4.58333E-6 -4.07407E-6 " pathEditMode="relative" rAng="0" ptsTypes="AA">
                                      <p:cBhvr>
                                        <p:cTn id="39" dur="500" fill="hold"/>
                                        <p:tgtEl>
                                          <p:spTgt spid="8971"/>
                                        </p:tgtEl>
                                        <p:attrNameLst>
                                          <p:attrName>ppt_x</p:attrName>
                                          <p:attrName>ppt_y</p:attrName>
                                        </p:attrNameLst>
                                      </p:cBhvr>
                                      <p:rCtr x="0" y="-1944"/>
                                    </p:animMotion>
                                  </p:childTnLst>
                                </p:cTn>
                              </p:par>
                              <p:par>
                                <p:cTn id="40" presetID="10" presetClass="entr" presetSubtype="0" fill="hold" nodeType="withEffect">
                                  <p:stCondLst>
                                    <p:cond delay="300"/>
                                  </p:stCondLst>
                                  <p:childTnLst>
                                    <p:set>
                                      <p:cBhvr>
                                        <p:cTn id="41" dur="1" fill="hold">
                                          <p:stCondLst>
                                            <p:cond delay="0"/>
                                          </p:stCondLst>
                                        </p:cTn>
                                        <p:tgtEl>
                                          <p:spTgt spid="8979"/>
                                        </p:tgtEl>
                                        <p:attrNameLst>
                                          <p:attrName>style.visibility</p:attrName>
                                        </p:attrNameLst>
                                      </p:cBhvr>
                                      <p:to>
                                        <p:strVal val="visible"/>
                                      </p:to>
                                    </p:set>
                                    <p:animEffect transition="in" filter="fade">
                                      <p:cBhvr>
                                        <p:cTn id="42" dur="200"/>
                                        <p:tgtEl>
                                          <p:spTgt spid="8979"/>
                                        </p:tgtEl>
                                      </p:cBhvr>
                                    </p:animEffect>
                                  </p:childTnLst>
                                </p:cTn>
                              </p:par>
                              <p:par>
                                <p:cTn id="43" presetID="42" presetClass="path" presetSubtype="0" decel="100000" fill="hold" nodeType="withEffect">
                                  <p:stCondLst>
                                    <p:cond delay="300"/>
                                  </p:stCondLst>
                                  <p:childTnLst>
                                    <p:animMotion origin="layout" path="M -2.70833E-6 0.03889 L -2.70833E-6 3.33333E-6 " pathEditMode="relative" rAng="0" ptsTypes="AA">
                                      <p:cBhvr>
                                        <p:cTn id="44" dur="500" fill="hold"/>
                                        <p:tgtEl>
                                          <p:spTgt spid="8979"/>
                                        </p:tgtEl>
                                        <p:attrNameLst>
                                          <p:attrName>ppt_x</p:attrName>
                                          <p:attrName>ppt_y</p:attrName>
                                        </p:attrNameLst>
                                      </p:cBhvr>
                                      <p:rCtr x="0" y="-1944"/>
                                    </p:animMotion>
                                  </p:childTnLst>
                                </p:cTn>
                              </p:par>
                              <p:par>
                                <p:cTn id="45" presetID="10" presetClass="entr" presetSubtype="0" fill="hold" nodeType="withEffect">
                                  <p:stCondLst>
                                    <p:cond delay="400"/>
                                  </p:stCondLst>
                                  <p:childTnLst>
                                    <p:set>
                                      <p:cBhvr>
                                        <p:cTn id="46" dur="1" fill="hold">
                                          <p:stCondLst>
                                            <p:cond delay="0"/>
                                          </p:stCondLst>
                                        </p:cTn>
                                        <p:tgtEl>
                                          <p:spTgt spid="8982"/>
                                        </p:tgtEl>
                                        <p:attrNameLst>
                                          <p:attrName>style.visibility</p:attrName>
                                        </p:attrNameLst>
                                      </p:cBhvr>
                                      <p:to>
                                        <p:strVal val="visible"/>
                                      </p:to>
                                    </p:set>
                                    <p:animEffect transition="in" filter="fade">
                                      <p:cBhvr>
                                        <p:cTn id="47" dur="200"/>
                                        <p:tgtEl>
                                          <p:spTgt spid="8982"/>
                                        </p:tgtEl>
                                      </p:cBhvr>
                                    </p:animEffect>
                                  </p:childTnLst>
                                </p:cTn>
                              </p:par>
                              <p:par>
                                <p:cTn id="48" presetID="42" presetClass="path" presetSubtype="0" decel="100000" fill="hold" nodeType="withEffect">
                                  <p:stCondLst>
                                    <p:cond delay="400"/>
                                  </p:stCondLst>
                                  <p:childTnLst>
                                    <p:animMotion origin="layout" path="M 1.25E-6 0.03889 L 1.25E-6 1.85185E-6 " pathEditMode="relative" rAng="0" ptsTypes="AA">
                                      <p:cBhvr>
                                        <p:cTn id="49" dur="500" fill="hold"/>
                                        <p:tgtEl>
                                          <p:spTgt spid="8982"/>
                                        </p:tgtEl>
                                        <p:attrNameLst>
                                          <p:attrName>ppt_x</p:attrName>
                                          <p:attrName>ppt_y</p:attrName>
                                        </p:attrNameLst>
                                      </p:cBhvr>
                                      <p:rCtr x="0" y="-1944"/>
                                    </p:animMotion>
                                  </p:childTnLst>
                                </p:cTn>
                              </p:par>
                              <p:par>
                                <p:cTn id="50" presetID="10" presetClass="entr" presetSubtype="0" fill="hold" grpId="0" nodeType="withEffect">
                                  <p:stCondLst>
                                    <p:cond delay="400"/>
                                  </p:stCondLst>
                                  <p:childTnLst>
                                    <p:set>
                                      <p:cBhvr>
                                        <p:cTn id="51" dur="1" fill="hold">
                                          <p:stCondLst>
                                            <p:cond delay="0"/>
                                          </p:stCondLst>
                                        </p:cTn>
                                        <p:tgtEl>
                                          <p:spTgt spid="8960"/>
                                        </p:tgtEl>
                                        <p:attrNameLst>
                                          <p:attrName>style.visibility</p:attrName>
                                        </p:attrNameLst>
                                      </p:cBhvr>
                                      <p:to>
                                        <p:strVal val="visible"/>
                                      </p:to>
                                    </p:set>
                                    <p:animEffect transition="in" filter="fade">
                                      <p:cBhvr>
                                        <p:cTn id="52" dur="200"/>
                                        <p:tgtEl>
                                          <p:spTgt spid="8960"/>
                                        </p:tgtEl>
                                      </p:cBhvr>
                                    </p:animEffect>
                                  </p:childTnLst>
                                </p:cTn>
                              </p:par>
                              <p:par>
                                <p:cTn id="53" presetID="42" presetClass="path" presetSubtype="0" decel="100000" fill="hold" grpId="1" nodeType="withEffect">
                                  <p:stCondLst>
                                    <p:cond delay="400"/>
                                  </p:stCondLst>
                                  <p:childTnLst>
                                    <p:animMotion origin="layout" path="M -2.08333E-7 0.03889 L -2.08333E-7 -2.59259E-6 " pathEditMode="relative" rAng="0" ptsTypes="AA">
                                      <p:cBhvr>
                                        <p:cTn id="54" dur="500" fill="hold"/>
                                        <p:tgtEl>
                                          <p:spTgt spid="8960"/>
                                        </p:tgtEl>
                                        <p:attrNameLst>
                                          <p:attrName>ppt_x</p:attrName>
                                          <p:attrName>ppt_y</p:attrName>
                                        </p:attrNameLst>
                                      </p:cBhvr>
                                      <p:rCtr x="0" y="-1944"/>
                                    </p:animMotion>
                                  </p:childTnLst>
                                </p:cTn>
                              </p:par>
                              <p:par>
                                <p:cTn id="55" presetID="10" presetClass="entr" presetSubtype="0" fill="hold" grpId="0" nodeType="withEffect">
                                  <p:stCondLst>
                                    <p:cond delay="400"/>
                                  </p:stCondLst>
                                  <p:childTnLst>
                                    <p:set>
                                      <p:cBhvr>
                                        <p:cTn id="56" dur="1" fill="hold">
                                          <p:stCondLst>
                                            <p:cond delay="0"/>
                                          </p:stCondLst>
                                        </p:cTn>
                                        <p:tgtEl>
                                          <p:spTgt spid="8961"/>
                                        </p:tgtEl>
                                        <p:attrNameLst>
                                          <p:attrName>style.visibility</p:attrName>
                                        </p:attrNameLst>
                                      </p:cBhvr>
                                      <p:to>
                                        <p:strVal val="visible"/>
                                      </p:to>
                                    </p:set>
                                    <p:animEffect transition="in" filter="fade">
                                      <p:cBhvr>
                                        <p:cTn id="57" dur="200"/>
                                        <p:tgtEl>
                                          <p:spTgt spid="8961"/>
                                        </p:tgtEl>
                                      </p:cBhvr>
                                    </p:animEffect>
                                  </p:childTnLst>
                                </p:cTn>
                              </p:par>
                              <p:par>
                                <p:cTn id="58" presetID="42" presetClass="path" presetSubtype="0" decel="100000" fill="hold" grpId="1" nodeType="withEffect">
                                  <p:stCondLst>
                                    <p:cond delay="400"/>
                                  </p:stCondLst>
                                  <p:childTnLst>
                                    <p:animMotion origin="layout" path="M -2.08333E-7 0.03889 L -2.08333E-7 -2.96296E-6 " pathEditMode="relative" rAng="0" ptsTypes="AA">
                                      <p:cBhvr>
                                        <p:cTn id="59" dur="500" fill="hold"/>
                                        <p:tgtEl>
                                          <p:spTgt spid="8961"/>
                                        </p:tgtEl>
                                        <p:attrNameLst>
                                          <p:attrName>ppt_x</p:attrName>
                                          <p:attrName>ppt_y</p:attrName>
                                        </p:attrNameLst>
                                      </p:cBhvr>
                                      <p:rCtr x="0" y="-1944"/>
                                    </p:animMotion>
                                  </p:childTnLst>
                                </p:cTn>
                              </p:par>
                              <p:par>
                                <p:cTn id="60" presetID="10" presetClass="entr" presetSubtype="0" fill="hold" nodeType="withEffect">
                                  <p:stCondLst>
                                    <p:cond delay="400"/>
                                  </p:stCondLst>
                                  <p:childTnLst>
                                    <p:set>
                                      <p:cBhvr>
                                        <p:cTn id="61" dur="1" fill="hold">
                                          <p:stCondLst>
                                            <p:cond delay="0"/>
                                          </p:stCondLst>
                                        </p:cTn>
                                        <p:tgtEl>
                                          <p:spTgt spid="8972"/>
                                        </p:tgtEl>
                                        <p:attrNameLst>
                                          <p:attrName>style.visibility</p:attrName>
                                        </p:attrNameLst>
                                      </p:cBhvr>
                                      <p:to>
                                        <p:strVal val="visible"/>
                                      </p:to>
                                    </p:set>
                                    <p:animEffect transition="in" filter="fade">
                                      <p:cBhvr>
                                        <p:cTn id="62" dur="200"/>
                                        <p:tgtEl>
                                          <p:spTgt spid="8972"/>
                                        </p:tgtEl>
                                      </p:cBhvr>
                                    </p:animEffect>
                                  </p:childTnLst>
                                </p:cTn>
                              </p:par>
                              <p:par>
                                <p:cTn id="63" presetID="42" presetClass="path" presetSubtype="0" decel="100000" fill="hold" nodeType="withEffect">
                                  <p:stCondLst>
                                    <p:cond delay="400"/>
                                  </p:stCondLst>
                                  <p:childTnLst>
                                    <p:animMotion origin="layout" path="M -2.08333E-7 0.03889 L -2.08333E-7 -4.07407E-6 " pathEditMode="relative" rAng="0" ptsTypes="AA">
                                      <p:cBhvr>
                                        <p:cTn id="64" dur="500" fill="hold"/>
                                        <p:tgtEl>
                                          <p:spTgt spid="8972"/>
                                        </p:tgtEl>
                                        <p:attrNameLst>
                                          <p:attrName>ppt_x</p:attrName>
                                          <p:attrName>ppt_y</p:attrName>
                                        </p:attrNameLst>
                                      </p:cBhvr>
                                      <p:rCtr x="0" y="-1944"/>
                                    </p:animMotion>
                                  </p:childTnLst>
                                </p:cTn>
                              </p:par>
                              <p:par>
                                <p:cTn id="65" presetID="10" presetClass="entr" presetSubtype="0" fill="hold" grpId="0" nodeType="withEffect">
                                  <p:stCondLst>
                                    <p:cond delay="400"/>
                                  </p:stCondLst>
                                  <p:childTnLst>
                                    <p:set>
                                      <p:cBhvr>
                                        <p:cTn id="66" dur="1" fill="hold">
                                          <p:stCondLst>
                                            <p:cond delay="0"/>
                                          </p:stCondLst>
                                        </p:cTn>
                                        <p:tgtEl>
                                          <p:spTgt spid="8962"/>
                                        </p:tgtEl>
                                        <p:attrNameLst>
                                          <p:attrName>style.visibility</p:attrName>
                                        </p:attrNameLst>
                                      </p:cBhvr>
                                      <p:to>
                                        <p:strVal val="visible"/>
                                      </p:to>
                                    </p:set>
                                    <p:animEffect transition="in" filter="fade">
                                      <p:cBhvr>
                                        <p:cTn id="67" dur="200"/>
                                        <p:tgtEl>
                                          <p:spTgt spid="8962"/>
                                        </p:tgtEl>
                                      </p:cBhvr>
                                    </p:animEffect>
                                  </p:childTnLst>
                                </p:cTn>
                              </p:par>
                              <p:par>
                                <p:cTn id="68" presetID="42" presetClass="path" presetSubtype="0" decel="100000" fill="hold" grpId="1" nodeType="withEffect">
                                  <p:stCondLst>
                                    <p:cond delay="400"/>
                                  </p:stCondLst>
                                  <p:childTnLst>
                                    <p:animMotion origin="layout" path="M -2.08333E-7 0.03889 L -2.08333E-7 1.11111E-6 " pathEditMode="relative" rAng="0" ptsTypes="AA">
                                      <p:cBhvr>
                                        <p:cTn id="69" dur="500" fill="hold"/>
                                        <p:tgtEl>
                                          <p:spTgt spid="8962"/>
                                        </p:tgtEl>
                                        <p:attrNameLst>
                                          <p:attrName>ppt_x</p:attrName>
                                          <p:attrName>ppt_y</p:attrName>
                                        </p:attrNameLst>
                                      </p:cBhvr>
                                      <p:rCtr x="0" y="-1944"/>
                                    </p:animMotion>
                                  </p:childTnLst>
                                </p:cTn>
                              </p:par>
                              <p:par>
                                <p:cTn id="70" presetID="10" presetClass="entr" presetSubtype="0" fill="hold" nodeType="withEffect">
                                  <p:stCondLst>
                                    <p:cond delay="500"/>
                                  </p:stCondLst>
                                  <p:childTnLst>
                                    <p:set>
                                      <p:cBhvr>
                                        <p:cTn id="71" dur="1" fill="hold">
                                          <p:stCondLst>
                                            <p:cond delay="0"/>
                                          </p:stCondLst>
                                        </p:cTn>
                                        <p:tgtEl>
                                          <p:spTgt spid="8980"/>
                                        </p:tgtEl>
                                        <p:attrNameLst>
                                          <p:attrName>style.visibility</p:attrName>
                                        </p:attrNameLst>
                                      </p:cBhvr>
                                      <p:to>
                                        <p:strVal val="visible"/>
                                      </p:to>
                                    </p:set>
                                    <p:animEffect transition="in" filter="fade">
                                      <p:cBhvr>
                                        <p:cTn id="72" dur="200"/>
                                        <p:tgtEl>
                                          <p:spTgt spid="8980"/>
                                        </p:tgtEl>
                                      </p:cBhvr>
                                    </p:animEffect>
                                  </p:childTnLst>
                                </p:cTn>
                              </p:par>
                              <p:par>
                                <p:cTn id="73" presetID="42" presetClass="path" presetSubtype="0" decel="100000" fill="hold" nodeType="withEffect">
                                  <p:stCondLst>
                                    <p:cond delay="500"/>
                                  </p:stCondLst>
                                  <p:childTnLst>
                                    <p:animMotion origin="layout" path="M 2.5E-6 0.03889 L 2.5E-6 3.33333E-6 " pathEditMode="relative" rAng="0" ptsTypes="AA">
                                      <p:cBhvr>
                                        <p:cTn id="74" dur="500" fill="hold"/>
                                        <p:tgtEl>
                                          <p:spTgt spid="8980"/>
                                        </p:tgtEl>
                                        <p:attrNameLst>
                                          <p:attrName>ppt_x</p:attrName>
                                          <p:attrName>ppt_y</p:attrName>
                                        </p:attrNameLst>
                                      </p:cBhvr>
                                      <p:rCtr x="0" y="-1944"/>
                                    </p:animMotion>
                                  </p:childTnLst>
                                </p:cTn>
                              </p:par>
                              <p:par>
                                <p:cTn id="75" presetID="10" presetClass="entr" presetSubtype="0" fill="hold" nodeType="withEffect">
                                  <p:stCondLst>
                                    <p:cond delay="600"/>
                                  </p:stCondLst>
                                  <p:childTnLst>
                                    <p:set>
                                      <p:cBhvr>
                                        <p:cTn id="76" dur="1" fill="hold">
                                          <p:stCondLst>
                                            <p:cond delay="0"/>
                                          </p:stCondLst>
                                        </p:cTn>
                                        <p:tgtEl>
                                          <p:spTgt spid="8983"/>
                                        </p:tgtEl>
                                        <p:attrNameLst>
                                          <p:attrName>style.visibility</p:attrName>
                                        </p:attrNameLst>
                                      </p:cBhvr>
                                      <p:to>
                                        <p:strVal val="visible"/>
                                      </p:to>
                                    </p:set>
                                    <p:animEffect transition="in" filter="fade">
                                      <p:cBhvr>
                                        <p:cTn id="77" dur="200"/>
                                        <p:tgtEl>
                                          <p:spTgt spid="8983"/>
                                        </p:tgtEl>
                                      </p:cBhvr>
                                    </p:animEffect>
                                  </p:childTnLst>
                                </p:cTn>
                              </p:par>
                              <p:par>
                                <p:cTn id="78" presetID="42" presetClass="path" presetSubtype="0" decel="100000" fill="hold" nodeType="withEffect">
                                  <p:stCondLst>
                                    <p:cond delay="600"/>
                                  </p:stCondLst>
                                  <p:childTnLst>
                                    <p:animMotion origin="layout" path="M -4.79167E-6 0.03889 L -4.79167E-6 1.85185E-6 " pathEditMode="relative" rAng="0" ptsTypes="AA">
                                      <p:cBhvr>
                                        <p:cTn id="79" dur="500" fill="hold"/>
                                        <p:tgtEl>
                                          <p:spTgt spid="8983"/>
                                        </p:tgtEl>
                                        <p:attrNameLst>
                                          <p:attrName>ppt_x</p:attrName>
                                          <p:attrName>ppt_y</p:attrName>
                                        </p:attrNameLst>
                                      </p:cBhvr>
                                      <p:rCtr x="0" y="-1944"/>
                                    </p:animMotion>
                                  </p:childTnLst>
                                </p:cTn>
                              </p:par>
                              <p:par>
                                <p:cTn id="80" presetID="10" presetClass="entr" presetSubtype="0" fill="hold" grpId="0" nodeType="withEffect">
                                  <p:stCondLst>
                                    <p:cond delay="600"/>
                                  </p:stCondLst>
                                  <p:childTnLst>
                                    <p:set>
                                      <p:cBhvr>
                                        <p:cTn id="81" dur="1" fill="hold">
                                          <p:stCondLst>
                                            <p:cond delay="0"/>
                                          </p:stCondLst>
                                        </p:cTn>
                                        <p:tgtEl>
                                          <p:spTgt spid="8963"/>
                                        </p:tgtEl>
                                        <p:attrNameLst>
                                          <p:attrName>style.visibility</p:attrName>
                                        </p:attrNameLst>
                                      </p:cBhvr>
                                      <p:to>
                                        <p:strVal val="visible"/>
                                      </p:to>
                                    </p:set>
                                    <p:animEffect transition="in" filter="fade">
                                      <p:cBhvr>
                                        <p:cTn id="82" dur="200"/>
                                        <p:tgtEl>
                                          <p:spTgt spid="8963"/>
                                        </p:tgtEl>
                                      </p:cBhvr>
                                    </p:animEffect>
                                  </p:childTnLst>
                                </p:cTn>
                              </p:par>
                              <p:par>
                                <p:cTn id="83" presetID="42" presetClass="path" presetSubtype="0" decel="100000" fill="hold" grpId="1" nodeType="withEffect">
                                  <p:stCondLst>
                                    <p:cond delay="600"/>
                                  </p:stCondLst>
                                  <p:childTnLst>
                                    <p:animMotion origin="layout" path="M -4.79167E-6 0.03889 L -4.79167E-6 -2.59259E-6 " pathEditMode="relative" rAng="0" ptsTypes="AA">
                                      <p:cBhvr>
                                        <p:cTn id="84" dur="500" fill="hold"/>
                                        <p:tgtEl>
                                          <p:spTgt spid="8963"/>
                                        </p:tgtEl>
                                        <p:attrNameLst>
                                          <p:attrName>ppt_x</p:attrName>
                                          <p:attrName>ppt_y</p:attrName>
                                        </p:attrNameLst>
                                      </p:cBhvr>
                                      <p:rCtr x="0" y="-1944"/>
                                    </p:animMotion>
                                  </p:childTnLst>
                                </p:cTn>
                              </p:par>
                              <p:par>
                                <p:cTn id="85" presetID="10" presetClass="entr" presetSubtype="0" fill="hold" grpId="0" nodeType="withEffect">
                                  <p:stCondLst>
                                    <p:cond delay="600"/>
                                  </p:stCondLst>
                                  <p:childTnLst>
                                    <p:set>
                                      <p:cBhvr>
                                        <p:cTn id="86" dur="1" fill="hold">
                                          <p:stCondLst>
                                            <p:cond delay="0"/>
                                          </p:stCondLst>
                                        </p:cTn>
                                        <p:tgtEl>
                                          <p:spTgt spid="8964"/>
                                        </p:tgtEl>
                                        <p:attrNameLst>
                                          <p:attrName>style.visibility</p:attrName>
                                        </p:attrNameLst>
                                      </p:cBhvr>
                                      <p:to>
                                        <p:strVal val="visible"/>
                                      </p:to>
                                    </p:set>
                                    <p:animEffect transition="in" filter="fade">
                                      <p:cBhvr>
                                        <p:cTn id="87" dur="200"/>
                                        <p:tgtEl>
                                          <p:spTgt spid="8964"/>
                                        </p:tgtEl>
                                      </p:cBhvr>
                                    </p:animEffect>
                                  </p:childTnLst>
                                </p:cTn>
                              </p:par>
                              <p:par>
                                <p:cTn id="88" presetID="42" presetClass="path" presetSubtype="0" decel="100000" fill="hold" grpId="1" nodeType="withEffect">
                                  <p:stCondLst>
                                    <p:cond delay="600"/>
                                  </p:stCondLst>
                                  <p:childTnLst>
                                    <p:animMotion origin="layout" path="M -4.79167E-6 0.03889 L -4.79167E-6 -2.96296E-6 " pathEditMode="relative" rAng="0" ptsTypes="AA">
                                      <p:cBhvr>
                                        <p:cTn id="89" dur="500" fill="hold"/>
                                        <p:tgtEl>
                                          <p:spTgt spid="8964"/>
                                        </p:tgtEl>
                                        <p:attrNameLst>
                                          <p:attrName>ppt_x</p:attrName>
                                          <p:attrName>ppt_y</p:attrName>
                                        </p:attrNameLst>
                                      </p:cBhvr>
                                      <p:rCtr x="0" y="-1944"/>
                                    </p:animMotion>
                                  </p:childTnLst>
                                </p:cTn>
                              </p:par>
                              <p:par>
                                <p:cTn id="90" presetID="10" presetClass="entr" presetSubtype="0" fill="hold" grpId="0" nodeType="withEffect">
                                  <p:stCondLst>
                                    <p:cond delay="600"/>
                                  </p:stCondLst>
                                  <p:childTnLst>
                                    <p:set>
                                      <p:cBhvr>
                                        <p:cTn id="91" dur="1" fill="hold">
                                          <p:stCondLst>
                                            <p:cond delay="0"/>
                                          </p:stCondLst>
                                        </p:cTn>
                                        <p:tgtEl>
                                          <p:spTgt spid="8965"/>
                                        </p:tgtEl>
                                        <p:attrNameLst>
                                          <p:attrName>style.visibility</p:attrName>
                                        </p:attrNameLst>
                                      </p:cBhvr>
                                      <p:to>
                                        <p:strVal val="visible"/>
                                      </p:to>
                                    </p:set>
                                    <p:animEffect transition="in" filter="fade">
                                      <p:cBhvr>
                                        <p:cTn id="92" dur="200"/>
                                        <p:tgtEl>
                                          <p:spTgt spid="8965"/>
                                        </p:tgtEl>
                                      </p:cBhvr>
                                    </p:animEffect>
                                  </p:childTnLst>
                                </p:cTn>
                              </p:par>
                              <p:par>
                                <p:cTn id="93" presetID="42" presetClass="path" presetSubtype="0" decel="100000" fill="hold" grpId="1" nodeType="withEffect">
                                  <p:stCondLst>
                                    <p:cond delay="600"/>
                                  </p:stCondLst>
                                  <p:childTnLst>
                                    <p:animMotion origin="layout" path="M -4.79167E-6 0.03889 L -4.79167E-6 1.11111E-6 " pathEditMode="relative" rAng="0" ptsTypes="AA">
                                      <p:cBhvr>
                                        <p:cTn id="94" dur="500" fill="hold"/>
                                        <p:tgtEl>
                                          <p:spTgt spid="8965"/>
                                        </p:tgtEl>
                                        <p:attrNameLst>
                                          <p:attrName>ppt_x</p:attrName>
                                          <p:attrName>ppt_y</p:attrName>
                                        </p:attrNameLst>
                                      </p:cBhvr>
                                      <p:rCtr x="0" y="-1944"/>
                                    </p:animMotion>
                                  </p:childTnLst>
                                </p:cTn>
                              </p:par>
                              <p:par>
                                <p:cTn id="95" presetID="10" presetClass="entr" presetSubtype="0" fill="hold" nodeType="withEffect">
                                  <p:stCondLst>
                                    <p:cond delay="600"/>
                                  </p:stCondLst>
                                  <p:childTnLst>
                                    <p:set>
                                      <p:cBhvr>
                                        <p:cTn id="96" dur="1" fill="hold">
                                          <p:stCondLst>
                                            <p:cond delay="0"/>
                                          </p:stCondLst>
                                        </p:cTn>
                                        <p:tgtEl>
                                          <p:spTgt spid="8973"/>
                                        </p:tgtEl>
                                        <p:attrNameLst>
                                          <p:attrName>style.visibility</p:attrName>
                                        </p:attrNameLst>
                                      </p:cBhvr>
                                      <p:to>
                                        <p:strVal val="visible"/>
                                      </p:to>
                                    </p:set>
                                    <p:animEffect transition="in" filter="fade">
                                      <p:cBhvr>
                                        <p:cTn id="97" dur="200"/>
                                        <p:tgtEl>
                                          <p:spTgt spid="8973"/>
                                        </p:tgtEl>
                                      </p:cBhvr>
                                    </p:animEffect>
                                  </p:childTnLst>
                                </p:cTn>
                              </p:par>
                              <p:par>
                                <p:cTn id="98" presetID="42" presetClass="path" presetSubtype="0" decel="100000" fill="hold" nodeType="withEffect">
                                  <p:stCondLst>
                                    <p:cond delay="600"/>
                                  </p:stCondLst>
                                  <p:childTnLst>
                                    <p:animMotion origin="layout" path="M -4.79167E-6 0.03889 L -4.79167E-6 -4.07407E-6 " pathEditMode="relative" rAng="0" ptsTypes="AA">
                                      <p:cBhvr>
                                        <p:cTn id="99" dur="500" fill="hold"/>
                                        <p:tgtEl>
                                          <p:spTgt spid="8973"/>
                                        </p:tgtEl>
                                        <p:attrNameLst>
                                          <p:attrName>ppt_x</p:attrName>
                                          <p:attrName>ppt_y</p:attrName>
                                        </p:attrNameLst>
                                      </p:cBhvr>
                                      <p:rCtr x="0" y="-1944"/>
                                    </p:animMotion>
                                  </p:childTnLst>
                                </p:cTn>
                              </p:par>
                              <p:par>
                                <p:cTn id="100" presetID="10" presetClass="entr" presetSubtype="0" fill="hold" grpId="0" nodeType="withEffect">
                                  <p:stCondLst>
                                    <p:cond delay="10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500"/>
                                        <p:tgtEl>
                                          <p:spTgt spid="2"/>
                                        </p:tgtEl>
                                      </p:cBhvr>
                                    </p:animEffect>
                                  </p:childTnLst>
                                </p:cTn>
                              </p:par>
                              <p:par>
                                <p:cTn id="103" presetID="42" presetClass="path" presetSubtype="0" decel="100000" fill="hold" grpId="1" nodeType="withEffect">
                                  <p:stCondLst>
                                    <p:cond delay="100"/>
                                  </p:stCondLst>
                                  <p:childTnLst>
                                    <p:animMotion origin="layout" path="M 4.58333E-6 3.33333E-6 L 4.58333E-6 0.03541 " pathEditMode="relative" rAng="0" ptsTypes="AA">
                                      <p:cBhvr>
                                        <p:cTn id="104" dur="700" spd="-100000" fill="hold"/>
                                        <p:tgtEl>
                                          <p:spTgt spid="2"/>
                                        </p:tgtEl>
                                        <p:attrNameLst>
                                          <p:attrName>ppt_x</p:attrName>
                                          <p:attrName>ppt_y</p:attrName>
                                        </p:attrNameLst>
                                      </p:cBhvr>
                                      <p:rCtr x="0" y="1759"/>
                                    </p:animMotion>
                                  </p:childTnLst>
                                </p:cTn>
                              </p:par>
                              <p:par>
                                <p:cTn id="105" presetID="10" presetClass="entr" presetSubtype="0" fill="hold" grpId="0" nodeType="withEffect">
                                  <p:stCondLst>
                                    <p:cond delay="200"/>
                                  </p:stCondLst>
                                  <p:childTnLst>
                                    <p:set>
                                      <p:cBhvr>
                                        <p:cTn id="106" dur="1" fill="hold">
                                          <p:stCondLst>
                                            <p:cond delay="0"/>
                                          </p:stCondLst>
                                        </p:cTn>
                                        <p:tgtEl>
                                          <p:spTgt spid="4"/>
                                        </p:tgtEl>
                                        <p:attrNameLst>
                                          <p:attrName>style.visibility</p:attrName>
                                        </p:attrNameLst>
                                      </p:cBhvr>
                                      <p:to>
                                        <p:strVal val="visible"/>
                                      </p:to>
                                    </p:set>
                                    <p:animEffect transition="in" filter="fade">
                                      <p:cBhvr>
                                        <p:cTn id="107" dur="500"/>
                                        <p:tgtEl>
                                          <p:spTgt spid="4"/>
                                        </p:tgtEl>
                                      </p:cBhvr>
                                    </p:animEffect>
                                  </p:childTnLst>
                                </p:cTn>
                              </p:par>
                              <p:par>
                                <p:cTn id="108" presetID="42" presetClass="path" presetSubtype="0" decel="100000" fill="hold" grpId="1" nodeType="withEffect">
                                  <p:stCondLst>
                                    <p:cond delay="200"/>
                                  </p:stCondLst>
                                  <p:childTnLst>
                                    <p:animMotion origin="layout" path="M -2.08333E-7 3.33333E-6 L -2.08333E-7 0.03541 " pathEditMode="relative" rAng="0" ptsTypes="AA">
                                      <p:cBhvr>
                                        <p:cTn id="109" dur="700" spd="-100000" fill="hold"/>
                                        <p:tgtEl>
                                          <p:spTgt spid="4"/>
                                        </p:tgtEl>
                                        <p:attrNameLst>
                                          <p:attrName>ppt_x</p:attrName>
                                          <p:attrName>ppt_y</p:attrName>
                                        </p:attrNameLst>
                                      </p:cBhvr>
                                      <p:rCtr x="0" y="1759"/>
                                    </p:animMotion>
                                  </p:childTnLst>
                                </p:cTn>
                              </p:par>
                              <p:par>
                                <p:cTn id="110" presetID="10" presetClass="entr" presetSubtype="0" fill="hold" grpId="0" nodeType="withEffect">
                                  <p:stCondLst>
                                    <p:cond delay="30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par>
                                <p:cTn id="113" presetID="42" presetClass="path" presetSubtype="0" decel="100000" fill="hold" grpId="1" nodeType="withEffect">
                                  <p:stCondLst>
                                    <p:cond delay="300"/>
                                  </p:stCondLst>
                                  <p:childTnLst>
                                    <p:animMotion origin="layout" path="M -4.79167E-6 3.33333E-6 L -4.79167E-6 0.03541 " pathEditMode="relative" rAng="0" ptsTypes="AA">
                                      <p:cBhvr>
                                        <p:cTn id="114" dur="700" spd="-100000" fill="hold"/>
                                        <p:tgtEl>
                                          <p:spTgt spid="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P spid="3" grpId="0"/>
      <p:bldP spid="3" grpId="1"/>
      <p:bldP spid="9001" grpId="0"/>
      <p:bldP spid="9001" grpId="1"/>
      <p:bldP spid="60" grpId="0"/>
      <p:bldP spid="60" grpId="1"/>
      <p:bldP spid="61" grpId="0"/>
      <p:bldP spid="61" grpId="1"/>
      <p:bldP spid="62" grpId="0"/>
      <p:bldP spid="62" grpId="1"/>
      <p:bldP spid="8960" grpId="0"/>
      <p:bldP spid="8960" grpId="1"/>
      <p:bldP spid="8961" grpId="0"/>
      <p:bldP spid="8961" grpId="1"/>
      <p:bldP spid="8962" grpId="0"/>
      <p:bldP spid="8962" grpId="1"/>
      <p:bldP spid="8963" grpId="0"/>
      <p:bldP spid="8963" grpId="1"/>
      <p:bldP spid="8964" grpId="0"/>
      <p:bldP spid="8964" grpId="1"/>
      <p:bldP spid="8965" grpId="0"/>
      <p:bldP spid="896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628DF-2C34-6361-9BD0-213B9D982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FE0BA-A33D-A629-630D-C3E9BEBFFBF1}"/>
              </a:ext>
            </a:extLst>
          </p:cNvPr>
          <p:cNvSpPr>
            <a:spLocks noGrp="1"/>
          </p:cNvSpPr>
          <p:nvPr>
            <p:ph type="title"/>
          </p:nvPr>
        </p:nvSpPr>
        <p:spPr>
          <a:xfrm>
            <a:off x="2715598" y="457200"/>
            <a:ext cx="6760804" cy="1107996"/>
          </a:xfrm>
        </p:spPr>
        <p:txBody>
          <a:bodyPr>
            <a:spAutoFit/>
          </a:bodyPr>
          <a:lstStyle/>
          <a:p>
            <a:pPr algn="ctr"/>
            <a:r>
              <a:rPr lang="en-US" b="1" spc="-20">
                <a:solidFill>
                  <a:srgbClr val="08202C"/>
                </a:solidFill>
                <a:latin typeface="Segoe UI Semibold" panose="020B0702040204020203" pitchFamily="34" charset="0"/>
                <a:cs typeface="Segoe UI Semibold" panose="020B0702040204020203" pitchFamily="34" charset="0"/>
              </a:rPr>
              <a:t>Copilot Studio is your enterprise-grade agent platform</a:t>
            </a:r>
            <a:endParaRPr lang="en-UA"/>
          </a:p>
        </p:txBody>
      </p:sp>
      <p:sp>
        <p:nvSpPr>
          <p:cNvPr id="36" name="Rectangle: Rounded Corners 10">
            <a:extLst>
              <a:ext uri="{FF2B5EF4-FFF2-40B4-BE49-F238E27FC236}">
                <a16:creationId xmlns:a16="http://schemas.microsoft.com/office/drawing/2014/main" id="{76ADA846-1069-8F8C-3964-1712CF78FF5D}"/>
              </a:ext>
              <a:ext uri="{C183D7F6-B498-43B3-948B-1728B52AA6E4}">
                <adec:decorative xmlns:adec="http://schemas.microsoft.com/office/drawing/2017/decorative" val="1"/>
              </a:ext>
            </a:extLst>
          </p:cNvPr>
          <p:cNvSpPr>
            <a:spLocks/>
          </p:cNvSpPr>
          <p:nvPr/>
        </p:nvSpPr>
        <p:spPr bwMode="auto">
          <a:xfrm>
            <a:off x="585217" y="1723317"/>
            <a:ext cx="11018520" cy="4282031"/>
          </a:xfrm>
          <a:prstGeom prst="roundRect">
            <a:avLst>
              <a:gd name="adj" fmla="val 8365"/>
            </a:avLst>
          </a:prstGeom>
          <a:solidFill>
            <a:schemeClr val="tx1">
              <a:alpha val="5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a:ln w="3175">
                <a:noFill/>
              </a:ln>
              <a:gradFill>
                <a:gsLst>
                  <a:gs pos="9174">
                    <a:srgbClr val="000000"/>
                  </a:gs>
                  <a:gs pos="42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grpSp>
        <p:nvGrpSpPr>
          <p:cNvPr id="55" name="Group 54">
            <a:extLst>
              <a:ext uri="{FF2B5EF4-FFF2-40B4-BE49-F238E27FC236}">
                <a16:creationId xmlns:a16="http://schemas.microsoft.com/office/drawing/2014/main" id="{1D2589F8-114D-9965-5473-AD789B83E745}"/>
              </a:ext>
              <a:ext uri="{C183D7F6-B498-43B3-948B-1728B52AA6E4}">
                <adec:decorative xmlns:adec="http://schemas.microsoft.com/office/drawing/2017/decorative" val="1"/>
              </a:ext>
            </a:extLst>
          </p:cNvPr>
          <p:cNvGrpSpPr/>
          <p:nvPr/>
        </p:nvGrpSpPr>
        <p:grpSpPr>
          <a:xfrm>
            <a:off x="753063" y="1885974"/>
            <a:ext cx="468530" cy="468530"/>
            <a:chOff x="753063" y="1885974"/>
            <a:chExt cx="468530" cy="468530"/>
          </a:xfrm>
        </p:grpSpPr>
        <p:sp>
          <p:nvSpPr>
            <p:cNvPr id="3" name="Oval 2">
              <a:extLst>
                <a:ext uri="{FF2B5EF4-FFF2-40B4-BE49-F238E27FC236}">
                  <a16:creationId xmlns:a16="http://schemas.microsoft.com/office/drawing/2014/main" id="{C35209F4-C831-55DF-30F5-A54538955BE4}"/>
                </a:ext>
                <a:ext uri="{C183D7F6-B498-43B3-948B-1728B52AA6E4}">
                  <adec:decorative xmlns:adec="http://schemas.microsoft.com/office/drawing/2017/decorative" val="1"/>
                </a:ext>
              </a:extLst>
            </p:cNvPr>
            <p:cNvSpPr/>
            <p:nvPr/>
          </p:nvSpPr>
          <p:spPr bwMode="auto">
            <a:xfrm>
              <a:off x="753063" y="1885974"/>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17" name="!!Time to Market Icon">
              <a:extLst>
                <a:ext uri="{FF2B5EF4-FFF2-40B4-BE49-F238E27FC236}">
                  <a16:creationId xmlns:a16="http://schemas.microsoft.com/office/drawing/2014/main" id="{C2CF6735-59E5-D536-C242-1EC37CEDA0B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46022" y="1978933"/>
              <a:ext cx="282613" cy="282613"/>
            </a:xfrm>
            <a:prstGeom prst="rect">
              <a:avLst/>
            </a:prstGeom>
          </p:spPr>
        </p:pic>
      </p:grpSp>
      <p:grpSp>
        <p:nvGrpSpPr>
          <p:cNvPr id="54" name="Group 53">
            <a:extLst>
              <a:ext uri="{FF2B5EF4-FFF2-40B4-BE49-F238E27FC236}">
                <a16:creationId xmlns:a16="http://schemas.microsoft.com/office/drawing/2014/main" id="{850181D9-8B95-C400-9B2E-BEEDF5192909}"/>
              </a:ext>
              <a:ext uri="{C183D7F6-B498-43B3-948B-1728B52AA6E4}">
                <adec:decorative xmlns:adec="http://schemas.microsoft.com/office/drawing/2017/decorative" val="1"/>
              </a:ext>
            </a:extLst>
          </p:cNvPr>
          <p:cNvGrpSpPr/>
          <p:nvPr/>
        </p:nvGrpSpPr>
        <p:grpSpPr>
          <a:xfrm>
            <a:off x="753063" y="2581632"/>
            <a:ext cx="468530" cy="468530"/>
            <a:chOff x="753063" y="2581632"/>
            <a:chExt cx="468530" cy="468530"/>
          </a:xfrm>
        </p:grpSpPr>
        <p:sp>
          <p:nvSpPr>
            <p:cNvPr id="6" name="Oval 5">
              <a:extLst>
                <a:ext uri="{FF2B5EF4-FFF2-40B4-BE49-F238E27FC236}">
                  <a16:creationId xmlns:a16="http://schemas.microsoft.com/office/drawing/2014/main" id="{615CCE7F-686B-5728-887D-0D6993DFE8B5}"/>
                </a:ext>
                <a:ext uri="{C183D7F6-B498-43B3-948B-1728B52AA6E4}">
                  <adec:decorative xmlns:adec="http://schemas.microsoft.com/office/drawing/2017/decorative" val="1"/>
                </a:ext>
              </a:extLst>
            </p:cNvPr>
            <p:cNvSpPr/>
            <p:nvPr/>
          </p:nvSpPr>
          <p:spPr bwMode="auto">
            <a:xfrm>
              <a:off x="753063" y="2581632"/>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23" name="!!Integrating data and systems Icon">
              <a:extLst>
                <a:ext uri="{FF2B5EF4-FFF2-40B4-BE49-F238E27FC236}">
                  <a16:creationId xmlns:a16="http://schemas.microsoft.com/office/drawing/2014/main" id="{4B2E7D53-7426-90D8-06C6-2E65241804B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46022" y="2674591"/>
              <a:ext cx="282613" cy="282613"/>
            </a:xfrm>
            <a:prstGeom prst="rect">
              <a:avLst/>
            </a:prstGeom>
          </p:spPr>
        </p:pic>
      </p:grpSp>
      <p:grpSp>
        <p:nvGrpSpPr>
          <p:cNvPr id="53" name="Group 52">
            <a:extLst>
              <a:ext uri="{FF2B5EF4-FFF2-40B4-BE49-F238E27FC236}">
                <a16:creationId xmlns:a16="http://schemas.microsoft.com/office/drawing/2014/main" id="{C2FF79B4-D660-5530-D8E0-60489F031383}"/>
              </a:ext>
              <a:ext uri="{C183D7F6-B498-43B3-948B-1728B52AA6E4}">
                <adec:decorative xmlns:adec="http://schemas.microsoft.com/office/drawing/2017/decorative" val="1"/>
              </a:ext>
            </a:extLst>
          </p:cNvPr>
          <p:cNvGrpSpPr/>
          <p:nvPr/>
        </p:nvGrpSpPr>
        <p:grpSpPr>
          <a:xfrm>
            <a:off x="753063" y="3277290"/>
            <a:ext cx="468530" cy="468530"/>
            <a:chOff x="753063" y="3277290"/>
            <a:chExt cx="468530" cy="468530"/>
          </a:xfrm>
        </p:grpSpPr>
        <p:sp>
          <p:nvSpPr>
            <p:cNvPr id="7" name="Oval 6">
              <a:extLst>
                <a:ext uri="{FF2B5EF4-FFF2-40B4-BE49-F238E27FC236}">
                  <a16:creationId xmlns:a16="http://schemas.microsoft.com/office/drawing/2014/main" id="{7E23D088-5D99-4579-B975-B872E8E8E64E}"/>
                </a:ext>
                <a:ext uri="{C183D7F6-B498-43B3-948B-1728B52AA6E4}">
                  <adec:decorative xmlns:adec="http://schemas.microsoft.com/office/drawing/2017/decorative" val="1"/>
                </a:ext>
              </a:extLst>
            </p:cNvPr>
            <p:cNvSpPr/>
            <p:nvPr/>
          </p:nvSpPr>
          <p:spPr bwMode="auto">
            <a:xfrm>
              <a:off x="753063" y="3277290"/>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24" name="!!Tool Use Icon">
              <a:extLst>
                <a:ext uri="{FF2B5EF4-FFF2-40B4-BE49-F238E27FC236}">
                  <a16:creationId xmlns:a16="http://schemas.microsoft.com/office/drawing/2014/main" id="{58B22936-F3A1-5600-E858-EC0CA4115E8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46022" y="3370249"/>
              <a:ext cx="282613" cy="282613"/>
            </a:xfrm>
            <a:prstGeom prst="rect">
              <a:avLst/>
            </a:prstGeom>
          </p:spPr>
        </p:pic>
      </p:grpSp>
      <p:grpSp>
        <p:nvGrpSpPr>
          <p:cNvPr id="52" name="Group 51">
            <a:extLst>
              <a:ext uri="{FF2B5EF4-FFF2-40B4-BE49-F238E27FC236}">
                <a16:creationId xmlns:a16="http://schemas.microsoft.com/office/drawing/2014/main" id="{E968EFD0-C245-5B37-A0BA-023A4E216EC5}"/>
              </a:ext>
              <a:ext uri="{C183D7F6-B498-43B3-948B-1728B52AA6E4}">
                <adec:decorative xmlns:adec="http://schemas.microsoft.com/office/drawing/2017/decorative" val="1"/>
              </a:ext>
            </a:extLst>
          </p:cNvPr>
          <p:cNvGrpSpPr/>
          <p:nvPr/>
        </p:nvGrpSpPr>
        <p:grpSpPr>
          <a:xfrm>
            <a:off x="753063" y="3972948"/>
            <a:ext cx="468530" cy="468530"/>
            <a:chOff x="753063" y="3972948"/>
            <a:chExt cx="468530" cy="468530"/>
          </a:xfrm>
        </p:grpSpPr>
        <p:sp>
          <p:nvSpPr>
            <p:cNvPr id="16" name="Oval 15">
              <a:extLst>
                <a:ext uri="{FF2B5EF4-FFF2-40B4-BE49-F238E27FC236}">
                  <a16:creationId xmlns:a16="http://schemas.microsoft.com/office/drawing/2014/main" id="{E29E4B81-A521-6AD9-1FBE-DC1B3CD97498}"/>
                </a:ext>
                <a:ext uri="{C183D7F6-B498-43B3-948B-1728B52AA6E4}">
                  <adec:decorative xmlns:adec="http://schemas.microsoft.com/office/drawing/2017/decorative" val="1"/>
                </a:ext>
              </a:extLst>
            </p:cNvPr>
            <p:cNvSpPr/>
            <p:nvPr/>
          </p:nvSpPr>
          <p:spPr bwMode="auto">
            <a:xfrm>
              <a:off x="753063" y="3972948"/>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27" name="!!Improving Outcomes Icon">
              <a:extLst>
                <a:ext uri="{FF2B5EF4-FFF2-40B4-BE49-F238E27FC236}">
                  <a16:creationId xmlns:a16="http://schemas.microsoft.com/office/drawing/2014/main" id="{D66585E9-2A3C-CC09-F2B9-0F4F58C82D4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46022" y="4065907"/>
              <a:ext cx="282613" cy="282613"/>
            </a:xfrm>
            <a:prstGeom prst="rect">
              <a:avLst/>
            </a:prstGeom>
          </p:spPr>
        </p:pic>
      </p:grpSp>
      <p:grpSp>
        <p:nvGrpSpPr>
          <p:cNvPr id="51" name="Group 50">
            <a:extLst>
              <a:ext uri="{FF2B5EF4-FFF2-40B4-BE49-F238E27FC236}">
                <a16:creationId xmlns:a16="http://schemas.microsoft.com/office/drawing/2014/main" id="{83B8300F-168B-52AA-B199-C66D5F183061}"/>
              </a:ext>
              <a:ext uri="{C183D7F6-B498-43B3-948B-1728B52AA6E4}">
                <adec:decorative xmlns:adec="http://schemas.microsoft.com/office/drawing/2017/decorative" val="1"/>
              </a:ext>
            </a:extLst>
          </p:cNvPr>
          <p:cNvGrpSpPr/>
          <p:nvPr/>
        </p:nvGrpSpPr>
        <p:grpSpPr>
          <a:xfrm>
            <a:off x="753063" y="4668606"/>
            <a:ext cx="468530" cy="468530"/>
            <a:chOff x="753063" y="4668606"/>
            <a:chExt cx="468530" cy="468530"/>
          </a:xfrm>
        </p:grpSpPr>
        <p:sp>
          <p:nvSpPr>
            <p:cNvPr id="8" name="Oval 7">
              <a:extLst>
                <a:ext uri="{FF2B5EF4-FFF2-40B4-BE49-F238E27FC236}">
                  <a16:creationId xmlns:a16="http://schemas.microsoft.com/office/drawing/2014/main" id="{D601079C-952F-CA9B-24F5-229FA7B6B770}"/>
                </a:ext>
                <a:ext uri="{C183D7F6-B498-43B3-948B-1728B52AA6E4}">
                  <adec:decorative xmlns:adec="http://schemas.microsoft.com/office/drawing/2017/decorative" val="1"/>
                </a:ext>
              </a:extLst>
            </p:cNvPr>
            <p:cNvSpPr/>
            <p:nvPr/>
          </p:nvSpPr>
          <p:spPr bwMode="auto">
            <a:xfrm>
              <a:off x="753063" y="4668606"/>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25" name="!!Improving Outcomes Icon">
              <a:extLst>
                <a:ext uri="{FF2B5EF4-FFF2-40B4-BE49-F238E27FC236}">
                  <a16:creationId xmlns:a16="http://schemas.microsoft.com/office/drawing/2014/main" id="{85158020-6DF5-BCFA-C23D-AD15968B837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46022" y="4761565"/>
              <a:ext cx="282613" cy="282613"/>
            </a:xfrm>
            <a:prstGeom prst="rect">
              <a:avLst/>
            </a:prstGeom>
          </p:spPr>
        </p:pic>
      </p:grpSp>
      <p:grpSp>
        <p:nvGrpSpPr>
          <p:cNvPr id="50" name="Group 49">
            <a:extLst>
              <a:ext uri="{FF2B5EF4-FFF2-40B4-BE49-F238E27FC236}">
                <a16:creationId xmlns:a16="http://schemas.microsoft.com/office/drawing/2014/main" id="{94025422-38C1-66FA-EEE3-4069801DC766}"/>
              </a:ext>
              <a:ext uri="{C183D7F6-B498-43B3-948B-1728B52AA6E4}">
                <adec:decorative xmlns:adec="http://schemas.microsoft.com/office/drawing/2017/decorative" val="1"/>
              </a:ext>
            </a:extLst>
          </p:cNvPr>
          <p:cNvGrpSpPr/>
          <p:nvPr/>
        </p:nvGrpSpPr>
        <p:grpSpPr>
          <a:xfrm>
            <a:off x="753063" y="5364262"/>
            <a:ext cx="468530" cy="468530"/>
            <a:chOff x="753063" y="5364262"/>
            <a:chExt cx="468530" cy="468530"/>
          </a:xfrm>
        </p:grpSpPr>
        <p:sp>
          <p:nvSpPr>
            <p:cNvPr id="9" name="Oval 8">
              <a:extLst>
                <a:ext uri="{FF2B5EF4-FFF2-40B4-BE49-F238E27FC236}">
                  <a16:creationId xmlns:a16="http://schemas.microsoft.com/office/drawing/2014/main" id="{D2C0E509-112C-80B4-D0A7-D9BABB6213AD}"/>
                </a:ext>
                <a:ext uri="{C183D7F6-B498-43B3-948B-1728B52AA6E4}">
                  <adec:decorative xmlns:adec="http://schemas.microsoft.com/office/drawing/2017/decorative" val="1"/>
                </a:ext>
              </a:extLst>
            </p:cNvPr>
            <p:cNvSpPr/>
            <p:nvPr/>
          </p:nvSpPr>
          <p:spPr bwMode="auto">
            <a:xfrm>
              <a:off x="753063" y="5364262"/>
              <a:ext cx="468530" cy="468530"/>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pic>
          <p:nvPicPr>
            <p:cNvPr id="26" name="!!Securing and Governing Icon">
              <a:extLst>
                <a:ext uri="{FF2B5EF4-FFF2-40B4-BE49-F238E27FC236}">
                  <a16:creationId xmlns:a16="http://schemas.microsoft.com/office/drawing/2014/main" id="{4DD4857D-3944-AC7A-BFDE-E28880E651D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46022" y="5457221"/>
              <a:ext cx="282613" cy="282613"/>
            </a:xfrm>
            <a:prstGeom prst="rect">
              <a:avLst/>
            </a:prstGeom>
          </p:spPr>
        </p:pic>
      </p:grpSp>
      <p:sp>
        <p:nvSpPr>
          <p:cNvPr id="9101" name="Extracted - Real business value"/>
          <p:cNvSpPr txBox="1"/>
          <p:nvPr/>
        </p:nvSpPr>
        <p:spPr>
          <a:xfrm>
            <a:off x="1435346" y="2004823"/>
            <a:ext cx="1793912"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Real business value</a:t>
            </a:r>
          </a:p>
        </p:txBody>
      </p:sp>
      <p:cxnSp>
        <p:nvCxnSpPr>
          <p:cNvPr id="43" name="Straight Connector 42">
            <a:extLst>
              <a:ext uri="{FF2B5EF4-FFF2-40B4-BE49-F238E27FC236}">
                <a16:creationId xmlns:a16="http://schemas.microsoft.com/office/drawing/2014/main" id="{2EFE886B-7E7A-9D7C-74D7-CFAC29C5F61B}"/>
              </a:ext>
              <a:ext uri="{C183D7F6-B498-43B3-948B-1728B52AA6E4}">
                <adec:decorative xmlns:adec="http://schemas.microsoft.com/office/drawing/2017/decorative" val="1"/>
              </a:ext>
            </a:extLst>
          </p:cNvPr>
          <p:cNvCxnSpPr>
            <a:cxnSpLocks/>
          </p:cNvCxnSpPr>
          <p:nvPr/>
        </p:nvCxnSpPr>
        <p:spPr>
          <a:xfrm>
            <a:off x="1435346" y="2468068"/>
            <a:ext cx="2768865" cy="0"/>
          </a:xfrm>
          <a:prstGeom prst="line">
            <a:avLst/>
          </a:prstGeom>
          <a:ln>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02" name="Extracted - Open, integrated ecosystem"/>
          <p:cNvSpPr txBox="1"/>
          <p:nvPr/>
        </p:nvSpPr>
        <p:spPr>
          <a:xfrm>
            <a:off x="1435346" y="2700481"/>
            <a:ext cx="2495878"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Open, integrated ecosystem</a:t>
            </a:r>
          </a:p>
        </p:txBody>
      </p:sp>
      <p:cxnSp>
        <p:nvCxnSpPr>
          <p:cNvPr id="46" name="Straight Connector 45">
            <a:extLst>
              <a:ext uri="{FF2B5EF4-FFF2-40B4-BE49-F238E27FC236}">
                <a16:creationId xmlns:a16="http://schemas.microsoft.com/office/drawing/2014/main" id="{E2D52D8A-06D5-9A27-BF90-4D177AB806AB}"/>
              </a:ext>
              <a:ext uri="{C183D7F6-B498-43B3-948B-1728B52AA6E4}">
                <adec:decorative xmlns:adec="http://schemas.microsoft.com/office/drawing/2017/decorative" val="1"/>
              </a:ext>
            </a:extLst>
          </p:cNvPr>
          <p:cNvCxnSpPr>
            <a:cxnSpLocks/>
          </p:cNvCxnSpPr>
          <p:nvPr/>
        </p:nvCxnSpPr>
        <p:spPr>
          <a:xfrm>
            <a:off x="1435346" y="3163726"/>
            <a:ext cx="2768865" cy="0"/>
          </a:xfrm>
          <a:prstGeom prst="line">
            <a:avLst/>
          </a:prstGeom>
          <a:ln>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06" name="Extracted - GenAI + traditional automation"/>
          <p:cNvSpPr txBox="1"/>
          <p:nvPr/>
        </p:nvSpPr>
        <p:spPr>
          <a:xfrm>
            <a:off x="1435346" y="3396139"/>
            <a:ext cx="2768865"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GenAI + traditional automation</a:t>
            </a:r>
          </a:p>
        </p:txBody>
      </p:sp>
      <p:cxnSp>
        <p:nvCxnSpPr>
          <p:cNvPr id="47" name="Straight Connector 46">
            <a:extLst>
              <a:ext uri="{FF2B5EF4-FFF2-40B4-BE49-F238E27FC236}">
                <a16:creationId xmlns:a16="http://schemas.microsoft.com/office/drawing/2014/main" id="{387E1828-A921-785A-7EE6-332E81CB9252}"/>
              </a:ext>
              <a:ext uri="{C183D7F6-B498-43B3-948B-1728B52AA6E4}">
                <adec:decorative xmlns:adec="http://schemas.microsoft.com/office/drawing/2017/decorative" val="1"/>
              </a:ext>
            </a:extLst>
          </p:cNvPr>
          <p:cNvCxnSpPr>
            <a:cxnSpLocks/>
          </p:cNvCxnSpPr>
          <p:nvPr/>
        </p:nvCxnSpPr>
        <p:spPr>
          <a:xfrm>
            <a:off x="1435346" y="3859384"/>
            <a:ext cx="2768865" cy="0"/>
          </a:xfrm>
          <a:prstGeom prst="line">
            <a:avLst/>
          </a:prstGeom>
          <a:ln>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03" name="Extracted - GitHub Copilot harness"/>
          <p:cNvSpPr txBox="1"/>
          <p:nvPr/>
        </p:nvSpPr>
        <p:spPr>
          <a:xfrm>
            <a:off x="1435346" y="4091797"/>
            <a:ext cx="2144895"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GitHub Copilot harness</a:t>
            </a:r>
          </a:p>
        </p:txBody>
      </p:sp>
      <p:cxnSp>
        <p:nvCxnSpPr>
          <p:cNvPr id="48" name="Straight Connector 47">
            <a:extLst>
              <a:ext uri="{FF2B5EF4-FFF2-40B4-BE49-F238E27FC236}">
                <a16:creationId xmlns:a16="http://schemas.microsoft.com/office/drawing/2014/main" id="{53CAF327-7464-9AE8-D977-3F8105B9913F}"/>
              </a:ext>
              <a:ext uri="{C183D7F6-B498-43B3-948B-1728B52AA6E4}">
                <adec:decorative xmlns:adec="http://schemas.microsoft.com/office/drawing/2017/decorative" val="1"/>
              </a:ext>
            </a:extLst>
          </p:cNvPr>
          <p:cNvCxnSpPr>
            <a:cxnSpLocks/>
          </p:cNvCxnSpPr>
          <p:nvPr/>
        </p:nvCxnSpPr>
        <p:spPr>
          <a:xfrm>
            <a:off x="1435346" y="4555042"/>
            <a:ext cx="2768865" cy="0"/>
          </a:xfrm>
          <a:prstGeom prst="line">
            <a:avLst/>
          </a:prstGeom>
          <a:ln>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04" name="Extracted - Choice of channels"/>
          <p:cNvSpPr txBox="1"/>
          <p:nvPr/>
        </p:nvSpPr>
        <p:spPr>
          <a:xfrm>
            <a:off x="1435346" y="4787455"/>
            <a:ext cx="1813412"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Choice of channels</a:t>
            </a:r>
          </a:p>
        </p:txBody>
      </p:sp>
      <p:cxnSp>
        <p:nvCxnSpPr>
          <p:cNvPr id="49" name="Straight Connector 48">
            <a:extLst>
              <a:ext uri="{FF2B5EF4-FFF2-40B4-BE49-F238E27FC236}">
                <a16:creationId xmlns:a16="http://schemas.microsoft.com/office/drawing/2014/main" id="{83794091-C11F-C599-48DF-A7574937A5B9}"/>
              </a:ext>
              <a:ext uri="{C183D7F6-B498-43B3-948B-1728B52AA6E4}">
                <adec:decorative xmlns:adec="http://schemas.microsoft.com/office/drawing/2017/decorative" val="1"/>
              </a:ext>
            </a:extLst>
          </p:cNvPr>
          <p:cNvCxnSpPr>
            <a:cxnSpLocks/>
          </p:cNvCxnSpPr>
          <p:nvPr/>
        </p:nvCxnSpPr>
        <p:spPr>
          <a:xfrm>
            <a:off x="1435346" y="5250700"/>
            <a:ext cx="2768865" cy="0"/>
          </a:xfrm>
          <a:prstGeom prst="line">
            <a:avLst/>
          </a:prstGeom>
          <a:ln>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105" name="Extracted - Robust governance and security"/>
          <p:cNvSpPr txBox="1"/>
          <p:nvPr/>
        </p:nvSpPr>
        <p:spPr>
          <a:xfrm>
            <a:off x="1435346" y="5483111"/>
            <a:ext cx="2924857" cy="230832"/>
          </a:xfrm>
          <a:prstGeom prst="rect">
            <a:avLst/>
          </a:prstGeom>
          <a:noFill/>
        </p:spPr>
        <p:txBody>
          <a:bodyPr wrap="square" lIns="0" tIns="0" rIns="0" bIns="0" anchor="ctr">
            <a:spAutoFit/>
          </a:bodyPr>
          <a:lstStyle/>
          <a:p>
            <a:pPr marL="0" marR="0" lvl="0" indent="0" algn="l" defTabSz="2901014" rtl="0" eaLnBrk="1" fontAlgn="base" latinLnBrk="0" hangingPunct="1">
              <a:lnSpc>
                <a:spcPct val="100000"/>
              </a:lnSpc>
              <a:spcBef>
                <a:spcPts val="0"/>
              </a:spcBef>
              <a:spcAft>
                <a:spcPct val="0"/>
              </a:spcAft>
              <a:buClrTx/>
              <a:buSzTx/>
              <a:buFontTx/>
              <a:buNone/>
              <a:tabLst/>
              <a:defRPr/>
            </a:pPr>
            <a:r>
              <a:rPr kumimoji="0" lang="en-US" sz="1500" b="0" i="0" u="none" strike="noStrike" kern="1200" cap="none" spc="-30" normalizeH="0" baseline="0" noProof="0">
                <a:ln>
                  <a:noFill/>
                </a:ln>
                <a:solidFill>
                  <a:srgbClr val="000000"/>
                </a:solidFill>
                <a:effectLst/>
                <a:uLnTx/>
                <a:uFillTx/>
                <a:latin typeface="Segoe UI Semibold"/>
                <a:ea typeface="+mn-ea"/>
                <a:cs typeface="Segoe UI" panose="020B0502040204020203" pitchFamily="34" charset="0"/>
              </a:rPr>
              <a:t>Robust governance and security</a:t>
            </a:r>
          </a:p>
        </p:txBody>
      </p:sp>
      <p:pic>
        <p:nvPicPr>
          <p:cNvPr id="5" name="Picture 4" descr="Screenshot of Copilot Studio Interface">
            <a:extLst>
              <a:ext uri="{FF2B5EF4-FFF2-40B4-BE49-F238E27FC236}">
                <a16:creationId xmlns:a16="http://schemas.microsoft.com/office/drawing/2014/main" id="{2C874131-2026-1AB2-0516-FF4EA971A4AC}"/>
              </a:ext>
            </a:extLst>
          </p:cNvPr>
          <p:cNvPicPr>
            <a:picLocks noChangeAspect="1"/>
          </p:cNvPicPr>
          <p:nvPr/>
        </p:nvPicPr>
        <p:blipFill>
          <a:blip r:embed="rId9">
            <a:extLst>
              <a:ext uri="{28A0092B-C50C-407E-A947-70E740481C1C}">
                <a14:useLocalDpi xmlns:a14="http://schemas.microsoft.com/office/drawing/2010/main" val="0"/>
              </a:ext>
            </a:extLst>
          </a:blip>
          <a:srcRect l="2400" r="1019"/>
          <a:stretch/>
        </p:blipFill>
        <p:spPr>
          <a:xfrm>
            <a:off x="4364360" y="1755905"/>
            <a:ext cx="7296289" cy="4249443"/>
          </a:xfrm>
          <a:prstGeom prst="roundRect">
            <a:avLst>
              <a:gd name="adj" fmla="val 5351"/>
            </a:avLst>
          </a:prstGeom>
        </p:spPr>
      </p:pic>
    </p:spTree>
    <p:extLst>
      <p:ext uri="{BB962C8B-B14F-4D97-AF65-F5344CB8AC3E}">
        <p14:creationId xmlns:p14="http://schemas.microsoft.com/office/powerpoint/2010/main" val="118786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0"/>
                                  </p:stCondLst>
                                  <p:childTnLst>
                                    <p:animMotion origin="layout" path="M 0 0.03888 L 0 4.81481E-6 " pathEditMode="relative" rAng="0" ptsTypes="AA">
                                      <p:cBhvr>
                                        <p:cTn id="9" dur="500" fill="hold"/>
                                        <p:tgtEl>
                                          <p:spTgt spid="2"/>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
                                        <p:tgtEl>
                                          <p:spTgt spid="5"/>
                                        </p:tgtEl>
                                      </p:cBhvr>
                                    </p:animEffect>
                                  </p:childTnLst>
                                </p:cTn>
                              </p:par>
                              <p:par>
                                <p:cTn id="13" presetID="42" presetClass="path" presetSubtype="0" decel="100000" fill="hold" nodeType="withEffect">
                                  <p:stCondLst>
                                    <p:cond delay="100"/>
                                  </p:stCondLst>
                                  <p:childTnLst>
                                    <p:animMotion origin="layout" path="M 0 0.03888 L 0 4.81481E-6 " pathEditMode="relative" rAng="0" ptsTypes="AA">
                                      <p:cBhvr>
                                        <p:cTn id="14" dur="500" fill="hold"/>
                                        <p:tgtEl>
                                          <p:spTgt spid="5"/>
                                        </p:tgtEl>
                                        <p:attrNameLst>
                                          <p:attrName>ppt_x</p:attrName>
                                          <p:attrName>ppt_y</p:attrName>
                                        </p:attrNameLst>
                                      </p:cBhvr>
                                      <p:rCtr x="0" y="-1944"/>
                                    </p:animMotion>
                                  </p:childTnLst>
                                </p:cTn>
                              </p:par>
                              <p:par>
                                <p:cTn id="15" presetID="10" presetClass="entr" presetSubtype="0" fill="hold" nodeType="withEffect">
                                  <p:stCondLst>
                                    <p:cond delay="20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200"/>
                                        <p:tgtEl>
                                          <p:spTgt spid="55"/>
                                        </p:tgtEl>
                                      </p:cBhvr>
                                    </p:animEffect>
                                  </p:childTnLst>
                                </p:cTn>
                              </p:par>
                              <p:par>
                                <p:cTn id="18" presetID="42" presetClass="path" presetSubtype="0" decel="100000" fill="hold" nodeType="withEffect">
                                  <p:stCondLst>
                                    <p:cond delay="200"/>
                                  </p:stCondLst>
                                  <p:childTnLst>
                                    <p:animMotion origin="layout" path="M 0 0.03888 L 0 4.81481E-6 " pathEditMode="relative" rAng="0" ptsTypes="AA">
                                      <p:cBhvr>
                                        <p:cTn id="19" dur="500" fill="hold"/>
                                        <p:tgtEl>
                                          <p:spTgt spid="55"/>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9101"/>
                                        </p:tgtEl>
                                        <p:attrNameLst>
                                          <p:attrName>style.visibility</p:attrName>
                                        </p:attrNameLst>
                                      </p:cBhvr>
                                      <p:to>
                                        <p:strVal val="visible"/>
                                      </p:to>
                                    </p:set>
                                    <p:animEffect transition="in" filter="fade">
                                      <p:cBhvr>
                                        <p:cTn id="22" dur="200"/>
                                        <p:tgtEl>
                                          <p:spTgt spid="9101"/>
                                        </p:tgtEl>
                                      </p:cBhvr>
                                    </p:animEffect>
                                  </p:childTnLst>
                                </p:cTn>
                              </p:par>
                              <p:par>
                                <p:cTn id="23" presetID="42" presetClass="path" presetSubtype="0" decel="100000" fill="hold" grpId="1" nodeType="withEffect">
                                  <p:stCondLst>
                                    <p:cond delay="200"/>
                                  </p:stCondLst>
                                  <p:childTnLst>
                                    <p:animMotion origin="layout" path="M 0 0.03888 L 0 4.81481E-6 " pathEditMode="relative" rAng="0" ptsTypes="AA">
                                      <p:cBhvr>
                                        <p:cTn id="24" dur="500" fill="hold"/>
                                        <p:tgtEl>
                                          <p:spTgt spid="9101"/>
                                        </p:tgtEl>
                                        <p:attrNameLst>
                                          <p:attrName>ppt_x</p:attrName>
                                          <p:attrName>ppt_y</p:attrName>
                                        </p:attrNameLst>
                                      </p:cBhvr>
                                      <p:rCtr x="0" y="-1944"/>
                                    </p:animMotion>
                                  </p:childTnLst>
                                </p:cTn>
                              </p:par>
                              <p:par>
                                <p:cTn id="25" presetID="10" presetClass="entr" presetSubtype="0" fill="hold" nodeType="withEffect">
                                  <p:stCondLst>
                                    <p:cond delay="20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200"/>
                                        <p:tgtEl>
                                          <p:spTgt spid="43"/>
                                        </p:tgtEl>
                                      </p:cBhvr>
                                    </p:animEffect>
                                  </p:childTnLst>
                                </p:cTn>
                              </p:par>
                              <p:par>
                                <p:cTn id="28" presetID="42" presetClass="path" presetSubtype="0" decel="100000" fill="hold" nodeType="withEffect">
                                  <p:stCondLst>
                                    <p:cond delay="200"/>
                                  </p:stCondLst>
                                  <p:childTnLst>
                                    <p:animMotion origin="layout" path="M 0 0.03888 L 0 4.81481E-6 " pathEditMode="relative" rAng="0" ptsTypes="AA">
                                      <p:cBhvr>
                                        <p:cTn id="29" dur="500" fill="hold"/>
                                        <p:tgtEl>
                                          <p:spTgt spid="43"/>
                                        </p:tgtEl>
                                        <p:attrNameLst>
                                          <p:attrName>ppt_x</p:attrName>
                                          <p:attrName>ppt_y</p:attrName>
                                        </p:attrNameLst>
                                      </p:cBhvr>
                                      <p:rCtr x="0" y="-1944"/>
                                    </p:animMotion>
                                  </p:childTnLst>
                                </p:cTn>
                              </p:par>
                              <p:par>
                                <p:cTn id="30" presetID="10" presetClass="entr" presetSubtype="0" fill="hold" nodeType="withEffect">
                                  <p:stCondLst>
                                    <p:cond delay="30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200"/>
                                        <p:tgtEl>
                                          <p:spTgt spid="54"/>
                                        </p:tgtEl>
                                      </p:cBhvr>
                                    </p:animEffect>
                                  </p:childTnLst>
                                </p:cTn>
                              </p:par>
                              <p:par>
                                <p:cTn id="33" presetID="42" presetClass="path" presetSubtype="0" decel="100000" fill="hold" nodeType="withEffect">
                                  <p:stCondLst>
                                    <p:cond delay="300"/>
                                  </p:stCondLst>
                                  <p:childTnLst>
                                    <p:animMotion origin="layout" path="M 0 0.03888 L 0 4.81481E-6 " pathEditMode="relative" rAng="0" ptsTypes="AA">
                                      <p:cBhvr>
                                        <p:cTn id="34" dur="500" fill="hold"/>
                                        <p:tgtEl>
                                          <p:spTgt spid="54"/>
                                        </p:tgtEl>
                                        <p:attrNameLst>
                                          <p:attrName>ppt_x</p:attrName>
                                          <p:attrName>ppt_y</p:attrName>
                                        </p:attrNameLst>
                                      </p:cBhvr>
                                      <p:rCtr x="0" y="-1944"/>
                                    </p:animMotion>
                                  </p:childTnLst>
                                </p:cTn>
                              </p:par>
                              <p:par>
                                <p:cTn id="35" presetID="10" presetClass="entr" presetSubtype="0" fill="hold" grpId="0" nodeType="withEffect">
                                  <p:stCondLst>
                                    <p:cond delay="300"/>
                                  </p:stCondLst>
                                  <p:childTnLst>
                                    <p:set>
                                      <p:cBhvr>
                                        <p:cTn id="36" dur="1" fill="hold">
                                          <p:stCondLst>
                                            <p:cond delay="0"/>
                                          </p:stCondLst>
                                        </p:cTn>
                                        <p:tgtEl>
                                          <p:spTgt spid="9102"/>
                                        </p:tgtEl>
                                        <p:attrNameLst>
                                          <p:attrName>style.visibility</p:attrName>
                                        </p:attrNameLst>
                                      </p:cBhvr>
                                      <p:to>
                                        <p:strVal val="visible"/>
                                      </p:to>
                                    </p:set>
                                    <p:animEffect transition="in" filter="fade">
                                      <p:cBhvr>
                                        <p:cTn id="37" dur="200"/>
                                        <p:tgtEl>
                                          <p:spTgt spid="9102"/>
                                        </p:tgtEl>
                                      </p:cBhvr>
                                    </p:animEffect>
                                  </p:childTnLst>
                                </p:cTn>
                              </p:par>
                              <p:par>
                                <p:cTn id="38" presetID="42" presetClass="path" presetSubtype="0" decel="100000" fill="hold" grpId="1" nodeType="withEffect">
                                  <p:stCondLst>
                                    <p:cond delay="300"/>
                                  </p:stCondLst>
                                  <p:childTnLst>
                                    <p:animMotion origin="layout" path="M 0 0.03888 L 0 4.81481E-6 " pathEditMode="relative" rAng="0" ptsTypes="AA">
                                      <p:cBhvr>
                                        <p:cTn id="39" dur="500" fill="hold"/>
                                        <p:tgtEl>
                                          <p:spTgt spid="9102"/>
                                        </p:tgtEl>
                                        <p:attrNameLst>
                                          <p:attrName>ppt_x</p:attrName>
                                          <p:attrName>ppt_y</p:attrName>
                                        </p:attrNameLst>
                                      </p:cBhvr>
                                      <p:rCtr x="0" y="-1944"/>
                                    </p:animMotion>
                                  </p:childTnLst>
                                </p:cTn>
                              </p:par>
                              <p:par>
                                <p:cTn id="40" presetID="10" presetClass="entr" presetSubtype="0" fill="hold" nodeType="withEffect">
                                  <p:stCondLst>
                                    <p:cond delay="30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200"/>
                                        <p:tgtEl>
                                          <p:spTgt spid="46"/>
                                        </p:tgtEl>
                                      </p:cBhvr>
                                    </p:animEffect>
                                  </p:childTnLst>
                                </p:cTn>
                              </p:par>
                              <p:par>
                                <p:cTn id="43" presetID="42" presetClass="path" presetSubtype="0" decel="100000" fill="hold" nodeType="withEffect">
                                  <p:stCondLst>
                                    <p:cond delay="300"/>
                                  </p:stCondLst>
                                  <p:childTnLst>
                                    <p:animMotion origin="layout" path="M 0 0.03888 L 0 4.81481E-6 " pathEditMode="relative" rAng="0" ptsTypes="AA">
                                      <p:cBhvr>
                                        <p:cTn id="44" dur="500" fill="hold"/>
                                        <p:tgtEl>
                                          <p:spTgt spid="46"/>
                                        </p:tgtEl>
                                        <p:attrNameLst>
                                          <p:attrName>ppt_x</p:attrName>
                                          <p:attrName>ppt_y</p:attrName>
                                        </p:attrNameLst>
                                      </p:cBhvr>
                                      <p:rCtr x="0" y="-1944"/>
                                    </p:animMotion>
                                  </p:childTnLst>
                                </p:cTn>
                              </p:par>
                              <p:par>
                                <p:cTn id="45" presetID="10" presetClass="entr" presetSubtype="0" fill="hold" nodeType="withEffect">
                                  <p:stCondLst>
                                    <p:cond delay="40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200"/>
                                        <p:tgtEl>
                                          <p:spTgt spid="53"/>
                                        </p:tgtEl>
                                      </p:cBhvr>
                                    </p:animEffect>
                                  </p:childTnLst>
                                </p:cTn>
                              </p:par>
                              <p:par>
                                <p:cTn id="48" presetID="42" presetClass="path" presetSubtype="0" decel="100000" fill="hold" nodeType="withEffect">
                                  <p:stCondLst>
                                    <p:cond delay="400"/>
                                  </p:stCondLst>
                                  <p:childTnLst>
                                    <p:animMotion origin="layout" path="M 0 0.03888 L 0 4.81481E-6 " pathEditMode="relative" rAng="0" ptsTypes="AA">
                                      <p:cBhvr>
                                        <p:cTn id="49" dur="500" fill="hold"/>
                                        <p:tgtEl>
                                          <p:spTgt spid="53"/>
                                        </p:tgtEl>
                                        <p:attrNameLst>
                                          <p:attrName>ppt_x</p:attrName>
                                          <p:attrName>ppt_y</p:attrName>
                                        </p:attrNameLst>
                                      </p:cBhvr>
                                      <p:rCtr x="0" y="-1944"/>
                                    </p:animMotion>
                                  </p:childTnLst>
                                </p:cTn>
                              </p:par>
                              <p:par>
                                <p:cTn id="50" presetID="10" presetClass="entr" presetSubtype="0" fill="hold" grpId="0" nodeType="withEffect">
                                  <p:stCondLst>
                                    <p:cond delay="400"/>
                                  </p:stCondLst>
                                  <p:childTnLst>
                                    <p:set>
                                      <p:cBhvr>
                                        <p:cTn id="51" dur="1" fill="hold">
                                          <p:stCondLst>
                                            <p:cond delay="0"/>
                                          </p:stCondLst>
                                        </p:cTn>
                                        <p:tgtEl>
                                          <p:spTgt spid="9106"/>
                                        </p:tgtEl>
                                        <p:attrNameLst>
                                          <p:attrName>style.visibility</p:attrName>
                                        </p:attrNameLst>
                                      </p:cBhvr>
                                      <p:to>
                                        <p:strVal val="visible"/>
                                      </p:to>
                                    </p:set>
                                    <p:animEffect transition="in" filter="fade">
                                      <p:cBhvr>
                                        <p:cTn id="52" dur="200"/>
                                        <p:tgtEl>
                                          <p:spTgt spid="9106"/>
                                        </p:tgtEl>
                                      </p:cBhvr>
                                    </p:animEffect>
                                  </p:childTnLst>
                                </p:cTn>
                              </p:par>
                              <p:par>
                                <p:cTn id="53" presetID="42" presetClass="path" presetSubtype="0" decel="100000" fill="hold" grpId="1" nodeType="withEffect">
                                  <p:stCondLst>
                                    <p:cond delay="400"/>
                                  </p:stCondLst>
                                  <p:childTnLst>
                                    <p:animMotion origin="layout" path="M 0 0.03888 L 0 4.81481E-6 " pathEditMode="relative" rAng="0" ptsTypes="AA">
                                      <p:cBhvr>
                                        <p:cTn id="54" dur="500" fill="hold"/>
                                        <p:tgtEl>
                                          <p:spTgt spid="9106"/>
                                        </p:tgtEl>
                                        <p:attrNameLst>
                                          <p:attrName>ppt_x</p:attrName>
                                          <p:attrName>ppt_y</p:attrName>
                                        </p:attrNameLst>
                                      </p:cBhvr>
                                      <p:rCtr x="0" y="-1944"/>
                                    </p:animMotion>
                                  </p:childTnLst>
                                </p:cTn>
                              </p:par>
                              <p:par>
                                <p:cTn id="55" presetID="10" presetClass="entr" presetSubtype="0" fill="hold" nodeType="withEffect">
                                  <p:stCondLst>
                                    <p:cond delay="40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200"/>
                                        <p:tgtEl>
                                          <p:spTgt spid="47"/>
                                        </p:tgtEl>
                                      </p:cBhvr>
                                    </p:animEffect>
                                  </p:childTnLst>
                                </p:cTn>
                              </p:par>
                              <p:par>
                                <p:cTn id="58" presetID="42" presetClass="path" presetSubtype="0" decel="100000" fill="hold" nodeType="withEffect">
                                  <p:stCondLst>
                                    <p:cond delay="400"/>
                                  </p:stCondLst>
                                  <p:childTnLst>
                                    <p:animMotion origin="layout" path="M 0 0.03888 L 0 4.81481E-6 " pathEditMode="relative" rAng="0" ptsTypes="AA">
                                      <p:cBhvr>
                                        <p:cTn id="59" dur="500" fill="hold"/>
                                        <p:tgtEl>
                                          <p:spTgt spid="47"/>
                                        </p:tgtEl>
                                        <p:attrNameLst>
                                          <p:attrName>ppt_x</p:attrName>
                                          <p:attrName>ppt_y</p:attrName>
                                        </p:attrNameLst>
                                      </p:cBhvr>
                                      <p:rCtr x="0" y="-1944"/>
                                    </p:animMotion>
                                  </p:childTnLst>
                                </p:cTn>
                              </p:par>
                              <p:par>
                                <p:cTn id="60" presetID="10" presetClass="entr" presetSubtype="0" fill="hold" nodeType="withEffect">
                                  <p:stCondLst>
                                    <p:cond delay="500"/>
                                  </p:stCondLst>
                                  <p:childTnLst>
                                    <p:set>
                                      <p:cBhvr>
                                        <p:cTn id="61" dur="1" fill="hold">
                                          <p:stCondLst>
                                            <p:cond delay="0"/>
                                          </p:stCondLst>
                                        </p:cTn>
                                        <p:tgtEl>
                                          <p:spTgt spid="52"/>
                                        </p:tgtEl>
                                        <p:attrNameLst>
                                          <p:attrName>style.visibility</p:attrName>
                                        </p:attrNameLst>
                                      </p:cBhvr>
                                      <p:to>
                                        <p:strVal val="visible"/>
                                      </p:to>
                                    </p:set>
                                    <p:animEffect transition="in" filter="fade">
                                      <p:cBhvr>
                                        <p:cTn id="62" dur="200"/>
                                        <p:tgtEl>
                                          <p:spTgt spid="52"/>
                                        </p:tgtEl>
                                      </p:cBhvr>
                                    </p:animEffect>
                                  </p:childTnLst>
                                </p:cTn>
                              </p:par>
                              <p:par>
                                <p:cTn id="63" presetID="42" presetClass="path" presetSubtype="0" decel="100000" fill="hold" nodeType="withEffect">
                                  <p:stCondLst>
                                    <p:cond delay="500"/>
                                  </p:stCondLst>
                                  <p:childTnLst>
                                    <p:animMotion origin="layout" path="M 0 0.03888 L 0 4.81481E-6 " pathEditMode="relative" rAng="0" ptsTypes="AA">
                                      <p:cBhvr>
                                        <p:cTn id="64" dur="500" fill="hold"/>
                                        <p:tgtEl>
                                          <p:spTgt spid="52"/>
                                        </p:tgtEl>
                                        <p:attrNameLst>
                                          <p:attrName>ppt_x</p:attrName>
                                          <p:attrName>ppt_y</p:attrName>
                                        </p:attrNameLst>
                                      </p:cBhvr>
                                      <p:rCtr x="0" y="-1944"/>
                                    </p:animMotion>
                                  </p:childTnLst>
                                </p:cTn>
                              </p:par>
                              <p:par>
                                <p:cTn id="65" presetID="10" presetClass="entr" presetSubtype="0" fill="hold" grpId="0" nodeType="withEffect">
                                  <p:stCondLst>
                                    <p:cond delay="500"/>
                                  </p:stCondLst>
                                  <p:childTnLst>
                                    <p:set>
                                      <p:cBhvr>
                                        <p:cTn id="66" dur="1" fill="hold">
                                          <p:stCondLst>
                                            <p:cond delay="0"/>
                                          </p:stCondLst>
                                        </p:cTn>
                                        <p:tgtEl>
                                          <p:spTgt spid="9103"/>
                                        </p:tgtEl>
                                        <p:attrNameLst>
                                          <p:attrName>style.visibility</p:attrName>
                                        </p:attrNameLst>
                                      </p:cBhvr>
                                      <p:to>
                                        <p:strVal val="visible"/>
                                      </p:to>
                                    </p:set>
                                    <p:animEffect transition="in" filter="fade">
                                      <p:cBhvr>
                                        <p:cTn id="67" dur="200"/>
                                        <p:tgtEl>
                                          <p:spTgt spid="9103"/>
                                        </p:tgtEl>
                                      </p:cBhvr>
                                    </p:animEffect>
                                  </p:childTnLst>
                                </p:cTn>
                              </p:par>
                              <p:par>
                                <p:cTn id="68" presetID="42" presetClass="path" presetSubtype="0" decel="100000" fill="hold" grpId="1" nodeType="withEffect">
                                  <p:stCondLst>
                                    <p:cond delay="500"/>
                                  </p:stCondLst>
                                  <p:childTnLst>
                                    <p:animMotion origin="layout" path="M 0 0.03888 L 0 4.81481E-6 " pathEditMode="relative" rAng="0" ptsTypes="AA">
                                      <p:cBhvr>
                                        <p:cTn id="69" dur="500" fill="hold"/>
                                        <p:tgtEl>
                                          <p:spTgt spid="9103"/>
                                        </p:tgtEl>
                                        <p:attrNameLst>
                                          <p:attrName>ppt_x</p:attrName>
                                          <p:attrName>ppt_y</p:attrName>
                                        </p:attrNameLst>
                                      </p:cBhvr>
                                      <p:rCtr x="0" y="-1944"/>
                                    </p:animMotion>
                                  </p:childTnLst>
                                </p:cTn>
                              </p:par>
                              <p:par>
                                <p:cTn id="70" presetID="10" presetClass="entr" presetSubtype="0" fill="hold" grpId="0" nodeType="withEffect">
                                  <p:stCondLst>
                                    <p:cond delay="10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200"/>
                                        <p:tgtEl>
                                          <p:spTgt spid="36"/>
                                        </p:tgtEl>
                                      </p:cBhvr>
                                    </p:animEffect>
                                  </p:childTnLst>
                                </p:cTn>
                              </p:par>
                              <p:par>
                                <p:cTn id="73" presetID="42" presetClass="path" presetSubtype="0" decel="100000" fill="hold" grpId="1" nodeType="withEffect">
                                  <p:stCondLst>
                                    <p:cond delay="100"/>
                                  </p:stCondLst>
                                  <p:childTnLst>
                                    <p:animMotion origin="layout" path="M 0 0.03888 L 0 4.81481E-6 " pathEditMode="relative" rAng="0" ptsTypes="AA">
                                      <p:cBhvr>
                                        <p:cTn id="74" dur="500" fill="hold"/>
                                        <p:tgtEl>
                                          <p:spTgt spid="36"/>
                                        </p:tgtEl>
                                        <p:attrNameLst>
                                          <p:attrName>ppt_x</p:attrName>
                                          <p:attrName>ppt_y</p:attrName>
                                        </p:attrNameLst>
                                      </p:cBhvr>
                                      <p:rCtr x="0" y="-1944"/>
                                    </p:animMotion>
                                  </p:childTnLst>
                                </p:cTn>
                              </p:par>
                              <p:par>
                                <p:cTn id="75" presetID="10" presetClass="entr" presetSubtype="0" fill="hold" nodeType="withEffect">
                                  <p:stCondLst>
                                    <p:cond delay="50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200"/>
                                        <p:tgtEl>
                                          <p:spTgt spid="48"/>
                                        </p:tgtEl>
                                      </p:cBhvr>
                                    </p:animEffect>
                                  </p:childTnLst>
                                </p:cTn>
                              </p:par>
                              <p:par>
                                <p:cTn id="78" presetID="42" presetClass="path" presetSubtype="0" decel="100000" fill="hold" nodeType="withEffect">
                                  <p:stCondLst>
                                    <p:cond delay="500"/>
                                  </p:stCondLst>
                                  <p:childTnLst>
                                    <p:animMotion origin="layout" path="M 0 0.03888 L 0 4.81481E-6 " pathEditMode="relative" rAng="0" ptsTypes="AA">
                                      <p:cBhvr>
                                        <p:cTn id="79" dur="500" fill="hold"/>
                                        <p:tgtEl>
                                          <p:spTgt spid="48"/>
                                        </p:tgtEl>
                                        <p:attrNameLst>
                                          <p:attrName>ppt_x</p:attrName>
                                          <p:attrName>ppt_y</p:attrName>
                                        </p:attrNameLst>
                                      </p:cBhvr>
                                      <p:rCtr x="0" y="-1944"/>
                                    </p:animMotion>
                                  </p:childTnLst>
                                </p:cTn>
                              </p:par>
                              <p:par>
                                <p:cTn id="80" presetID="10" presetClass="entr" presetSubtype="0" fill="hold" nodeType="withEffect">
                                  <p:stCondLst>
                                    <p:cond delay="60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200"/>
                                        <p:tgtEl>
                                          <p:spTgt spid="51"/>
                                        </p:tgtEl>
                                      </p:cBhvr>
                                    </p:animEffect>
                                  </p:childTnLst>
                                </p:cTn>
                              </p:par>
                              <p:par>
                                <p:cTn id="83" presetID="42" presetClass="path" presetSubtype="0" decel="100000" fill="hold" nodeType="withEffect">
                                  <p:stCondLst>
                                    <p:cond delay="600"/>
                                  </p:stCondLst>
                                  <p:childTnLst>
                                    <p:animMotion origin="layout" path="M 0 0.03888 L 0 4.81481E-6 " pathEditMode="relative" rAng="0" ptsTypes="AA">
                                      <p:cBhvr>
                                        <p:cTn id="84" dur="500" fill="hold"/>
                                        <p:tgtEl>
                                          <p:spTgt spid="51"/>
                                        </p:tgtEl>
                                        <p:attrNameLst>
                                          <p:attrName>ppt_x</p:attrName>
                                          <p:attrName>ppt_y</p:attrName>
                                        </p:attrNameLst>
                                      </p:cBhvr>
                                      <p:rCtr x="0" y="-1944"/>
                                    </p:animMotion>
                                  </p:childTnLst>
                                </p:cTn>
                              </p:par>
                              <p:par>
                                <p:cTn id="85" presetID="10" presetClass="entr" presetSubtype="0" fill="hold" grpId="0" nodeType="withEffect">
                                  <p:stCondLst>
                                    <p:cond delay="600"/>
                                  </p:stCondLst>
                                  <p:childTnLst>
                                    <p:set>
                                      <p:cBhvr>
                                        <p:cTn id="86" dur="1" fill="hold">
                                          <p:stCondLst>
                                            <p:cond delay="0"/>
                                          </p:stCondLst>
                                        </p:cTn>
                                        <p:tgtEl>
                                          <p:spTgt spid="9104"/>
                                        </p:tgtEl>
                                        <p:attrNameLst>
                                          <p:attrName>style.visibility</p:attrName>
                                        </p:attrNameLst>
                                      </p:cBhvr>
                                      <p:to>
                                        <p:strVal val="visible"/>
                                      </p:to>
                                    </p:set>
                                    <p:animEffect transition="in" filter="fade">
                                      <p:cBhvr>
                                        <p:cTn id="87" dur="200"/>
                                        <p:tgtEl>
                                          <p:spTgt spid="9104"/>
                                        </p:tgtEl>
                                      </p:cBhvr>
                                    </p:animEffect>
                                  </p:childTnLst>
                                </p:cTn>
                              </p:par>
                              <p:par>
                                <p:cTn id="88" presetID="42" presetClass="path" presetSubtype="0" decel="100000" fill="hold" grpId="1" nodeType="withEffect">
                                  <p:stCondLst>
                                    <p:cond delay="600"/>
                                  </p:stCondLst>
                                  <p:childTnLst>
                                    <p:animMotion origin="layout" path="M 0 0.03888 L 0 4.81481E-6 " pathEditMode="relative" rAng="0" ptsTypes="AA">
                                      <p:cBhvr>
                                        <p:cTn id="89" dur="500" fill="hold"/>
                                        <p:tgtEl>
                                          <p:spTgt spid="9104"/>
                                        </p:tgtEl>
                                        <p:attrNameLst>
                                          <p:attrName>ppt_x</p:attrName>
                                          <p:attrName>ppt_y</p:attrName>
                                        </p:attrNameLst>
                                      </p:cBhvr>
                                      <p:rCtr x="0" y="-1944"/>
                                    </p:animMotion>
                                  </p:childTnLst>
                                </p:cTn>
                              </p:par>
                              <p:par>
                                <p:cTn id="90" presetID="10" presetClass="entr" presetSubtype="0" fill="hold" nodeType="withEffect">
                                  <p:stCondLst>
                                    <p:cond delay="60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200"/>
                                        <p:tgtEl>
                                          <p:spTgt spid="49"/>
                                        </p:tgtEl>
                                      </p:cBhvr>
                                    </p:animEffect>
                                  </p:childTnLst>
                                </p:cTn>
                              </p:par>
                              <p:par>
                                <p:cTn id="93" presetID="42" presetClass="path" presetSubtype="0" decel="100000" fill="hold" nodeType="withEffect">
                                  <p:stCondLst>
                                    <p:cond delay="600"/>
                                  </p:stCondLst>
                                  <p:childTnLst>
                                    <p:animMotion origin="layout" path="M 0 0.03888 L 0 4.81481E-6 " pathEditMode="relative" rAng="0" ptsTypes="AA">
                                      <p:cBhvr>
                                        <p:cTn id="94" dur="500" fill="hold"/>
                                        <p:tgtEl>
                                          <p:spTgt spid="49"/>
                                        </p:tgtEl>
                                        <p:attrNameLst>
                                          <p:attrName>ppt_x</p:attrName>
                                          <p:attrName>ppt_y</p:attrName>
                                        </p:attrNameLst>
                                      </p:cBhvr>
                                      <p:rCtr x="0" y="-1944"/>
                                    </p:animMotion>
                                  </p:childTnLst>
                                </p:cTn>
                              </p:par>
                              <p:par>
                                <p:cTn id="95" presetID="10" presetClass="entr" presetSubtype="0" fill="hold" nodeType="withEffect">
                                  <p:stCondLst>
                                    <p:cond delay="70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200"/>
                                        <p:tgtEl>
                                          <p:spTgt spid="50"/>
                                        </p:tgtEl>
                                      </p:cBhvr>
                                    </p:animEffect>
                                  </p:childTnLst>
                                </p:cTn>
                              </p:par>
                              <p:par>
                                <p:cTn id="98" presetID="42" presetClass="path" presetSubtype="0" decel="100000" fill="hold" nodeType="withEffect">
                                  <p:stCondLst>
                                    <p:cond delay="700"/>
                                  </p:stCondLst>
                                  <p:childTnLst>
                                    <p:animMotion origin="layout" path="M 0 0.03888 L 0 4.81481E-6 " pathEditMode="relative" rAng="0" ptsTypes="AA">
                                      <p:cBhvr>
                                        <p:cTn id="99" dur="500" fill="hold"/>
                                        <p:tgtEl>
                                          <p:spTgt spid="50"/>
                                        </p:tgtEl>
                                        <p:attrNameLst>
                                          <p:attrName>ppt_x</p:attrName>
                                          <p:attrName>ppt_y</p:attrName>
                                        </p:attrNameLst>
                                      </p:cBhvr>
                                      <p:rCtr x="0" y="-1944"/>
                                    </p:animMotion>
                                  </p:childTnLst>
                                </p:cTn>
                              </p:par>
                              <p:par>
                                <p:cTn id="100" presetID="10" presetClass="entr" presetSubtype="0" fill="hold" grpId="0" nodeType="withEffect">
                                  <p:stCondLst>
                                    <p:cond delay="700"/>
                                  </p:stCondLst>
                                  <p:childTnLst>
                                    <p:set>
                                      <p:cBhvr>
                                        <p:cTn id="101" dur="1" fill="hold">
                                          <p:stCondLst>
                                            <p:cond delay="0"/>
                                          </p:stCondLst>
                                        </p:cTn>
                                        <p:tgtEl>
                                          <p:spTgt spid="9105"/>
                                        </p:tgtEl>
                                        <p:attrNameLst>
                                          <p:attrName>style.visibility</p:attrName>
                                        </p:attrNameLst>
                                      </p:cBhvr>
                                      <p:to>
                                        <p:strVal val="visible"/>
                                      </p:to>
                                    </p:set>
                                    <p:animEffect transition="in" filter="fade">
                                      <p:cBhvr>
                                        <p:cTn id="102" dur="200"/>
                                        <p:tgtEl>
                                          <p:spTgt spid="9105"/>
                                        </p:tgtEl>
                                      </p:cBhvr>
                                    </p:animEffect>
                                  </p:childTnLst>
                                </p:cTn>
                              </p:par>
                              <p:par>
                                <p:cTn id="103" presetID="42" presetClass="path" presetSubtype="0" decel="100000" fill="hold" grpId="1" nodeType="withEffect">
                                  <p:stCondLst>
                                    <p:cond delay="700"/>
                                  </p:stCondLst>
                                  <p:childTnLst>
                                    <p:animMotion origin="layout" path="M 0 0.03888 L 0 4.81481E-6 " pathEditMode="relative" rAng="0" ptsTypes="AA">
                                      <p:cBhvr>
                                        <p:cTn id="104" dur="500" fill="hold"/>
                                        <p:tgtEl>
                                          <p:spTgt spid="9105"/>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6" grpId="0" animBg="1"/>
      <p:bldP spid="36" grpId="1" animBg="1"/>
      <p:bldP spid="9101" grpId="0"/>
      <p:bldP spid="9101" grpId="1"/>
      <p:bldP spid="9102" grpId="0"/>
      <p:bldP spid="9102" grpId="1"/>
      <p:bldP spid="9106" grpId="0"/>
      <p:bldP spid="9106" grpId="1"/>
      <p:bldP spid="9103" grpId="0"/>
      <p:bldP spid="9103" grpId="1"/>
      <p:bldP spid="9104" grpId="0"/>
      <p:bldP spid="9104" grpId="1"/>
      <p:bldP spid="9105" grpId="0"/>
      <p:bldP spid="910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DC2D-B67A-207B-5B9F-C2CE42260341}"/>
            </a:ext>
          </a:extLst>
        </p:cNvPr>
        <p:cNvGrpSpPr/>
        <p:nvPr/>
      </p:nvGrpSpPr>
      <p:grpSpPr>
        <a:xfrm>
          <a:off x="0" y="0"/>
          <a:ext cx="0" cy="0"/>
          <a:chOff x="0" y="0"/>
          <a:chExt cx="0" cy="0"/>
        </a:xfrm>
      </p:grpSpPr>
      <p:grpSp>
        <p:nvGrpSpPr>
          <p:cNvPr id="9473" name="Group 9472">
            <a:extLst>
              <a:ext uri="{FF2B5EF4-FFF2-40B4-BE49-F238E27FC236}">
                <a16:creationId xmlns:a16="http://schemas.microsoft.com/office/drawing/2014/main" id="{7C914068-76FC-204F-62EB-A3C16C54832F}"/>
              </a:ext>
              <a:ext uri="{C183D7F6-B498-43B3-948B-1728B52AA6E4}">
                <adec:decorative xmlns:adec="http://schemas.microsoft.com/office/drawing/2017/decorative" val="1"/>
              </a:ext>
            </a:extLst>
          </p:cNvPr>
          <p:cNvGrpSpPr/>
          <p:nvPr/>
        </p:nvGrpSpPr>
        <p:grpSpPr>
          <a:xfrm>
            <a:off x="5237646" y="2906106"/>
            <a:ext cx="3056792" cy="1060498"/>
            <a:chOff x="4277104" y="2651648"/>
            <a:chExt cx="4863575" cy="1396003"/>
          </a:xfrm>
        </p:grpSpPr>
        <p:sp>
          <p:nvSpPr>
            <p:cNvPr id="43" name="Harness Container">
              <a:extLst>
                <a:ext uri="{FF2B5EF4-FFF2-40B4-BE49-F238E27FC236}">
                  <a16:creationId xmlns:a16="http://schemas.microsoft.com/office/drawing/2014/main" id="{1BF11581-7E9C-9D21-4A68-5CD82D46E17B}"/>
                </a:ext>
              </a:extLst>
            </p:cNvPr>
            <p:cNvSpPr/>
            <p:nvPr/>
          </p:nvSpPr>
          <p:spPr>
            <a:xfrm>
              <a:off x="4277104" y="2651689"/>
              <a:ext cx="4863575" cy="1393916"/>
            </a:xfrm>
            <a:prstGeom prst="roundRect">
              <a:avLst>
                <a:gd name="adj" fmla="val 8815"/>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effectLst/>
                <a:uLnTx/>
                <a:uFillTx/>
                <a:latin typeface="Segoe UI Semibold" panose="020B0702040204020203" pitchFamily="34" charset="0"/>
                <a:ea typeface="+mn-ea"/>
                <a:cs typeface="Segoe UI" panose="020B0502040204020203" pitchFamily="34" charset="0"/>
              </a:endParaRPr>
            </a:p>
          </p:txBody>
        </p:sp>
        <p:cxnSp>
          <p:nvCxnSpPr>
            <p:cNvPr id="58" name="Straight Arrow Connector 57">
              <a:extLst>
                <a:ext uri="{FF2B5EF4-FFF2-40B4-BE49-F238E27FC236}">
                  <a16:creationId xmlns:a16="http://schemas.microsoft.com/office/drawing/2014/main" id="{54E4E4B4-0771-23F5-5B0A-A728631CE387}"/>
                </a:ext>
              </a:extLst>
            </p:cNvPr>
            <p:cNvCxnSpPr>
              <a:cxnSpLocks/>
            </p:cNvCxnSpPr>
            <p:nvPr/>
          </p:nvCxnSpPr>
          <p:spPr>
            <a:xfrm>
              <a:off x="4877332" y="2651648"/>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F59C988-0E65-4AED-A222-0114D8CD9A7F}"/>
                </a:ext>
              </a:extLst>
            </p:cNvPr>
            <p:cNvCxnSpPr>
              <a:cxnSpLocks/>
            </p:cNvCxnSpPr>
            <p:nvPr/>
          </p:nvCxnSpPr>
          <p:spPr>
            <a:xfrm>
              <a:off x="7998384" y="2651648"/>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821BC70-305A-209A-CBCD-657A8C693284}"/>
                </a:ext>
              </a:extLst>
            </p:cNvPr>
            <p:cNvCxnSpPr>
              <a:cxnSpLocks/>
            </p:cNvCxnSpPr>
            <p:nvPr/>
          </p:nvCxnSpPr>
          <p:spPr>
            <a:xfrm flipH="1">
              <a:off x="8228620" y="4047651"/>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9472" name="Straight Arrow Connector 9471">
              <a:extLst>
                <a:ext uri="{FF2B5EF4-FFF2-40B4-BE49-F238E27FC236}">
                  <a16:creationId xmlns:a16="http://schemas.microsoft.com/office/drawing/2014/main" id="{FAEE0B87-CDE3-6083-B98C-EDFD2795F886}"/>
                </a:ext>
              </a:extLst>
            </p:cNvPr>
            <p:cNvCxnSpPr>
              <a:cxnSpLocks/>
            </p:cNvCxnSpPr>
            <p:nvPr/>
          </p:nvCxnSpPr>
          <p:spPr>
            <a:xfrm flipH="1">
              <a:off x="5111750" y="4045605"/>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BB3C311-E8BD-9012-CD82-859A17115672}"/>
              </a:ext>
            </a:extLst>
          </p:cNvPr>
          <p:cNvSpPr>
            <a:spLocks noGrp="1"/>
          </p:cNvSpPr>
          <p:nvPr>
            <p:ph type="title"/>
          </p:nvPr>
        </p:nvSpPr>
        <p:spPr>
          <a:xfrm>
            <a:off x="588263" y="457200"/>
            <a:ext cx="11018520" cy="553998"/>
          </a:xfrm>
        </p:spPr>
        <p:txBody>
          <a:bodyPr/>
          <a:lstStyle/>
          <a:p>
            <a:pPr algn="ctr"/>
            <a:r>
              <a:rPr lang="en-US" dirty="0"/>
              <a:t>What is a harness?</a:t>
            </a:r>
            <a:endParaRPr lang="en-UA" dirty="0"/>
          </a:p>
        </p:txBody>
      </p:sp>
      <p:sp useBgFill="1">
        <p:nvSpPr>
          <p:cNvPr id="8" name="!!To reach scale, an agent platform&#10; should address these challenges">
            <a:extLst>
              <a:ext uri="{FF2B5EF4-FFF2-40B4-BE49-F238E27FC236}">
                <a16:creationId xmlns:a16="http://schemas.microsoft.com/office/drawing/2014/main" id="{2DE90264-6A06-F3CA-D299-B9CA3ED28408}"/>
              </a:ext>
            </a:extLst>
          </p:cNvPr>
          <p:cNvSpPr txBox="1"/>
          <p:nvPr/>
        </p:nvSpPr>
        <p:spPr>
          <a:xfrm>
            <a:off x="961950" y="1197167"/>
            <a:ext cx="10268100" cy="553998"/>
          </a:xfrm>
          <a:prstGeom prst="rect">
            <a:avLst/>
          </a:prstGeom>
          <a:noFill/>
        </p:spPr>
        <p:txBody>
          <a:bodyPr wrap="square" lIns="0" tIns="0" rIns="0" bIns="0" anchor="t">
            <a:spAutoFit/>
          </a:bodyPr>
          <a:lstStyle>
            <a:defPPr>
              <a:defRPr lang="en-US"/>
            </a:defPPr>
            <a:lvl1pPr marR="0" lvl="0" indent="0" algn="ctr" defTabSz="1219170" fontAlgn="auto">
              <a:lnSpc>
                <a:spcPct val="100000"/>
              </a:lnSpc>
              <a:spcBef>
                <a:spcPts val="0"/>
              </a:spcBef>
              <a:spcAft>
                <a:spcPts val="0"/>
              </a:spcAft>
              <a:buClrTx/>
              <a:buSzTx/>
              <a:buFontTx/>
              <a:buNone/>
              <a:tabLst/>
              <a:defRPr kumimoji="0" sz="2000" b="0" i="0" u="none" strike="noStrike" cap="none" spc="0" normalizeH="0" baseline="0">
                <a:ln>
                  <a:noFill/>
                </a:ln>
                <a:solidFill>
                  <a:srgbClr val="000000"/>
                </a:solidFill>
                <a:effectLst/>
                <a:uLnTx/>
                <a:uFillTx/>
                <a:latin typeface="Segoe UI" panose="020B0502040204020203" pitchFamily="34" charset="0"/>
                <a:ea typeface="Calibri" pitchFamily="34" charset="-122"/>
                <a:cs typeface="Segoe UI" panose="020B0502040204020203" pitchFamily="34" charset="0"/>
              </a:defRPr>
            </a:lvl1pPr>
          </a:lstStyle>
          <a:p>
            <a:r>
              <a:rPr lang="en-US" sz="1800" dirty="0"/>
              <a:t>The scaffolding that enables agents to plan, reason, and call tools or agents.</a:t>
            </a:r>
            <a:br>
              <a:rPr lang="en-US" sz="1800" dirty="0"/>
            </a:br>
            <a:r>
              <a:rPr lang="en-US" sz="1800" dirty="0"/>
              <a:t>Harnesses can be optimized for different results, depending on the desired outcome.</a:t>
            </a:r>
          </a:p>
        </p:txBody>
      </p:sp>
      <p:sp>
        <p:nvSpPr>
          <p:cNvPr id="9500" name="Diagram Outer Container" descr="Diagram showing an agent orchestration architecture where a harness manages prompts, model calls, response parsing, and tool usage. The agent interacts with tools and an execution sandbox, while the model plans actions, selects tools, and generates the final response."/>
          <p:cNvSpPr/>
          <p:nvPr/>
        </p:nvSpPr>
        <p:spPr>
          <a:xfrm>
            <a:off x="1790700" y="2009774"/>
            <a:ext cx="8610600" cy="4251325"/>
          </a:xfrm>
          <a:prstGeom prst="roundRect">
            <a:avLst>
              <a:gd name="adj" fmla="val 6000"/>
            </a:avLst>
          </a:prstGeom>
          <a:noFill/>
          <a:ln w="12700">
            <a:solidFill>
              <a:schemeClr val="tx1"/>
            </a:solidFill>
          </a:ln>
          <a:effectLst/>
        </p:spPr>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1B44B1"/>
              </a:solidFill>
              <a:effectLst/>
              <a:uLnTx/>
              <a:uFillTx/>
              <a:latin typeface="Segoe UI Semibold" panose="020B0702040204020203" pitchFamily="34" charset="0"/>
              <a:ea typeface="+mn-ea"/>
              <a:cs typeface="Segoe UI" panose="020B0502040204020203" pitchFamily="34" charset="0"/>
            </a:endParaRPr>
          </a:p>
        </p:txBody>
      </p:sp>
      <p:sp>
        <p:nvSpPr>
          <p:cNvPr id="9501" name="Harness Container">
            <a:extLst>
              <a:ext uri="{C183D7F6-B498-43B3-948B-1728B52AA6E4}">
                <adec:decorative xmlns:adec="http://schemas.microsoft.com/office/drawing/2017/decorative" val="1"/>
              </a:ext>
            </a:extLst>
          </p:cNvPr>
          <p:cNvSpPr/>
          <p:nvPr/>
        </p:nvSpPr>
        <p:spPr>
          <a:xfrm>
            <a:off x="3422650" y="2245704"/>
            <a:ext cx="6746240" cy="2345270"/>
          </a:xfrm>
          <a:prstGeom prst="roundRect">
            <a:avLst>
              <a:gd name="adj" fmla="val 8815"/>
            </a:avLst>
          </a:prstGeom>
          <a:noFill/>
          <a:ln w="12700">
            <a:solidFill>
              <a:schemeClr val="tx1">
                <a:alpha val="30000"/>
              </a:schemeClr>
            </a:solidFill>
          </a:ln>
          <a:effectLst/>
        </p:spPr>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effectLst/>
              <a:uLnTx/>
              <a:uFillTx/>
              <a:latin typeface="Segoe UI Semibold" panose="020B0702040204020203" pitchFamily="34" charset="0"/>
              <a:ea typeface="+mn-ea"/>
              <a:cs typeface="Segoe UI" panose="020B0502040204020203" pitchFamily="34" charset="0"/>
            </a:endParaRPr>
          </a:p>
        </p:txBody>
      </p:sp>
      <p:sp>
        <p:nvSpPr>
          <p:cNvPr id="9502" name="Harness Label">
            <a:extLst>
              <a:ext uri="{C183D7F6-B498-43B3-948B-1728B52AA6E4}">
                <adec:decorative xmlns:adec="http://schemas.microsoft.com/office/drawing/2017/decorative" val="1"/>
              </a:ext>
            </a:extLst>
          </p:cNvPr>
          <p:cNvSpPr txBox="1"/>
          <p:nvPr/>
        </p:nvSpPr>
        <p:spPr>
          <a:xfrm>
            <a:off x="3623220" y="2334605"/>
            <a:ext cx="1905000" cy="215444"/>
          </a:xfrm>
          <a:prstGeom prst="rect">
            <a:avLst/>
          </a:prstGeom>
          <a:noFill/>
          <a:ln>
            <a:noFill/>
          </a:ln>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Segoe UI Semibold"/>
                <a:ea typeface="+mn-ea"/>
                <a:cs typeface="Segoe UI"/>
              </a:rPr>
              <a:t>Harness</a:t>
            </a:r>
          </a:p>
        </p:txBody>
      </p:sp>
      <p:sp>
        <p:nvSpPr>
          <p:cNvPr id="9503" name="Input and Context">
            <a:extLst>
              <a:ext uri="{C183D7F6-B498-43B3-948B-1728B52AA6E4}">
                <adec:decorative xmlns:adec="http://schemas.microsoft.com/office/drawing/2017/decorative" val="1"/>
              </a:ext>
            </a:extLst>
          </p:cNvPr>
          <p:cNvSpPr/>
          <p:nvPr/>
        </p:nvSpPr>
        <p:spPr>
          <a:xfrm>
            <a:off x="6076540" y="2467081"/>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Input and Context</a:t>
            </a:r>
          </a:p>
        </p:txBody>
      </p:sp>
      <p:sp>
        <p:nvSpPr>
          <p:cNvPr id="9504" name="Loop controller">
            <a:extLst>
              <a:ext uri="{C183D7F6-B498-43B3-948B-1728B52AA6E4}">
                <adec:decorative xmlns:adec="http://schemas.microsoft.com/office/drawing/2017/decorative" val="1"/>
              </a:ext>
            </a:extLst>
          </p:cNvPr>
          <p:cNvSpPr/>
          <p:nvPr/>
        </p:nvSpPr>
        <p:spPr>
          <a:xfrm>
            <a:off x="3623220" y="3003609"/>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Loop controller</a:t>
            </a:r>
          </a:p>
        </p:txBody>
      </p:sp>
      <p:sp>
        <p:nvSpPr>
          <p:cNvPr id="9505" name="Prompt assembly">
            <a:extLst>
              <a:ext uri="{C183D7F6-B498-43B3-948B-1728B52AA6E4}">
                <adec:decorative xmlns:adec="http://schemas.microsoft.com/office/drawing/2017/decorative" val="1"/>
              </a:ext>
            </a:extLst>
          </p:cNvPr>
          <p:cNvSpPr/>
          <p:nvPr/>
        </p:nvSpPr>
        <p:spPr>
          <a:xfrm>
            <a:off x="8536269" y="3003609"/>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Prompt assembly</a:t>
            </a:r>
          </a:p>
        </p:txBody>
      </p:sp>
      <p:sp>
        <p:nvSpPr>
          <p:cNvPr id="9506" name="Tool calling">
            <a:extLst>
              <a:ext uri="{C183D7F6-B498-43B3-948B-1728B52AA6E4}">
                <adec:decorative xmlns:adec="http://schemas.microsoft.com/office/drawing/2017/decorative" val="1"/>
              </a:ext>
            </a:extLst>
          </p:cNvPr>
          <p:cNvSpPr/>
          <p:nvPr/>
        </p:nvSpPr>
        <p:spPr>
          <a:xfrm>
            <a:off x="3623220" y="3595019"/>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Tool calling</a:t>
            </a:r>
          </a:p>
        </p:txBody>
      </p:sp>
      <p:sp>
        <p:nvSpPr>
          <p:cNvPr id="9507" name="Model call">
            <a:extLst>
              <a:ext uri="{C183D7F6-B498-43B3-948B-1728B52AA6E4}">
                <adec:decorative xmlns:adec="http://schemas.microsoft.com/office/drawing/2017/decorative" val="1"/>
              </a:ext>
            </a:extLst>
          </p:cNvPr>
          <p:cNvSpPr/>
          <p:nvPr/>
        </p:nvSpPr>
        <p:spPr>
          <a:xfrm>
            <a:off x="8536269" y="3595019"/>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Model call</a:t>
            </a:r>
          </a:p>
        </p:txBody>
      </p:sp>
      <p:sp>
        <p:nvSpPr>
          <p:cNvPr id="9508" name="Parse response">
            <a:extLst>
              <a:ext uri="{C183D7F6-B498-43B3-948B-1728B52AA6E4}">
                <adec:decorative xmlns:adec="http://schemas.microsoft.com/office/drawing/2017/decorative" val="1"/>
              </a:ext>
            </a:extLst>
          </p:cNvPr>
          <p:cNvSpPr/>
          <p:nvPr/>
        </p:nvSpPr>
        <p:spPr>
          <a:xfrm>
            <a:off x="6080242" y="4156449"/>
            <a:ext cx="1371600" cy="279400"/>
          </a:xfrm>
          <a:prstGeom prst="roundRect">
            <a:avLst/>
          </a:prstGeom>
          <a:solidFill>
            <a:srgbClr val="E7E7E7"/>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UI"/>
                <a:ea typeface="+mn-ea"/>
                <a:cs typeface="Segoe UI"/>
              </a:rPr>
              <a:t>Parse response</a:t>
            </a:r>
          </a:p>
        </p:txBody>
      </p:sp>
      <p:sp>
        <p:nvSpPr>
          <p:cNvPr id="9509" name="Agent Box">
            <a:extLst>
              <a:ext uri="{C183D7F6-B498-43B3-948B-1728B52AA6E4}">
                <adec:decorative xmlns:adec="http://schemas.microsoft.com/office/drawing/2017/decorative" val="1"/>
              </a:ext>
            </a:extLst>
          </p:cNvPr>
          <p:cNvSpPr/>
          <p:nvPr/>
        </p:nvSpPr>
        <p:spPr>
          <a:xfrm>
            <a:off x="1987550" y="2245704"/>
            <a:ext cx="1143000" cy="2345270"/>
          </a:xfrm>
          <a:prstGeom prst="roundRect">
            <a:avLst>
              <a:gd name="adj" fmla="val 13742"/>
            </a:avLst>
          </a:prstGeom>
          <a:gradFill flip="none" rotWithShape="1">
            <a:gsLst>
              <a:gs pos="0">
                <a:srgbClr val="7FC0E6"/>
              </a:gs>
              <a:gs pos="100000">
                <a:srgbClr val="B9DCD2"/>
              </a:gs>
              <a:gs pos="35000">
                <a:srgbClr val="8DC8E8"/>
              </a:gs>
            </a:gsLst>
            <a:path path="circle">
              <a:fillToRect r="100000" b="100000"/>
            </a:path>
            <a:tileRect l="-100000" t="-10000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ts val="600"/>
              </a:spcAft>
              <a:buClrTx/>
              <a:buSzTx/>
              <a:buFontTx/>
              <a:buNone/>
              <a:tabLst/>
              <a:defRPr/>
            </a:pPr>
            <a:r>
              <a:rPr kumimoji="0" lang="en-US" sz="1400" b="0" i="0" u="none" strike="noStrike" kern="1200" cap="none" spc="-50" normalizeH="0" baseline="0" noProof="0">
                <a:ln w="3175">
                  <a:noFill/>
                </a:ln>
                <a:solidFill>
                  <a:srgbClr val="000000"/>
                </a:solidFill>
                <a:effectLst/>
                <a:uLnTx/>
                <a:uFillTx/>
                <a:latin typeface="Segoe UI Semibold" panose="020B0702040204020203" pitchFamily="34" charset="0"/>
                <a:ea typeface="+mn-ea"/>
                <a:cs typeface="Segoe UI" pitchFamily="34" charset="0"/>
              </a:rPr>
              <a:t>Agent</a:t>
            </a:r>
          </a:p>
        </p:txBody>
      </p:sp>
      <p:sp>
        <p:nvSpPr>
          <p:cNvPr id="9510" name="Tools Container">
            <a:extLst>
              <a:ext uri="{C183D7F6-B498-43B3-948B-1728B52AA6E4}">
                <adec:decorative xmlns:adec="http://schemas.microsoft.com/office/drawing/2017/decorative" val="1"/>
              </a:ext>
            </a:extLst>
          </p:cNvPr>
          <p:cNvSpPr/>
          <p:nvPr/>
        </p:nvSpPr>
        <p:spPr>
          <a:xfrm>
            <a:off x="3422650" y="4803538"/>
            <a:ext cx="3492500" cy="1259404"/>
          </a:xfrm>
          <a:prstGeom prst="roundRect">
            <a:avLst>
              <a:gd name="adj" fmla="val 14348"/>
            </a:avLst>
          </a:prstGeom>
          <a:solidFill>
            <a:schemeClr val="tx1">
              <a:alpha val="10000"/>
            </a:schemeClr>
          </a:solidFill>
          <a:ln w="12700">
            <a:noFill/>
          </a:ln>
          <a:effectLst/>
        </p:spPr>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effectLst/>
              <a:uLnTx/>
              <a:uFillTx/>
              <a:latin typeface="Segoe UI Semibold" panose="020B0702040204020203" pitchFamily="34" charset="0"/>
              <a:ea typeface="+mn-ea"/>
              <a:cs typeface="Segoe UI" panose="020B0502040204020203" pitchFamily="34" charset="0"/>
            </a:endParaRPr>
          </a:p>
        </p:txBody>
      </p:sp>
      <p:sp>
        <p:nvSpPr>
          <p:cNvPr id="9511" name="Tools Label">
            <a:extLst>
              <a:ext uri="{C183D7F6-B498-43B3-948B-1728B52AA6E4}">
                <adec:decorative xmlns:adec="http://schemas.microsoft.com/office/drawing/2017/decorative" val="1"/>
              </a:ext>
            </a:extLst>
          </p:cNvPr>
          <p:cNvSpPr txBox="1"/>
          <p:nvPr/>
        </p:nvSpPr>
        <p:spPr>
          <a:xfrm>
            <a:off x="3893481" y="4939520"/>
            <a:ext cx="1905000" cy="215444"/>
          </a:xfrm>
          <a:prstGeom prst="rect">
            <a:avLst/>
          </a:prstGeom>
          <a:noFill/>
          <a:ln>
            <a:noFill/>
          </a:ln>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Segoe UI Semibold"/>
                <a:ea typeface="+mn-ea"/>
                <a:cs typeface="Segoe UI"/>
              </a:rPr>
              <a:t>Tools</a:t>
            </a:r>
          </a:p>
        </p:txBody>
      </p:sp>
      <p:sp>
        <p:nvSpPr>
          <p:cNvPr id="9512" name="Plan">
            <a:extLst>
              <a:ext uri="{C183D7F6-B498-43B3-948B-1728B52AA6E4}">
                <adec:decorative xmlns:adec="http://schemas.microsoft.com/office/drawing/2017/decorative" val="1"/>
              </a:ext>
            </a:extLst>
          </p:cNvPr>
          <p:cNvSpPr/>
          <p:nvPr/>
        </p:nvSpPr>
        <p:spPr>
          <a:xfrm>
            <a:off x="3623220" y="5246251"/>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Plan</a:t>
            </a:r>
          </a:p>
        </p:txBody>
      </p:sp>
      <p:sp>
        <p:nvSpPr>
          <p:cNvPr id="9513" name="Files">
            <a:extLst>
              <a:ext uri="{C183D7F6-B498-43B3-948B-1728B52AA6E4}">
                <adec:decorative xmlns:adec="http://schemas.microsoft.com/office/drawing/2017/decorative" val="1"/>
              </a:ext>
            </a:extLst>
          </p:cNvPr>
          <p:cNvSpPr/>
          <p:nvPr/>
        </p:nvSpPr>
        <p:spPr>
          <a:xfrm>
            <a:off x="4712515" y="5246251"/>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Segoe UI"/>
              </a:rPr>
              <a:t>Files</a:t>
            </a:r>
          </a:p>
        </p:txBody>
      </p:sp>
      <p:sp>
        <p:nvSpPr>
          <p:cNvPr id="9514" name="Shell">
            <a:extLst>
              <a:ext uri="{C183D7F6-B498-43B3-948B-1728B52AA6E4}">
                <adec:decorative xmlns:adec="http://schemas.microsoft.com/office/drawing/2017/decorative" val="1"/>
              </a:ext>
            </a:extLst>
          </p:cNvPr>
          <p:cNvSpPr/>
          <p:nvPr/>
        </p:nvSpPr>
        <p:spPr>
          <a:xfrm>
            <a:off x="5779553" y="5246251"/>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UI"/>
                <a:ea typeface="+mn-ea"/>
                <a:cs typeface="Segoe UI"/>
              </a:rPr>
              <a:t>Shell</a:t>
            </a:r>
          </a:p>
        </p:txBody>
      </p:sp>
      <p:sp>
        <p:nvSpPr>
          <p:cNvPr id="9515" name="Web">
            <a:extLst>
              <a:ext uri="{C183D7F6-B498-43B3-948B-1728B52AA6E4}">
                <adec:decorative xmlns:adec="http://schemas.microsoft.com/office/drawing/2017/decorative" val="1"/>
              </a:ext>
            </a:extLst>
          </p:cNvPr>
          <p:cNvSpPr/>
          <p:nvPr/>
        </p:nvSpPr>
        <p:spPr>
          <a:xfrm>
            <a:off x="3623220" y="5600492"/>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UI"/>
                <a:ea typeface="+mn-ea"/>
                <a:cs typeface="Segoe UI"/>
              </a:rPr>
              <a:t>Web</a:t>
            </a:r>
          </a:p>
        </p:txBody>
      </p:sp>
      <p:sp>
        <p:nvSpPr>
          <p:cNvPr id="9516" name="MCP">
            <a:extLst>
              <a:ext uri="{C183D7F6-B498-43B3-948B-1728B52AA6E4}">
                <adec:decorative xmlns:adec="http://schemas.microsoft.com/office/drawing/2017/decorative" val="1"/>
              </a:ext>
            </a:extLst>
          </p:cNvPr>
          <p:cNvSpPr/>
          <p:nvPr/>
        </p:nvSpPr>
        <p:spPr>
          <a:xfrm>
            <a:off x="4720590" y="5600492"/>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UI"/>
                <a:ea typeface="+mn-ea"/>
                <a:cs typeface="Segoe UI"/>
              </a:rPr>
              <a:t>MCP</a:t>
            </a:r>
          </a:p>
        </p:txBody>
      </p:sp>
      <p:sp>
        <p:nvSpPr>
          <p:cNvPr id="9517" name="Sub Agents">
            <a:extLst>
              <a:ext uri="{C183D7F6-B498-43B3-948B-1728B52AA6E4}">
                <adec:decorative xmlns:adec="http://schemas.microsoft.com/office/drawing/2017/decorative" val="1"/>
              </a:ext>
            </a:extLst>
          </p:cNvPr>
          <p:cNvSpPr/>
          <p:nvPr/>
        </p:nvSpPr>
        <p:spPr>
          <a:xfrm>
            <a:off x="5787628" y="5600492"/>
            <a:ext cx="922020" cy="279400"/>
          </a:xfrm>
          <a:prstGeom prst="roundRect">
            <a:avLst/>
          </a:prstGeom>
          <a:solidFill>
            <a:schemeClr val="bg1"/>
          </a:solidFill>
          <a:ln>
            <a:noFill/>
          </a:ln>
        </p:spPr>
        <p:txBody>
          <a:bodyPr wrap="square" lIns="45720" tIns="18000" rIns="45720" bIns="1800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UI"/>
                <a:ea typeface="+mn-ea"/>
                <a:cs typeface="Segoe UI"/>
              </a:rPr>
              <a:t>Sub Agents</a:t>
            </a:r>
          </a:p>
        </p:txBody>
      </p:sp>
      <p:sp>
        <p:nvSpPr>
          <p:cNvPr id="9518" name="Model Container">
            <a:extLst>
              <a:ext uri="{C183D7F6-B498-43B3-948B-1728B52AA6E4}">
                <adec:decorative xmlns:adec="http://schemas.microsoft.com/office/drawing/2017/decorative" val="1"/>
              </a:ext>
            </a:extLst>
          </p:cNvPr>
          <p:cNvSpPr/>
          <p:nvPr/>
        </p:nvSpPr>
        <p:spPr>
          <a:xfrm>
            <a:off x="7105650" y="4803538"/>
            <a:ext cx="3063240" cy="1259404"/>
          </a:xfrm>
          <a:prstGeom prst="roundRect">
            <a:avLst>
              <a:gd name="adj" fmla="val 14348"/>
            </a:avLst>
          </a:prstGeom>
          <a:solidFill>
            <a:schemeClr val="tx1">
              <a:alpha val="10000"/>
            </a:schemeClr>
          </a:solidFill>
          <a:ln w="12700">
            <a:noFill/>
          </a:ln>
          <a:effectLst/>
        </p:spPr>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effectLst/>
              <a:uLnTx/>
              <a:uFillTx/>
              <a:latin typeface="Segoe UI Semibold" panose="020B0702040204020203" pitchFamily="34" charset="0"/>
              <a:ea typeface="+mn-ea"/>
              <a:cs typeface="Segoe UI" panose="020B0502040204020203" pitchFamily="34" charset="0"/>
            </a:endParaRPr>
          </a:p>
        </p:txBody>
      </p:sp>
      <p:sp>
        <p:nvSpPr>
          <p:cNvPr id="9519" name="Model Label">
            <a:extLst>
              <a:ext uri="{C183D7F6-B498-43B3-948B-1728B52AA6E4}">
                <adec:decorative xmlns:adec="http://schemas.microsoft.com/office/drawing/2017/decorative" val="1"/>
              </a:ext>
            </a:extLst>
          </p:cNvPr>
          <p:cNvSpPr txBox="1"/>
          <p:nvPr/>
        </p:nvSpPr>
        <p:spPr>
          <a:xfrm>
            <a:off x="7576497" y="4939520"/>
            <a:ext cx="1905000" cy="215444"/>
          </a:xfrm>
          <a:prstGeom prst="rect">
            <a:avLst/>
          </a:prstGeom>
          <a:noFill/>
          <a:ln>
            <a:noFill/>
          </a:ln>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Segoe UI Semibold"/>
                <a:ea typeface="+mn-ea"/>
                <a:cs typeface="Segoe UI"/>
              </a:rPr>
              <a:t>Model</a:t>
            </a:r>
          </a:p>
        </p:txBody>
      </p:sp>
      <p:sp>
        <p:nvSpPr>
          <p:cNvPr id="9520" name="Model Bullets">
            <a:extLst>
              <a:ext uri="{C183D7F6-B498-43B3-948B-1728B52AA6E4}">
                <adec:decorative xmlns:adec="http://schemas.microsoft.com/office/drawing/2017/decorative" val="1"/>
              </a:ext>
            </a:extLst>
          </p:cNvPr>
          <p:cNvSpPr txBox="1"/>
          <p:nvPr/>
        </p:nvSpPr>
        <p:spPr>
          <a:xfrm>
            <a:off x="7355173" y="5239418"/>
            <a:ext cx="2496072" cy="553998"/>
          </a:xfrm>
          <a:prstGeom prst="rect">
            <a:avLst/>
          </a:prstGeom>
          <a:noFill/>
          <a:ln>
            <a:noFill/>
          </a:ln>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Segoe UI"/>
                <a:ea typeface="+mn-ea"/>
                <a:cs typeface="Segoe UI"/>
              </a:rPr>
              <a:t>Plans, reasons, decides which tool to call next</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normalizeH="0" noProof="0" dirty="0">
                <a:ln>
                  <a:noFill/>
                </a:ln>
                <a:effectLst/>
                <a:uLnTx/>
                <a:uFillTx/>
                <a:latin typeface="Segoe UI" panose="020B0502040204020203" pitchFamily="34" charset="0"/>
                <a:cs typeface="Segoe UI" panose="020B0502040204020203" pitchFamily="34" charset="0"/>
                <a:sym typeface=""/>
              </a:rPr>
              <a:t>Writes the final answer</a:t>
            </a:r>
          </a:p>
        </p:txBody>
      </p:sp>
      <p:sp>
        <p:nvSpPr>
          <p:cNvPr id="9521" name="Execution Sandbox Box">
            <a:extLst>
              <a:ext uri="{C183D7F6-B498-43B3-948B-1728B52AA6E4}">
                <adec:decorative xmlns:adec="http://schemas.microsoft.com/office/drawing/2017/decorative" val="1"/>
              </a:ext>
            </a:extLst>
          </p:cNvPr>
          <p:cNvSpPr/>
          <p:nvPr/>
        </p:nvSpPr>
        <p:spPr>
          <a:xfrm>
            <a:off x="1987550" y="4803537"/>
            <a:ext cx="1143000" cy="1259405"/>
          </a:xfrm>
          <a:prstGeom prst="roundRect">
            <a:avLst>
              <a:gd name="adj" fmla="val 13742"/>
            </a:avLst>
          </a:prstGeom>
          <a:gradFill flip="none" rotWithShape="1">
            <a:gsLst>
              <a:gs pos="0">
                <a:srgbClr val="7FC0E6"/>
              </a:gs>
              <a:gs pos="100000">
                <a:srgbClr val="B9DCD2"/>
              </a:gs>
              <a:gs pos="35000">
                <a:srgbClr val="8DC8E8"/>
              </a:gs>
            </a:gsLst>
            <a:path path="circle">
              <a:fillToRect r="100000" b="100000"/>
            </a:path>
            <a:tileRect l="-100000" t="-10000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ts val="600"/>
              </a:spcAft>
              <a:buClrTx/>
              <a:buSzTx/>
              <a:buFontTx/>
              <a:buNone/>
              <a:tabLst/>
              <a:defRPr/>
            </a:pPr>
            <a:r>
              <a:rPr kumimoji="0" lang="en-US" sz="1400" b="0" i="0" u="none" strike="noStrike" kern="1200" cap="none" spc="-50" normalizeH="0" baseline="0" noProof="0" dirty="0">
                <a:ln w="3175">
                  <a:noFill/>
                </a:ln>
                <a:solidFill>
                  <a:srgbClr val="000000"/>
                </a:solidFill>
                <a:effectLst/>
                <a:uLnTx/>
                <a:uFillTx/>
                <a:latin typeface="Segoe UI Semibold" panose="020B0702040204020203" pitchFamily="34" charset="0"/>
                <a:ea typeface="+mn-ea"/>
                <a:cs typeface="Segoe UI" pitchFamily="34" charset="0"/>
              </a:rPr>
              <a:t>Execution Sandbox</a:t>
            </a:r>
          </a:p>
        </p:txBody>
      </p:sp>
      <p:grpSp>
        <p:nvGrpSpPr>
          <p:cNvPr id="9" name="Group 8">
            <a:extLst>
              <a:ext uri="{FF2B5EF4-FFF2-40B4-BE49-F238E27FC236}">
                <a16:creationId xmlns:a16="http://schemas.microsoft.com/office/drawing/2014/main" id="{10652B5E-26F2-0FD5-CBFF-FCF1C1C760F9}"/>
              </a:ext>
              <a:ext uri="{C183D7F6-B498-43B3-948B-1728B52AA6E4}">
                <adec:decorative xmlns:adec="http://schemas.microsoft.com/office/drawing/2017/decorative" val="1"/>
              </a:ext>
            </a:extLst>
          </p:cNvPr>
          <p:cNvGrpSpPr/>
          <p:nvPr/>
        </p:nvGrpSpPr>
        <p:grpSpPr>
          <a:xfrm>
            <a:off x="4215554" y="3870023"/>
            <a:ext cx="186932" cy="933510"/>
            <a:chOff x="3857929" y="3905208"/>
            <a:chExt cx="186932" cy="724804"/>
          </a:xfrm>
        </p:grpSpPr>
        <p:cxnSp>
          <p:nvCxnSpPr>
            <p:cNvPr id="5" name="Risk to for User Arrow">
              <a:extLst>
                <a:ext uri="{FF2B5EF4-FFF2-40B4-BE49-F238E27FC236}">
                  <a16:creationId xmlns:a16="http://schemas.microsoft.com/office/drawing/2014/main" id="{9B0F1D68-02D6-3015-FCD2-69B2DA4ED244}"/>
                </a:ext>
              </a:extLst>
            </p:cNvPr>
            <p:cNvCxnSpPr>
              <a:cxnSpLocks/>
            </p:cNvCxnSpPr>
            <p:nvPr/>
          </p:nvCxnSpPr>
          <p:spPr>
            <a:xfrm>
              <a:off x="3857929" y="3905208"/>
              <a:ext cx="0" cy="724804"/>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6" name="Risk to for User Arrow">
              <a:extLst>
                <a:ext uri="{FF2B5EF4-FFF2-40B4-BE49-F238E27FC236}">
                  <a16:creationId xmlns:a16="http://schemas.microsoft.com/office/drawing/2014/main" id="{6F1C5E38-28B8-E02C-D8AB-31D8989EC9AC}"/>
                </a:ext>
              </a:extLst>
            </p:cNvPr>
            <p:cNvCxnSpPr>
              <a:cxnSpLocks/>
            </p:cNvCxnSpPr>
            <p:nvPr/>
          </p:nvCxnSpPr>
          <p:spPr>
            <a:xfrm flipV="1">
              <a:off x="4044861" y="3905208"/>
              <a:ext cx="0" cy="724804"/>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grpSp>
      <p:cxnSp>
        <p:nvCxnSpPr>
          <p:cNvPr id="16" name="Risk to for User Arrow">
            <a:extLst>
              <a:ext uri="{FF2B5EF4-FFF2-40B4-BE49-F238E27FC236}">
                <a16:creationId xmlns:a16="http://schemas.microsoft.com/office/drawing/2014/main" id="{DD2CA84E-DF53-77C9-0E3A-A312F7556DD9}"/>
              </a:ext>
              <a:ext uri="{C183D7F6-B498-43B3-948B-1728B52AA6E4}">
                <adec:decorative xmlns:adec="http://schemas.microsoft.com/office/drawing/2017/decorative" val="1"/>
              </a:ext>
            </a:extLst>
          </p:cNvPr>
          <p:cNvCxnSpPr>
            <a:cxnSpLocks/>
            <a:endCxn id="9507" idx="2"/>
          </p:cNvCxnSpPr>
          <p:nvPr/>
        </p:nvCxnSpPr>
        <p:spPr>
          <a:xfrm flipV="1">
            <a:off x="9222069" y="3874419"/>
            <a:ext cx="0" cy="929114"/>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3FD3E6F3-2FD9-890C-5449-46C556C375F8}"/>
              </a:ext>
              <a:ext uri="{C183D7F6-B498-43B3-948B-1728B52AA6E4}">
                <adec:decorative xmlns:adec="http://schemas.microsoft.com/office/drawing/2017/decorative" val="1"/>
              </a:ext>
            </a:extLst>
          </p:cNvPr>
          <p:cNvCxnSpPr>
            <a:cxnSpLocks/>
            <a:stCxn id="9508" idx="3"/>
            <a:endCxn id="9518" idx="0"/>
          </p:cNvCxnSpPr>
          <p:nvPr/>
        </p:nvCxnSpPr>
        <p:spPr>
          <a:xfrm>
            <a:off x="7451842" y="4296149"/>
            <a:ext cx="1185428" cy="507389"/>
          </a:xfrm>
          <a:prstGeom prst="bentConnector2">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87D1C2B-3009-D7CB-55F9-420137E5D697}"/>
              </a:ext>
              <a:ext uri="{C183D7F6-B498-43B3-948B-1728B52AA6E4}">
                <adec:decorative xmlns:adec="http://schemas.microsoft.com/office/drawing/2017/decorative" val="1"/>
              </a:ext>
            </a:extLst>
          </p:cNvPr>
          <p:cNvCxnSpPr>
            <a:cxnSpLocks/>
          </p:cNvCxnSpPr>
          <p:nvPr/>
        </p:nvCxnSpPr>
        <p:spPr>
          <a:xfrm>
            <a:off x="3130550" y="5299441"/>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C9C4C1D-3BC5-4BC3-19CB-16984A323E34}"/>
              </a:ext>
              <a:ext uri="{C183D7F6-B498-43B3-948B-1728B52AA6E4}">
                <adec:decorative xmlns:adec="http://schemas.microsoft.com/office/drawing/2017/decorative" val="1"/>
              </a:ext>
            </a:extLst>
          </p:cNvPr>
          <p:cNvCxnSpPr>
            <a:cxnSpLocks/>
          </p:cNvCxnSpPr>
          <p:nvPr/>
        </p:nvCxnSpPr>
        <p:spPr>
          <a:xfrm flipH="1">
            <a:off x="3130550" y="5516417"/>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3533624-5016-25EA-9452-78C55B556BF1}"/>
              </a:ext>
              <a:ext uri="{C183D7F6-B498-43B3-948B-1728B52AA6E4}">
                <adec:decorative xmlns:adec="http://schemas.microsoft.com/office/drawing/2017/decorative" val="1"/>
              </a:ext>
            </a:extLst>
          </p:cNvPr>
          <p:cNvCxnSpPr>
            <a:cxnSpLocks/>
          </p:cNvCxnSpPr>
          <p:nvPr/>
        </p:nvCxnSpPr>
        <p:spPr>
          <a:xfrm>
            <a:off x="3130550" y="3203110"/>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C1DE5F-E56A-0D05-B592-61C9C7761176}"/>
              </a:ext>
              <a:ext uri="{C183D7F6-B498-43B3-948B-1728B52AA6E4}">
                <adec:decorative xmlns:adec="http://schemas.microsoft.com/office/drawing/2017/decorative" val="1"/>
              </a:ext>
            </a:extLst>
          </p:cNvPr>
          <p:cNvCxnSpPr>
            <a:cxnSpLocks/>
          </p:cNvCxnSpPr>
          <p:nvPr/>
        </p:nvCxnSpPr>
        <p:spPr>
          <a:xfrm flipH="1">
            <a:off x="3130550" y="3420086"/>
            <a:ext cx="292100" cy="0"/>
          </a:xfrm>
          <a:prstGeom prst="straightConnector1">
            <a:avLst/>
          </a:prstGeom>
          <a:ln w="12700" cap="rnd">
            <a:solidFill>
              <a:schemeClr val="tx1"/>
            </a:solidFill>
            <a:headEnd type="none" w="lg" len="sm"/>
            <a:tailEnd type="arrow" w="lg" len="sm"/>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FE1AEB38-C381-D2E6-8E3D-557F756E317D}"/>
              </a:ext>
              <a:ext uri="{C183D7F6-B498-43B3-948B-1728B52AA6E4}">
                <adec:decorative xmlns:adec="http://schemas.microsoft.com/office/drawing/2017/decorative" val="1"/>
              </a:ext>
            </a:extLst>
          </p:cNvPr>
          <p:cNvSpPr/>
          <p:nvPr/>
        </p:nvSpPr>
        <p:spPr bwMode="auto">
          <a:xfrm>
            <a:off x="6646885" y="2780206"/>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a:ln>
                  <a:noFill/>
                </a:ln>
                <a:effectLst/>
                <a:uLnTx/>
                <a:uFillTx/>
                <a:latin typeface="Segoe UI Semibold"/>
                <a:ea typeface="+mn-ea"/>
                <a:cs typeface="+mn-cs"/>
              </a:rPr>
              <a:t>1</a:t>
            </a:r>
            <a:endParaRPr kumimoji="0" lang="en-US" sz="1000" b="0" i="0" u="none" strike="noStrike" kern="1200" cap="none" spc="0" normalizeH="0" baseline="0" noProof="0">
              <a:ln>
                <a:noFill/>
              </a:ln>
              <a:effectLst/>
              <a:uLnTx/>
              <a:uFillTx/>
              <a:latin typeface="Segoe UI Semibold"/>
              <a:ea typeface="+mn-ea"/>
              <a:cs typeface="+mn-cs"/>
            </a:endParaRPr>
          </a:p>
        </p:txBody>
      </p:sp>
      <p:sp>
        <p:nvSpPr>
          <p:cNvPr id="37" name="Oval 36">
            <a:extLst>
              <a:ext uri="{FF2B5EF4-FFF2-40B4-BE49-F238E27FC236}">
                <a16:creationId xmlns:a16="http://schemas.microsoft.com/office/drawing/2014/main" id="{B5D55268-7DF9-EF96-6D67-D702084EBDD7}"/>
              </a:ext>
              <a:ext uri="{C183D7F6-B498-43B3-948B-1728B52AA6E4}">
                <adec:decorative xmlns:adec="http://schemas.microsoft.com/office/drawing/2017/decorative" val="1"/>
              </a:ext>
            </a:extLst>
          </p:cNvPr>
          <p:cNvSpPr/>
          <p:nvPr/>
        </p:nvSpPr>
        <p:spPr bwMode="auto">
          <a:xfrm>
            <a:off x="8175281" y="3024152"/>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a:ln>
                  <a:noFill/>
                </a:ln>
                <a:effectLst/>
                <a:uLnTx/>
                <a:uFillTx/>
                <a:latin typeface="Segoe UI Semibold"/>
                <a:ea typeface="+mn-ea"/>
                <a:cs typeface="+mn-cs"/>
              </a:rPr>
              <a:t>2</a:t>
            </a:r>
            <a:endParaRPr kumimoji="0" lang="en-US" sz="1000" b="0" i="0" u="none" strike="noStrike" kern="1200" cap="none" spc="0" normalizeH="0" baseline="0" noProof="0">
              <a:ln>
                <a:noFill/>
              </a:ln>
              <a:effectLst/>
              <a:uLnTx/>
              <a:uFillTx/>
              <a:latin typeface="Segoe UI Semibold"/>
              <a:ea typeface="+mn-ea"/>
              <a:cs typeface="+mn-cs"/>
            </a:endParaRPr>
          </a:p>
        </p:txBody>
      </p:sp>
      <p:sp>
        <p:nvSpPr>
          <p:cNvPr id="38" name="Oval 37">
            <a:extLst>
              <a:ext uri="{FF2B5EF4-FFF2-40B4-BE49-F238E27FC236}">
                <a16:creationId xmlns:a16="http://schemas.microsoft.com/office/drawing/2014/main" id="{5C16ADA1-E45E-4832-F45E-15BD1B058A8E}"/>
              </a:ext>
              <a:ext uri="{C183D7F6-B498-43B3-948B-1728B52AA6E4}">
                <adec:decorative xmlns:adec="http://schemas.microsoft.com/office/drawing/2017/decorative" val="1"/>
              </a:ext>
            </a:extLst>
          </p:cNvPr>
          <p:cNvSpPr/>
          <p:nvPr/>
        </p:nvSpPr>
        <p:spPr bwMode="auto">
          <a:xfrm>
            <a:off x="8169092" y="3615562"/>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a:ln>
                  <a:noFill/>
                </a:ln>
                <a:effectLst/>
                <a:uLnTx/>
                <a:uFillTx/>
                <a:latin typeface="Segoe UI Semibold"/>
                <a:ea typeface="+mn-ea"/>
                <a:cs typeface="+mn-cs"/>
              </a:rPr>
              <a:t>3</a:t>
            </a:r>
            <a:endParaRPr kumimoji="0" lang="en-US" sz="1000" b="0" i="0" u="none" strike="noStrike" kern="1200" cap="none" spc="0" normalizeH="0" baseline="0" noProof="0">
              <a:ln>
                <a:noFill/>
              </a:ln>
              <a:effectLst/>
              <a:uLnTx/>
              <a:uFillTx/>
              <a:latin typeface="Segoe UI Semibold"/>
              <a:ea typeface="+mn-ea"/>
              <a:cs typeface="+mn-cs"/>
            </a:endParaRPr>
          </a:p>
        </p:txBody>
      </p:sp>
      <p:sp>
        <p:nvSpPr>
          <p:cNvPr id="39" name="Oval 38">
            <a:extLst>
              <a:ext uri="{FF2B5EF4-FFF2-40B4-BE49-F238E27FC236}">
                <a16:creationId xmlns:a16="http://schemas.microsoft.com/office/drawing/2014/main" id="{5A79535F-4432-1D7F-073F-A9E00ACC88F3}"/>
              </a:ext>
              <a:ext uri="{C183D7F6-B498-43B3-948B-1728B52AA6E4}">
                <adec:decorative xmlns:adec="http://schemas.microsoft.com/office/drawing/2017/decorative" val="1"/>
              </a:ext>
            </a:extLst>
          </p:cNvPr>
          <p:cNvSpPr/>
          <p:nvPr/>
        </p:nvSpPr>
        <p:spPr bwMode="auto">
          <a:xfrm>
            <a:off x="5118489" y="3024152"/>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a:ln>
                  <a:noFill/>
                </a:ln>
                <a:effectLst/>
                <a:uLnTx/>
                <a:uFillTx/>
                <a:latin typeface="Segoe UI Semibold"/>
                <a:ea typeface="+mn-ea"/>
                <a:cs typeface="+mn-cs"/>
              </a:rPr>
              <a:t>6</a:t>
            </a:r>
            <a:endParaRPr kumimoji="0" lang="en-US" sz="1000" b="0" i="0" u="none" strike="noStrike" kern="1200" cap="none" spc="0" normalizeH="0" baseline="0" noProof="0">
              <a:ln>
                <a:noFill/>
              </a:ln>
              <a:effectLst/>
              <a:uLnTx/>
              <a:uFillTx/>
              <a:latin typeface="Segoe UI Semibold"/>
              <a:ea typeface="+mn-ea"/>
              <a:cs typeface="+mn-cs"/>
            </a:endParaRPr>
          </a:p>
        </p:txBody>
      </p:sp>
      <p:sp>
        <p:nvSpPr>
          <p:cNvPr id="40" name="Oval 39">
            <a:extLst>
              <a:ext uri="{FF2B5EF4-FFF2-40B4-BE49-F238E27FC236}">
                <a16:creationId xmlns:a16="http://schemas.microsoft.com/office/drawing/2014/main" id="{6632BBFD-607F-E01D-850D-2BCAB83CC8CF}"/>
              </a:ext>
              <a:ext uri="{C183D7F6-B498-43B3-948B-1728B52AA6E4}">
                <adec:decorative xmlns:adec="http://schemas.microsoft.com/office/drawing/2017/decorative" val="1"/>
              </a:ext>
            </a:extLst>
          </p:cNvPr>
          <p:cNvSpPr/>
          <p:nvPr/>
        </p:nvSpPr>
        <p:spPr bwMode="auto">
          <a:xfrm>
            <a:off x="5118489" y="3615562"/>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effectLst/>
                <a:uLnTx/>
                <a:uFillTx/>
                <a:latin typeface="Segoe UI Semibold"/>
                <a:ea typeface="+mn-ea"/>
                <a:cs typeface="+mn-cs"/>
              </a:rPr>
              <a:t>5</a:t>
            </a:r>
            <a:endParaRPr kumimoji="0" lang="en-US" sz="1000" b="0" i="0" u="none" strike="noStrike" kern="1200" cap="none" spc="0" normalizeH="0" baseline="0" noProof="0" dirty="0">
              <a:ln>
                <a:noFill/>
              </a:ln>
              <a:effectLst/>
              <a:uLnTx/>
              <a:uFillTx/>
              <a:latin typeface="Segoe UI Semibold"/>
              <a:ea typeface="+mn-ea"/>
              <a:cs typeface="+mn-cs"/>
            </a:endParaRPr>
          </a:p>
        </p:txBody>
      </p:sp>
      <p:sp>
        <p:nvSpPr>
          <p:cNvPr id="41" name="Oval 40">
            <a:extLst>
              <a:ext uri="{FF2B5EF4-FFF2-40B4-BE49-F238E27FC236}">
                <a16:creationId xmlns:a16="http://schemas.microsoft.com/office/drawing/2014/main" id="{AE052310-69CC-3D5F-28E3-77E474580960}"/>
              </a:ext>
              <a:ext uri="{C183D7F6-B498-43B3-948B-1728B52AA6E4}">
                <adec:decorative xmlns:adec="http://schemas.microsoft.com/office/drawing/2017/decorative" val="1"/>
              </a:ext>
            </a:extLst>
          </p:cNvPr>
          <p:cNvSpPr/>
          <p:nvPr/>
        </p:nvSpPr>
        <p:spPr bwMode="auto">
          <a:xfrm>
            <a:off x="6646885" y="3837012"/>
            <a:ext cx="238314" cy="238314"/>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a:ln>
                  <a:noFill/>
                </a:ln>
                <a:effectLst/>
                <a:uLnTx/>
                <a:uFillTx/>
                <a:latin typeface="Segoe UI Semibold"/>
                <a:ea typeface="+mn-ea"/>
                <a:cs typeface="+mn-cs"/>
              </a:rPr>
              <a:t>4</a:t>
            </a:r>
            <a:endParaRPr kumimoji="0" lang="en-US" sz="1000" b="0" i="0" u="none" strike="noStrike" kern="1200" cap="none" spc="0" normalizeH="0" baseline="0" noProof="0">
              <a:ln>
                <a:noFill/>
              </a:ln>
              <a:effectLst/>
              <a:uLnTx/>
              <a:uFillTx/>
              <a:latin typeface="Segoe UI Semibold"/>
              <a:ea typeface="+mn-ea"/>
              <a:cs typeface="+mn-cs"/>
            </a:endParaRPr>
          </a:p>
        </p:txBody>
      </p:sp>
      <p:pic>
        <p:nvPicPr>
          <p:cNvPr id="9476" name="Graphic 9475">
            <a:extLst>
              <a:ext uri="{FF2B5EF4-FFF2-40B4-BE49-F238E27FC236}">
                <a16:creationId xmlns:a16="http://schemas.microsoft.com/office/drawing/2014/main" id="{68EDF24A-9307-E2CC-B2C1-82AF5EE7410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406" y="4932942"/>
            <a:ext cx="228600" cy="228600"/>
          </a:xfrm>
          <a:prstGeom prst="rect">
            <a:avLst/>
          </a:prstGeom>
        </p:spPr>
      </p:pic>
      <p:pic>
        <p:nvPicPr>
          <p:cNvPr id="9478" name="Graphic 9477">
            <a:extLst>
              <a:ext uri="{FF2B5EF4-FFF2-40B4-BE49-F238E27FC236}">
                <a16:creationId xmlns:a16="http://schemas.microsoft.com/office/drawing/2014/main" id="{678FFF39-16B1-D491-1BBC-0DAFFD1EFB5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3220" y="4932942"/>
            <a:ext cx="228600" cy="228600"/>
          </a:xfrm>
          <a:prstGeom prst="rect">
            <a:avLst/>
          </a:prstGeom>
        </p:spPr>
      </p:pic>
    </p:spTree>
    <p:extLst>
      <p:ext uri="{BB962C8B-B14F-4D97-AF65-F5344CB8AC3E}">
        <p14:creationId xmlns:p14="http://schemas.microsoft.com/office/powerpoint/2010/main" val="218212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0"/>
                                  </p:stCondLst>
                                  <p:childTnLst>
                                    <p:animMotion origin="layout" path="M 0 0.03888 L 0 4.81481E-6 " pathEditMode="relative" rAng="0" ptsTypes="AA">
                                      <p:cBhvr>
                                        <p:cTn id="9" dur="5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
                                        <p:tgtEl>
                                          <p:spTgt spid="8"/>
                                        </p:tgtEl>
                                      </p:cBhvr>
                                    </p:animEffect>
                                  </p:childTnLst>
                                </p:cTn>
                              </p:par>
                              <p:par>
                                <p:cTn id="13" presetID="42" presetClass="path" presetSubtype="0" decel="100000" fill="hold" grpId="1" nodeType="withEffect">
                                  <p:stCondLst>
                                    <p:cond delay="100"/>
                                  </p:stCondLst>
                                  <p:childTnLst>
                                    <p:animMotion origin="layout" path="M 0 0.03889 L 0 -4.81481E-6 " pathEditMode="relative" rAng="0" ptsTypes="AA">
                                      <p:cBhvr>
                                        <p:cTn id="14" dur="500" fill="hold"/>
                                        <p:tgtEl>
                                          <p:spTgt spid="8"/>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9500"/>
                                        </p:tgtEl>
                                        <p:attrNameLst>
                                          <p:attrName>style.visibility</p:attrName>
                                        </p:attrNameLst>
                                      </p:cBhvr>
                                      <p:to>
                                        <p:strVal val="visible"/>
                                      </p:to>
                                    </p:set>
                                    <p:animEffect transition="in" filter="fade">
                                      <p:cBhvr>
                                        <p:cTn id="17" dur="200"/>
                                        <p:tgtEl>
                                          <p:spTgt spid="9500"/>
                                        </p:tgtEl>
                                      </p:cBhvr>
                                    </p:animEffect>
                                  </p:childTnLst>
                                </p:cTn>
                              </p:par>
                              <p:par>
                                <p:cTn id="18" presetID="42" presetClass="path" presetSubtype="0" decel="100000" fill="hold" grpId="1" nodeType="withEffect">
                                  <p:stCondLst>
                                    <p:cond delay="200"/>
                                  </p:stCondLst>
                                  <p:childTnLst>
                                    <p:animMotion origin="layout" path="M 0 0.03889 L 0 7.40741E-7 " pathEditMode="relative" rAng="0" ptsTypes="AA">
                                      <p:cBhvr>
                                        <p:cTn id="19" dur="500" fill="hold"/>
                                        <p:tgtEl>
                                          <p:spTgt spid="9500"/>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9509"/>
                                        </p:tgtEl>
                                        <p:attrNameLst>
                                          <p:attrName>style.visibility</p:attrName>
                                        </p:attrNameLst>
                                      </p:cBhvr>
                                      <p:to>
                                        <p:strVal val="visible"/>
                                      </p:to>
                                    </p:set>
                                    <p:animEffect transition="in" filter="fade">
                                      <p:cBhvr>
                                        <p:cTn id="22" dur="200"/>
                                        <p:tgtEl>
                                          <p:spTgt spid="9509"/>
                                        </p:tgtEl>
                                      </p:cBhvr>
                                    </p:animEffect>
                                  </p:childTnLst>
                                </p:cTn>
                              </p:par>
                              <p:par>
                                <p:cTn id="23" presetID="42" presetClass="path" presetSubtype="0" decel="100000" fill="hold" grpId="1" nodeType="withEffect">
                                  <p:stCondLst>
                                    <p:cond delay="200"/>
                                  </p:stCondLst>
                                  <p:childTnLst>
                                    <p:animMotion origin="layout" path="M 4.16667E-6 0.03889 L 4.16667E-6 3.7037E-7 " pathEditMode="relative" rAng="0" ptsTypes="AA">
                                      <p:cBhvr>
                                        <p:cTn id="24" dur="500" fill="hold"/>
                                        <p:tgtEl>
                                          <p:spTgt spid="9509"/>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9521"/>
                                        </p:tgtEl>
                                        <p:attrNameLst>
                                          <p:attrName>style.visibility</p:attrName>
                                        </p:attrNameLst>
                                      </p:cBhvr>
                                      <p:to>
                                        <p:strVal val="visible"/>
                                      </p:to>
                                    </p:set>
                                    <p:animEffect transition="in" filter="fade">
                                      <p:cBhvr>
                                        <p:cTn id="27" dur="200"/>
                                        <p:tgtEl>
                                          <p:spTgt spid="9521"/>
                                        </p:tgtEl>
                                      </p:cBhvr>
                                    </p:animEffect>
                                  </p:childTnLst>
                                </p:cTn>
                              </p:par>
                              <p:par>
                                <p:cTn id="28" presetID="42" presetClass="path" presetSubtype="0" decel="100000" fill="hold" grpId="1" nodeType="withEffect">
                                  <p:stCondLst>
                                    <p:cond delay="200"/>
                                  </p:stCondLst>
                                  <p:childTnLst>
                                    <p:animMotion origin="layout" path="M 4.16667E-6 0.03889 L 4.16667E-6 3.7037E-7 " pathEditMode="relative" rAng="0" ptsTypes="AA">
                                      <p:cBhvr>
                                        <p:cTn id="29" dur="500" fill="hold"/>
                                        <p:tgtEl>
                                          <p:spTgt spid="9521"/>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200"/>
                                        <p:tgtEl>
                                          <p:spTgt spid="39"/>
                                        </p:tgtEl>
                                      </p:cBhvr>
                                    </p:animEffect>
                                  </p:childTnLst>
                                </p:cTn>
                              </p:par>
                              <p:par>
                                <p:cTn id="33" presetID="42" presetClass="path" presetSubtype="0" decel="100000" fill="hold" grpId="1" nodeType="withEffect">
                                  <p:stCondLst>
                                    <p:cond delay="200"/>
                                  </p:stCondLst>
                                  <p:childTnLst>
                                    <p:animMotion origin="layout" path="M 2.70833E-6 0.03889 L 2.70833E-6 -3.33333E-6 " pathEditMode="relative" rAng="0" ptsTypes="AA">
                                      <p:cBhvr>
                                        <p:cTn id="34" dur="500" fill="hold"/>
                                        <p:tgtEl>
                                          <p:spTgt spid="39"/>
                                        </p:tgtEl>
                                        <p:attrNameLst>
                                          <p:attrName>ppt_x</p:attrName>
                                          <p:attrName>ppt_y</p:attrName>
                                        </p:attrNameLst>
                                      </p:cBhvr>
                                      <p:rCtr x="0" y="-1944"/>
                                    </p:animMotion>
                                  </p:childTnLst>
                                </p:cTn>
                              </p:par>
                              <p:par>
                                <p:cTn id="35" presetID="10" presetClass="entr" presetSubtype="0" fill="hold" grpId="0" nodeType="withEffect">
                                  <p:stCondLst>
                                    <p:cond delay="200"/>
                                  </p:stCondLst>
                                  <p:childTnLst>
                                    <p:set>
                                      <p:cBhvr>
                                        <p:cTn id="36" dur="1" fill="hold">
                                          <p:stCondLst>
                                            <p:cond delay="0"/>
                                          </p:stCondLst>
                                        </p:cTn>
                                        <p:tgtEl>
                                          <p:spTgt spid="9504"/>
                                        </p:tgtEl>
                                        <p:attrNameLst>
                                          <p:attrName>style.visibility</p:attrName>
                                        </p:attrNameLst>
                                      </p:cBhvr>
                                      <p:to>
                                        <p:strVal val="visible"/>
                                      </p:to>
                                    </p:set>
                                    <p:animEffect transition="in" filter="fade">
                                      <p:cBhvr>
                                        <p:cTn id="37" dur="200"/>
                                        <p:tgtEl>
                                          <p:spTgt spid="9504"/>
                                        </p:tgtEl>
                                      </p:cBhvr>
                                    </p:animEffect>
                                  </p:childTnLst>
                                </p:cTn>
                              </p:par>
                              <p:par>
                                <p:cTn id="38" presetID="42" presetClass="path" presetSubtype="0" decel="100000" fill="hold" grpId="1" nodeType="withEffect">
                                  <p:stCondLst>
                                    <p:cond delay="200"/>
                                  </p:stCondLst>
                                  <p:childTnLst>
                                    <p:animMotion origin="layout" path="M 4.58333E-6 0.03889 L 4.58333E-6 -3.33333E-6 " pathEditMode="relative" rAng="0" ptsTypes="AA">
                                      <p:cBhvr>
                                        <p:cTn id="39" dur="500" fill="hold"/>
                                        <p:tgtEl>
                                          <p:spTgt spid="9504"/>
                                        </p:tgtEl>
                                        <p:attrNameLst>
                                          <p:attrName>ppt_x</p:attrName>
                                          <p:attrName>ppt_y</p:attrName>
                                        </p:attrNameLst>
                                      </p:cBhvr>
                                      <p:rCtr x="0" y="-1944"/>
                                    </p:animMotion>
                                  </p:childTnLst>
                                </p:cTn>
                              </p:par>
                              <p:par>
                                <p:cTn id="40" presetID="10" presetClass="entr" presetSubtype="0" fill="hold" grpId="0" nodeType="withEffect">
                                  <p:stCondLst>
                                    <p:cond delay="200"/>
                                  </p:stCondLst>
                                  <p:childTnLst>
                                    <p:set>
                                      <p:cBhvr>
                                        <p:cTn id="41" dur="1" fill="hold">
                                          <p:stCondLst>
                                            <p:cond delay="0"/>
                                          </p:stCondLst>
                                        </p:cTn>
                                        <p:tgtEl>
                                          <p:spTgt spid="9502"/>
                                        </p:tgtEl>
                                        <p:attrNameLst>
                                          <p:attrName>style.visibility</p:attrName>
                                        </p:attrNameLst>
                                      </p:cBhvr>
                                      <p:to>
                                        <p:strVal val="visible"/>
                                      </p:to>
                                    </p:set>
                                    <p:animEffect transition="in" filter="fade">
                                      <p:cBhvr>
                                        <p:cTn id="42" dur="200"/>
                                        <p:tgtEl>
                                          <p:spTgt spid="9502"/>
                                        </p:tgtEl>
                                      </p:cBhvr>
                                    </p:animEffect>
                                  </p:childTnLst>
                                </p:cTn>
                              </p:par>
                              <p:par>
                                <p:cTn id="43" presetID="42" presetClass="path" presetSubtype="0" decel="100000" fill="hold" grpId="1" nodeType="withEffect">
                                  <p:stCondLst>
                                    <p:cond delay="200"/>
                                  </p:stCondLst>
                                  <p:childTnLst>
                                    <p:animMotion origin="layout" path="M -4.16667E-7 0.03889 L -4.16667E-7 1.48148E-6 " pathEditMode="relative" rAng="0" ptsTypes="AA">
                                      <p:cBhvr>
                                        <p:cTn id="44" dur="500" fill="hold"/>
                                        <p:tgtEl>
                                          <p:spTgt spid="9502"/>
                                        </p:tgtEl>
                                        <p:attrNameLst>
                                          <p:attrName>ppt_x</p:attrName>
                                          <p:attrName>ppt_y</p:attrName>
                                        </p:attrNameLst>
                                      </p:cBhvr>
                                      <p:rCtr x="0" y="-1944"/>
                                    </p:animMotion>
                                  </p:childTnLst>
                                </p:cTn>
                              </p:par>
                              <p:par>
                                <p:cTn id="45" presetID="10" presetClass="entr" presetSubtype="0" fill="hold" nodeType="withEffect">
                                  <p:stCondLst>
                                    <p:cond delay="200"/>
                                  </p:stCondLst>
                                  <p:childTnLst>
                                    <p:set>
                                      <p:cBhvr>
                                        <p:cTn id="46" dur="1" fill="hold">
                                          <p:stCondLst>
                                            <p:cond delay="0"/>
                                          </p:stCondLst>
                                        </p:cTn>
                                        <p:tgtEl>
                                          <p:spTgt spid="9473"/>
                                        </p:tgtEl>
                                        <p:attrNameLst>
                                          <p:attrName>style.visibility</p:attrName>
                                        </p:attrNameLst>
                                      </p:cBhvr>
                                      <p:to>
                                        <p:strVal val="visible"/>
                                      </p:to>
                                    </p:set>
                                    <p:animEffect transition="in" filter="fade">
                                      <p:cBhvr>
                                        <p:cTn id="47" dur="200"/>
                                        <p:tgtEl>
                                          <p:spTgt spid="9473"/>
                                        </p:tgtEl>
                                      </p:cBhvr>
                                    </p:animEffect>
                                  </p:childTnLst>
                                </p:cTn>
                              </p:par>
                              <p:par>
                                <p:cTn id="48" presetID="42" presetClass="path" presetSubtype="0" decel="100000" fill="hold" nodeType="withEffect">
                                  <p:stCondLst>
                                    <p:cond delay="200"/>
                                  </p:stCondLst>
                                  <p:childTnLst>
                                    <p:animMotion origin="layout" path="M 2.08333E-6 0.03889 L 2.08333E-6 2.59259E-6 " pathEditMode="relative" rAng="0" ptsTypes="AA">
                                      <p:cBhvr>
                                        <p:cTn id="49" dur="500" fill="hold"/>
                                        <p:tgtEl>
                                          <p:spTgt spid="9473"/>
                                        </p:tgtEl>
                                        <p:attrNameLst>
                                          <p:attrName>ppt_x</p:attrName>
                                          <p:attrName>ppt_y</p:attrName>
                                        </p:attrNameLst>
                                      </p:cBhvr>
                                      <p:rCtr x="0" y="-1944"/>
                                    </p:animMotion>
                                  </p:childTnLst>
                                </p:cTn>
                              </p:par>
                              <p:par>
                                <p:cTn id="50" presetID="10" presetClass="entr" presetSubtype="0" fill="hold" grpId="0" nodeType="withEffect">
                                  <p:stCondLst>
                                    <p:cond delay="20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200"/>
                                        <p:tgtEl>
                                          <p:spTgt spid="40"/>
                                        </p:tgtEl>
                                      </p:cBhvr>
                                    </p:animEffect>
                                  </p:childTnLst>
                                </p:cTn>
                              </p:par>
                              <p:par>
                                <p:cTn id="53" presetID="42" presetClass="path" presetSubtype="0" decel="100000" fill="hold" grpId="1" nodeType="withEffect">
                                  <p:stCondLst>
                                    <p:cond delay="200"/>
                                  </p:stCondLst>
                                  <p:childTnLst>
                                    <p:animMotion origin="layout" path="M 2.70833E-6 0.03888 L 2.70833E-6 4.07407E-6 " pathEditMode="relative" rAng="0" ptsTypes="AA">
                                      <p:cBhvr>
                                        <p:cTn id="54" dur="500" fill="hold"/>
                                        <p:tgtEl>
                                          <p:spTgt spid="40"/>
                                        </p:tgtEl>
                                        <p:attrNameLst>
                                          <p:attrName>ppt_x</p:attrName>
                                          <p:attrName>ppt_y</p:attrName>
                                        </p:attrNameLst>
                                      </p:cBhvr>
                                      <p:rCtr x="0" y="-1944"/>
                                    </p:animMotion>
                                  </p:childTnLst>
                                </p:cTn>
                              </p:par>
                              <p:par>
                                <p:cTn id="55" presetID="10" presetClass="entr" presetSubtype="0" fill="hold" grpId="0" nodeType="withEffect">
                                  <p:stCondLst>
                                    <p:cond delay="200"/>
                                  </p:stCondLst>
                                  <p:childTnLst>
                                    <p:set>
                                      <p:cBhvr>
                                        <p:cTn id="56" dur="1" fill="hold">
                                          <p:stCondLst>
                                            <p:cond delay="0"/>
                                          </p:stCondLst>
                                        </p:cTn>
                                        <p:tgtEl>
                                          <p:spTgt spid="9506"/>
                                        </p:tgtEl>
                                        <p:attrNameLst>
                                          <p:attrName>style.visibility</p:attrName>
                                        </p:attrNameLst>
                                      </p:cBhvr>
                                      <p:to>
                                        <p:strVal val="visible"/>
                                      </p:to>
                                    </p:set>
                                    <p:animEffect transition="in" filter="fade">
                                      <p:cBhvr>
                                        <p:cTn id="57" dur="200"/>
                                        <p:tgtEl>
                                          <p:spTgt spid="9506"/>
                                        </p:tgtEl>
                                      </p:cBhvr>
                                    </p:animEffect>
                                  </p:childTnLst>
                                </p:cTn>
                              </p:par>
                              <p:par>
                                <p:cTn id="58" presetID="42" presetClass="path" presetSubtype="0" decel="100000" fill="hold" grpId="1" nodeType="withEffect">
                                  <p:stCondLst>
                                    <p:cond delay="200"/>
                                  </p:stCondLst>
                                  <p:childTnLst>
                                    <p:animMotion origin="layout" path="M 4.58333E-6 0.03888 L 4.58333E-6 4.07407E-6 " pathEditMode="relative" rAng="0" ptsTypes="AA">
                                      <p:cBhvr>
                                        <p:cTn id="59" dur="500" fill="hold"/>
                                        <p:tgtEl>
                                          <p:spTgt spid="9506"/>
                                        </p:tgtEl>
                                        <p:attrNameLst>
                                          <p:attrName>ppt_x</p:attrName>
                                          <p:attrName>ppt_y</p:attrName>
                                        </p:attrNameLst>
                                      </p:cBhvr>
                                      <p:rCtr x="0" y="-1944"/>
                                    </p:animMotion>
                                  </p:childTnLst>
                                </p:cTn>
                              </p:par>
                              <p:par>
                                <p:cTn id="60" presetID="10" presetClass="entr" presetSubtype="0" fill="hold" grpId="0" nodeType="withEffect">
                                  <p:stCondLst>
                                    <p:cond delay="200"/>
                                  </p:stCondLst>
                                  <p:childTnLst>
                                    <p:set>
                                      <p:cBhvr>
                                        <p:cTn id="61" dur="1" fill="hold">
                                          <p:stCondLst>
                                            <p:cond delay="0"/>
                                          </p:stCondLst>
                                        </p:cTn>
                                        <p:tgtEl>
                                          <p:spTgt spid="9508"/>
                                        </p:tgtEl>
                                        <p:attrNameLst>
                                          <p:attrName>style.visibility</p:attrName>
                                        </p:attrNameLst>
                                      </p:cBhvr>
                                      <p:to>
                                        <p:strVal val="visible"/>
                                      </p:to>
                                    </p:set>
                                    <p:animEffect transition="in" filter="fade">
                                      <p:cBhvr>
                                        <p:cTn id="62" dur="200"/>
                                        <p:tgtEl>
                                          <p:spTgt spid="9508"/>
                                        </p:tgtEl>
                                      </p:cBhvr>
                                    </p:animEffect>
                                  </p:childTnLst>
                                </p:cTn>
                              </p:par>
                              <p:par>
                                <p:cTn id="63" presetID="42" presetClass="path" presetSubtype="0" decel="100000" fill="hold" grpId="1" nodeType="withEffect">
                                  <p:stCondLst>
                                    <p:cond delay="200"/>
                                  </p:stCondLst>
                                  <p:childTnLst>
                                    <p:animMotion origin="layout" path="M 2.08333E-6 0.03889 L 2.08333E-6 1.11111E-6 " pathEditMode="relative" rAng="0" ptsTypes="AA">
                                      <p:cBhvr>
                                        <p:cTn id="64" dur="500" fill="hold"/>
                                        <p:tgtEl>
                                          <p:spTgt spid="9508"/>
                                        </p:tgtEl>
                                        <p:attrNameLst>
                                          <p:attrName>ppt_x</p:attrName>
                                          <p:attrName>ppt_y</p:attrName>
                                        </p:attrNameLst>
                                      </p:cBhvr>
                                      <p:rCtr x="0" y="-1944"/>
                                    </p:animMotion>
                                  </p:childTnLst>
                                </p:cTn>
                              </p:par>
                              <p:par>
                                <p:cTn id="65" presetID="10" presetClass="entr" presetSubtype="0" fill="hold" grpId="0" nodeType="withEffect">
                                  <p:stCondLst>
                                    <p:cond delay="20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200"/>
                                        <p:tgtEl>
                                          <p:spTgt spid="41"/>
                                        </p:tgtEl>
                                      </p:cBhvr>
                                    </p:animEffect>
                                  </p:childTnLst>
                                </p:cTn>
                              </p:par>
                              <p:par>
                                <p:cTn id="68" presetID="42" presetClass="path" presetSubtype="0" decel="100000" fill="hold" grpId="1" nodeType="withEffect">
                                  <p:stCondLst>
                                    <p:cond delay="200"/>
                                  </p:stCondLst>
                                  <p:childTnLst>
                                    <p:animMotion origin="layout" path="M 2.08333E-6 0.03889 L 2.08333E-6 -1.85185E-6 " pathEditMode="relative" rAng="0" ptsTypes="AA">
                                      <p:cBhvr>
                                        <p:cTn id="69" dur="500" fill="hold"/>
                                        <p:tgtEl>
                                          <p:spTgt spid="41"/>
                                        </p:tgtEl>
                                        <p:attrNameLst>
                                          <p:attrName>ppt_x</p:attrName>
                                          <p:attrName>ppt_y</p:attrName>
                                        </p:attrNameLst>
                                      </p:cBhvr>
                                      <p:rCtr x="0" y="-1944"/>
                                    </p:animMotion>
                                  </p:childTnLst>
                                </p:cTn>
                              </p:par>
                              <p:par>
                                <p:cTn id="70" presetID="10" presetClass="entr" presetSubtype="0" fill="hold" grpId="0" nodeType="withEffect">
                                  <p:stCondLst>
                                    <p:cond delay="200"/>
                                  </p:stCondLst>
                                  <p:childTnLst>
                                    <p:set>
                                      <p:cBhvr>
                                        <p:cTn id="71" dur="1" fill="hold">
                                          <p:stCondLst>
                                            <p:cond delay="0"/>
                                          </p:stCondLst>
                                        </p:cTn>
                                        <p:tgtEl>
                                          <p:spTgt spid="9503"/>
                                        </p:tgtEl>
                                        <p:attrNameLst>
                                          <p:attrName>style.visibility</p:attrName>
                                        </p:attrNameLst>
                                      </p:cBhvr>
                                      <p:to>
                                        <p:strVal val="visible"/>
                                      </p:to>
                                    </p:set>
                                    <p:animEffect transition="in" filter="fade">
                                      <p:cBhvr>
                                        <p:cTn id="72" dur="200"/>
                                        <p:tgtEl>
                                          <p:spTgt spid="9503"/>
                                        </p:tgtEl>
                                      </p:cBhvr>
                                    </p:animEffect>
                                  </p:childTnLst>
                                </p:cTn>
                              </p:par>
                              <p:par>
                                <p:cTn id="73" presetID="42" presetClass="path" presetSubtype="0" decel="100000" fill="hold" grpId="1" nodeType="withEffect">
                                  <p:stCondLst>
                                    <p:cond delay="200"/>
                                  </p:stCondLst>
                                  <p:childTnLst>
                                    <p:animMotion origin="layout" path="M 2.5E-6 0.03889 L 2.5E-6 -2.59259E-6 " pathEditMode="relative" rAng="0" ptsTypes="AA">
                                      <p:cBhvr>
                                        <p:cTn id="74" dur="500" fill="hold"/>
                                        <p:tgtEl>
                                          <p:spTgt spid="9503"/>
                                        </p:tgtEl>
                                        <p:attrNameLst>
                                          <p:attrName>ppt_x</p:attrName>
                                          <p:attrName>ppt_y</p:attrName>
                                        </p:attrNameLst>
                                      </p:cBhvr>
                                      <p:rCtr x="0" y="-1944"/>
                                    </p:animMotion>
                                  </p:childTnLst>
                                </p:cTn>
                              </p:par>
                              <p:par>
                                <p:cTn id="75" presetID="10" presetClass="entr" presetSubtype="0" fill="hold" grpId="0" nodeType="withEffect">
                                  <p:stCondLst>
                                    <p:cond delay="20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200"/>
                                        <p:tgtEl>
                                          <p:spTgt spid="36"/>
                                        </p:tgtEl>
                                      </p:cBhvr>
                                    </p:animEffect>
                                  </p:childTnLst>
                                </p:cTn>
                              </p:par>
                              <p:par>
                                <p:cTn id="78" presetID="42" presetClass="path" presetSubtype="0" decel="100000" fill="hold" grpId="1" nodeType="withEffect">
                                  <p:stCondLst>
                                    <p:cond delay="200"/>
                                  </p:stCondLst>
                                  <p:childTnLst>
                                    <p:animMotion origin="layout" path="M 2.08333E-6 0.03888 L 2.08333E-6 4.81481E-6 " pathEditMode="relative" rAng="0" ptsTypes="AA">
                                      <p:cBhvr>
                                        <p:cTn id="79" dur="500" fill="hold"/>
                                        <p:tgtEl>
                                          <p:spTgt spid="36"/>
                                        </p:tgtEl>
                                        <p:attrNameLst>
                                          <p:attrName>ppt_x</p:attrName>
                                          <p:attrName>ppt_y</p:attrName>
                                        </p:attrNameLst>
                                      </p:cBhvr>
                                      <p:rCtr x="0" y="-1944"/>
                                    </p:animMotion>
                                  </p:childTnLst>
                                </p:cTn>
                              </p:par>
                              <p:par>
                                <p:cTn id="80" presetID="10" presetClass="entr" presetSubtype="0" fill="hold" grpId="0" nodeType="withEffect">
                                  <p:stCondLst>
                                    <p:cond delay="200"/>
                                  </p:stCondLst>
                                  <p:childTnLst>
                                    <p:set>
                                      <p:cBhvr>
                                        <p:cTn id="81" dur="1" fill="hold">
                                          <p:stCondLst>
                                            <p:cond delay="0"/>
                                          </p:stCondLst>
                                        </p:cTn>
                                        <p:tgtEl>
                                          <p:spTgt spid="9507"/>
                                        </p:tgtEl>
                                        <p:attrNameLst>
                                          <p:attrName>style.visibility</p:attrName>
                                        </p:attrNameLst>
                                      </p:cBhvr>
                                      <p:to>
                                        <p:strVal val="visible"/>
                                      </p:to>
                                    </p:set>
                                    <p:animEffect transition="in" filter="fade">
                                      <p:cBhvr>
                                        <p:cTn id="82" dur="200"/>
                                        <p:tgtEl>
                                          <p:spTgt spid="9507"/>
                                        </p:tgtEl>
                                      </p:cBhvr>
                                    </p:animEffect>
                                  </p:childTnLst>
                                </p:cTn>
                              </p:par>
                              <p:par>
                                <p:cTn id="83" presetID="42" presetClass="path" presetSubtype="0" decel="100000" fill="hold" grpId="1" nodeType="withEffect">
                                  <p:stCondLst>
                                    <p:cond delay="200"/>
                                  </p:stCondLst>
                                  <p:childTnLst>
                                    <p:animMotion origin="layout" path="M -2.08333E-7 0.03888 L -2.08333E-7 4.07407E-6 " pathEditMode="relative" rAng="0" ptsTypes="AA">
                                      <p:cBhvr>
                                        <p:cTn id="84" dur="500" fill="hold"/>
                                        <p:tgtEl>
                                          <p:spTgt spid="9507"/>
                                        </p:tgtEl>
                                        <p:attrNameLst>
                                          <p:attrName>ppt_x</p:attrName>
                                          <p:attrName>ppt_y</p:attrName>
                                        </p:attrNameLst>
                                      </p:cBhvr>
                                      <p:rCtr x="0" y="-1944"/>
                                    </p:animMotion>
                                  </p:childTnLst>
                                </p:cTn>
                              </p:par>
                              <p:par>
                                <p:cTn id="85" presetID="10" presetClass="entr" presetSubtype="0" fill="hold" grpId="0" nodeType="withEffect">
                                  <p:stCondLst>
                                    <p:cond delay="20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200"/>
                                        <p:tgtEl>
                                          <p:spTgt spid="38"/>
                                        </p:tgtEl>
                                      </p:cBhvr>
                                    </p:animEffect>
                                  </p:childTnLst>
                                </p:cTn>
                              </p:par>
                              <p:par>
                                <p:cTn id="88" presetID="42" presetClass="path" presetSubtype="0" decel="100000" fill="hold" grpId="1" nodeType="withEffect">
                                  <p:stCondLst>
                                    <p:cond delay="200"/>
                                  </p:stCondLst>
                                  <p:childTnLst>
                                    <p:animMotion origin="layout" path="M 2.29167E-6 0.03888 L 2.29167E-6 4.07407E-6 " pathEditMode="relative" rAng="0" ptsTypes="AA">
                                      <p:cBhvr>
                                        <p:cTn id="89" dur="500" fill="hold"/>
                                        <p:tgtEl>
                                          <p:spTgt spid="38"/>
                                        </p:tgtEl>
                                        <p:attrNameLst>
                                          <p:attrName>ppt_x</p:attrName>
                                          <p:attrName>ppt_y</p:attrName>
                                        </p:attrNameLst>
                                      </p:cBhvr>
                                      <p:rCtr x="0" y="-1944"/>
                                    </p:animMotion>
                                  </p:childTnLst>
                                </p:cTn>
                              </p:par>
                              <p:par>
                                <p:cTn id="90" presetID="10" presetClass="entr" presetSubtype="0" fill="hold" grpId="0" nodeType="withEffect">
                                  <p:stCondLst>
                                    <p:cond delay="200"/>
                                  </p:stCondLst>
                                  <p:childTnLst>
                                    <p:set>
                                      <p:cBhvr>
                                        <p:cTn id="91" dur="1" fill="hold">
                                          <p:stCondLst>
                                            <p:cond delay="0"/>
                                          </p:stCondLst>
                                        </p:cTn>
                                        <p:tgtEl>
                                          <p:spTgt spid="9505"/>
                                        </p:tgtEl>
                                        <p:attrNameLst>
                                          <p:attrName>style.visibility</p:attrName>
                                        </p:attrNameLst>
                                      </p:cBhvr>
                                      <p:to>
                                        <p:strVal val="visible"/>
                                      </p:to>
                                    </p:set>
                                    <p:animEffect transition="in" filter="fade">
                                      <p:cBhvr>
                                        <p:cTn id="92" dur="200"/>
                                        <p:tgtEl>
                                          <p:spTgt spid="9505"/>
                                        </p:tgtEl>
                                      </p:cBhvr>
                                    </p:animEffect>
                                  </p:childTnLst>
                                </p:cTn>
                              </p:par>
                              <p:par>
                                <p:cTn id="93" presetID="42" presetClass="path" presetSubtype="0" decel="100000" fill="hold" grpId="1" nodeType="withEffect">
                                  <p:stCondLst>
                                    <p:cond delay="200"/>
                                  </p:stCondLst>
                                  <p:childTnLst>
                                    <p:animMotion origin="layout" path="M -2.08333E-7 0.03889 L -2.08333E-7 -3.33333E-6 " pathEditMode="relative" rAng="0" ptsTypes="AA">
                                      <p:cBhvr>
                                        <p:cTn id="94" dur="500" fill="hold"/>
                                        <p:tgtEl>
                                          <p:spTgt spid="9505"/>
                                        </p:tgtEl>
                                        <p:attrNameLst>
                                          <p:attrName>ppt_x</p:attrName>
                                          <p:attrName>ppt_y</p:attrName>
                                        </p:attrNameLst>
                                      </p:cBhvr>
                                      <p:rCtr x="0" y="-1944"/>
                                    </p:animMotion>
                                  </p:childTnLst>
                                </p:cTn>
                              </p:par>
                              <p:par>
                                <p:cTn id="95" presetID="10" presetClass="entr" presetSubtype="0" fill="hold" grpId="0" nodeType="withEffect">
                                  <p:stCondLst>
                                    <p:cond delay="20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200"/>
                                        <p:tgtEl>
                                          <p:spTgt spid="37"/>
                                        </p:tgtEl>
                                      </p:cBhvr>
                                    </p:animEffect>
                                  </p:childTnLst>
                                </p:cTn>
                              </p:par>
                              <p:par>
                                <p:cTn id="98" presetID="42" presetClass="path" presetSubtype="0" decel="100000" fill="hold" grpId="1" nodeType="withEffect">
                                  <p:stCondLst>
                                    <p:cond delay="200"/>
                                  </p:stCondLst>
                                  <p:childTnLst>
                                    <p:animMotion origin="layout" path="M 1.45833E-6 0.03889 L 1.45833E-6 -3.33333E-6 " pathEditMode="relative" rAng="0" ptsTypes="AA">
                                      <p:cBhvr>
                                        <p:cTn id="99" dur="500" fill="hold"/>
                                        <p:tgtEl>
                                          <p:spTgt spid="37"/>
                                        </p:tgtEl>
                                        <p:attrNameLst>
                                          <p:attrName>ppt_x</p:attrName>
                                          <p:attrName>ppt_y</p:attrName>
                                        </p:attrNameLst>
                                      </p:cBhvr>
                                      <p:rCtr x="0" y="-1944"/>
                                    </p:animMotion>
                                  </p:childTnLst>
                                </p:cTn>
                              </p:par>
                              <p:par>
                                <p:cTn id="100" presetID="10" presetClass="entr" presetSubtype="0" fill="hold" nodeType="withEffect">
                                  <p:stCondLst>
                                    <p:cond delay="200"/>
                                  </p:stCondLst>
                                  <p:childTnLst>
                                    <p:set>
                                      <p:cBhvr>
                                        <p:cTn id="101" dur="1" fill="hold">
                                          <p:stCondLst>
                                            <p:cond delay="0"/>
                                          </p:stCondLst>
                                        </p:cTn>
                                        <p:tgtEl>
                                          <p:spTgt spid="9478"/>
                                        </p:tgtEl>
                                        <p:attrNameLst>
                                          <p:attrName>style.visibility</p:attrName>
                                        </p:attrNameLst>
                                      </p:cBhvr>
                                      <p:to>
                                        <p:strVal val="visible"/>
                                      </p:to>
                                    </p:set>
                                    <p:animEffect transition="in" filter="fade">
                                      <p:cBhvr>
                                        <p:cTn id="102" dur="200"/>
                                        <p:tgtEl>
                                          <p:spTgt spid="9478"/>
                                        </p:tgtEl>
                                      </p:cBhvr>
                                    </p:animEffect>
                                  </p:childTnLst>
                                </p:cTn>
                              </p:par>
                              <p:par>
                                <p:cTn id="103" presetID="42" presetClass="path" presetSubtype="0" decel="100000" fill="hold" nodeType="withEffect">
                                  <p:stCondLst>
                                    <p:cond delay="200"/>
                                  </p:stCondLst>
                                  <p:childTnLst>
                                    <p:animMotion origin="layout" path="M -4.16667E-7 0.03889 L -4.16667E-7 3.7037E-7 " pathEditMode="relative" rAng="0" ptsTypes="AA">
                                      <p:cBhvr>
                                        <p:cTn id="104" dur="500" fill="hold"/>
                                        <p:tgtEl>
                                          <p:spTgt spid="9478"/>
                                        </p:tgtEl>
                                        <p:attrNameLst>
                                          <p:attrName>ppt_x</p:attrName>
                                          <p:attrName>ppt_y</p:attrName>
                                        </p:attrNameLst>
                                      </p:cBhvr>
                                      <p:rCtr x="0" y="-1944"/>
                                    </p:animMotion>
                                  </p:childTnLst>
                                </p:cTn>
                              </p:par>
                              <p:par>
                                <p:cTn id="105" presetID="10" presetClass="entr" presetSubtype="0" fill="hold" grpId="0" nodeType="withEffect">
                                  <p:stCondLst>
                                    <p:cond delay="200"/>
                                  </p:stCondLst>
                                  <p:childTnLst>
                                    <p:set>
                                      <p:cBhvr>
                                        <p:cTn id="106" dur="1" fill="hold">
                                          <p:stCondLst>
                                            <p:cond delay="0"/>
                                          </p:stCondLst>
                                        </p:cTn>
                                        <p:tgtEl>
                                          <p:spTgt spid="9511"/>
                                        </p:tgtEl>
                                        <p:attrNameLst>
                                          <p:attrName>style.visibility</p:attrName>
                                        </p:attrNameLst>
                                      </p:cBhvr>
                                      <p:to>
                                        <p:strVal val="visible"/>
                                      </p:to>
                                    </p:set>
                                    <p:animEffect transition="in" filter="fade">
                                      <p:cBhvr>
                                        <p:cTn id="107" dur="200"/>
                                        <p:tgtEl>
                                          <p:spTgt spid="9511"/>
                                        </p:tgtEl>
                                      </p:cBhvr>
                                    </p:animEffect>
                                  </p:childTnLst>
                                </p:cTn>
                              </p:par>
                              <p:par>
                                <p:cTn id="108" presetID="42" presetClass="path" presetSubtype="0" decel="100000" fill="hold" grpId="1" nodeType="withEffect">
                                  <p:stCondLst>
                                    <p:cond delay="200"/>
                                  </p:stCondLst>
                                  <p:childTnLst>
                                    <p:animMotion origin="layout" path="M 3.95833E-6 0.03889 L 3.95833E-6 3.7037E-7 " pathEditMode="relative" rAng="0" ptsTypes="AA">
                                      <p:cBhvr>
                                        <p:cTn id="109" dur="500" fill="hold"/>
                                        <p:tgtEl>
                                          <p:spTgt spid="9511"/>
                                        </p:tgtEl>
                                        <p:attrNameLst>
                                          <p:attrName>ppt_x</p:attrName>
                                          <p:attrName>ppt_y</p:attrName>
                                        </p:attrNameLst>
                                      </p:cBhvr>
                                      <p:rCtr x="0" y="-1944"/>
                                    </p:animMotion>
                                  </p:childTnLst>
                                </p:cTn>
                              </p:par>
                              <p:par>
                                <p:cTn id="110" presetID="10" presetClass="entr" presetSubtype="0" fill="hold" grpId="0" nodeType="withEffect">
                                  <p:stCondLst>
                                    <p:cond delay="200"/>
                                  </p:stCondLst>
                                  <p:childTnLst>
                                    <p:set>
                                      <p:cBhvr>
                                        <p:cTn id="111" dur="1" fill="hold">
                                          <p:stCondLst>
                                            <p:cond delay="0"/>
                                          </p:stCondLst>
                                        </p:cTn>
                                        <p:tgtEl>
                                          <p:spTgt spid="9512"/>
                                        </p:tgtEl>
                                        <p:attrNameLst>
                                          <p:attrName>style.visibility</p:attrName>
                                        </p:attrNameLst>
                                      </p:cBhvr>
                                      <p:to>
                                        <p:strVal val="visible"/>
                                      </p:to>
                                    </p:set>
                                    <p:animEffect transition="in" filter="fade">
                                      <p:cBhvr>
                                        <p:cTn id="112" dur="200"/>
                                        <p:tgtEl>
                                          <p:spTgt spid="9512"/>
                                        </p:tgtEl>
                                      </p:cBhvr>
                                    </p:animEffect>
                                  </p:childTnLst>
                                </p:cTn>
                              </p:par>
                              <p:par>
                                <p:cTn id="113" presetID="42" presetClass="path" presetSubtype="0" decel="100000" fill="hold" grpId="1" nodeType="withEffect">
                                  <p:stCondLst>
                                    <p:cond delay="200"/>
                                  </p:stCondLst>
                                  <p:childTnLst>
                                    <p:animMotion origin="layout" path="M 4.16667E-6 0.03889 L 4.16667E-6 3.33333E-6 " pathEditMode="relative" rAng="0" ptsTypes="AA">
                                      <p:cBhvr>
                                        <p:cTn id="114" dur="500" fill="hold"/>
                                        <p:tgtEl>
                                          <p:spTgt spid="9512"/>
                                        </p:tgtEl>
                                        <p:attrNameLst>
                                          <p:attrName>ppt_x</p:attrName>
                                          <p:attrName>ppt_y</p:attrName>
                                        </p:attrNameLst>
                                      </p:cBhvr>
                                      <p:rCtr x="0" y="-1944"/>
                                    </p:animMotion>
                                  </p:childTnLst>
                                </p:cTn>
                              </p:par>
                              <p:par>
                                <p:cTn id="115" presetID="10" presetClass="entr" presetSubtype="0" fill="hold" grpId="0" nodeType="withEffect">
                                  <p:stCondLst>
                                    <p:cond delay="200"/>
                                  </p:stCondLst>
                                  <p:childTnLst>
                                    <p:set>
                                      <p:cBhvr>
                                        <p:cTn id="116" dur="1" fill="hold">
                                          <p:stCondLst>
                                            <p:cond delay="0"/>
                                          </p:stCondLst>
                                        </p:cTn>
                                        <p:tgtEl>
                                          <p:spTgt spid="9515"/>
                                        </p:tgtEl>
                                        <p:attrNameLst>
                                          <p:attrName>style.visibility</p:attrName>
                                        </p:attrNameLst>
                                      </p:cBhvr>
                                      <p:to>
                                        <p:strVal val="visible"/>
                                      </p:to>
                                    </p:set>
                                    <p:animEffect transition="in" filter="fade">
                                      <p:cBhvr>
                                        <p:cTn id="117" dur="200"/>
                                        <p:tgtEl>
                                          <p:spTgt spid="9515"/>
                                        </p:tgtEl>
                                      </p:cBhvr>
                                    </p:animEffect>
                                  </p:childTnLst>
                                </p:cTn>
                              </p:par>
                              <p:par>
                                <p:cTn id="118" presetID="42" presetClass="path" presetSubtype="0" decel="100000" fill="hold" grpId="1" nodeType="withEffect">
                                  <p:stCondLst>
                                    <p:cond delay="200"/>
                                  </p:stCondLst>
                                  <p:childTnLst>
                                    <p:animMotion origin="layout" path="M 4.16667E-6 0.03889 L 4.16667E-6 2.96296E-6 " pathEditMode="relative" rAng="0" ptsTypes="AA">
                                      <p:cBhvr>
                                        <p:cTn id="119" dur="500" fill="hold"/>
                                        <p:tgtEl>
                                          <p:spTgt spid="9515"/>
                                        </p:tgtEl>
                                        <p:attrNameLst>
                                          <p:attrName>ppt_x</p:attrName>
                                          <p:attrName>ppt_y</p:attrName>
                                        </p:attrNameLst>
                                      </p:cBhvr>
                                      <p:rCtr x="0" y="-1944"/>
                                    </p:animMotion>
                                  </p:childTnLst>
                                </p:cTn>
                              </p:par>
                              <p:par>
                                <p:cTn id="120" presetID="10" presetClass="entr" presetSubtype="0" fill="hold" grpId="0" nodeType="withEffect">
                                  <p:stCondLst>
                                    <p:cond delay="200"/>
                                  </p:stCondLst>
                                  <p:childTnLst>
                                    <p:set>
                                      <p:cBhvr>
                                        <p:cTn id="121" dur="1" fill="hold">
                                          <p:stCondLst>
                                            <p:cond delay="0"/>
                                          </p:stCondLst>
                                        </p:cTn>
                                        <p:tgtEl>
                                          <p:spTgt spid="9510"/>
                                        </p:tgtEl>
                                        <p:attrNameLst>
                                          <p:attrName>style.visibility</p:attrName>
                                        </p:attrNameLst>
                                      </p:cBhvr>
                                      <p:to>
                                        <p:strVal val="visible"/>
                                      </p:to>
                                    </p:set>
                                    <p:animEffect transition="in" filter="fade">
                                      <p:cBhvr>
                                        <p:cTn id="122" dur="200"/>
                                        <p:tgtEl>
                                          <p:spTgt spid="9510"/>
                                        </p:tgtEl>
                                      </p:cBhvr>
                                    </p:animEffect>
                                  </p:childTnLst>
                                </p:cTn>
                              </p:par>
                              <p:par>
                                <p:cTn id="123" presetID="42" presetClass="path" presetSubtype="0" decel="100000" fill="hold" grpId="1" nodeType="withEffect">
                                  <p:stCondLst>
                                    <p:cond delay="200"/>
                                  </p:stCondLst>
                                  <p:childTnLst>
                                    <p:animMotion origin="layout" path="M 1.66667E-6 0.03889 L 1.66667E-6 3.7037E-7 " pathEditMode="relative" rAng="0" ptsTypes="AA">
                                      <p:cBhvr>
                                        <p:cTn id="124" dur="500" fill="hold"/>
                                        <p:tgtEl>
                                          <p:spTgt spid="9510"/>
                                        </p:tgtEl>
                                        <p:attrNameLst>
                                          <p:attrName>ppt_x</p:attrName>
                                          <p:attrName>ppt_y</p:attrName>
                                        </p:attrNameLst>
                                      </p:cBhvr>
                                      <p:rCtr x="0" y="-1944"/>
                                    </p:animMotion>
                                  </p:childTnLst>
                                </p:cTn>
                              </p:par>
                              <p:par>
                                <p:cTn id="125" presetID="10" presetClass="entr" presetSubtype="0" fill="hold" grpId="0" nodeType="withEffect">
                                  <p:stCondLst>
                                    <p:cond delay="200"/>
                                  </p:stCondLst>
                                  <p:childTnLst>
                                    <p:set>
                                      <p:cBhvr>
                                        <p:cTn id="126" dur="1" fill="hold">
                                          <p:stCondLst>
                                            <p:cond delay="0"/>
                                          </p:stCondLst>
                                        </p:cTn>
                                        <p:tgtEl>
                                          <p:spTgt spid="9516"/>
                                        </p:tgtEl>
                                        <p:attrNameLst>
                                          <p:attrName>style.visibility</p:attrName>
                                        </p:attrNameLst>
                                      </p:cBhvr>
                                      <p:to>
                                        <p:strVal val="visible"/>
                                      </p:to>
                                    </p:set>
                                    <p:animEffect transition="in" filter="fade">
                                      <p:cBhvr>
                                        <p:cTn id="127" dur="200"/>
                                        <p:tgtEl>
                                          <p:spTgt spid="9516"/>
                                        </p:tgtEl>
                                      </p:cBhvr>
                                    </p:animEffect>
                                  </p:childTnLst>
                                </p:cTn>
                              </p:par>
                              <p:par>
                                <p:cTn id="128" presetID="42" presetClass="path" presetSubtype="0" decel="100000" fill="hold" grpId="1" nodeType="withEffect">
                                  <p:stCondLst>
                                    <p:cond delay="200"/>
                                  </p:stCondLst>
                                  <p:childTnLst>
                                    <p:animMotion origin="layout" path="M 5.55112E-17 0.03889 L 5.55112E-17 2.96296E-6 " pathEditMode="relative" rAng="0" ptsTypes="AA">
                                      <p:cBhvr>
                                        <p:cTn id="129" dur="500" fill="hold"/>
                                        <p:tgtEl>
                                          <p:spTgt spid="9516"/>
                                        </p:tgtEl>
                                        <p:attrNameLst>
                                          <p:attrName>ppt_x</p:attrName>
                                          <p:attrName>ppt_y</p:attrName>
                                        </p:attrNameLst>
                                      </p:cBhvr>
                                      <p:rCtr x="0" y="-1944"/>
                                    </p:animMotion>
                                  </p:childTnLst>
                                </p:cTn>
                              </p:par>
                              <p:par>
                                <p:cTn id="130" presetID="10" presetClass="entr" presetSubtype="0" fill="hold" grpId="0" nodeType="withEffect">
                                  <p:stCondLst>
                                    <p:cond delay="200"/>
                                  </p:stCondLst>
                                  <p:childTnLst>
                                    <p:set>
                                      <p:cBhvr>
                                        <p:cTn id="131" dur="1" fill="hold">
                                          <p:stCondLst>
                                            <p:cond delay="0"/>
                                          </p:stCondLst>
                                        </p:cTn>
                                        <p:tgtEl>
                                          <p:spTgt spid="9513"/>
                                        </p:tgtEl>
                                        <p:attrNameLst>
                                          <p:attrName>style.visibility</p:attrName>
                                        </p:attrNameLst>
                                      </p:cBhvr>
                                      <p:to>
                                        <p:strVal val="visible"/>
                                      </p:to>
                                    </p:set>
                                    <p:animEffect transition="in" filter="fade">
                                      <p:cBhvr>
                                        <p:cTn id="132" dur="200"/>
                                        <p:tgtEl>
                                          <p:spTgt spid="9513"/>
                                        </p:tgtEl>
                                      </p:cBhvr>
                                    </p:animEffect>
                                  </p:childTnLst>
                                </p:cTn>
                              </p:par>
                              <p:par>
                                <p:cTn id="133" presetID="42" presetClass="path" presetSubtype="0" decel="100000" fill="hold" grpId="1" nodeType="withEffect">
                                  <p:stCondLst>
                                    <p:cond delay="200"/>
                                  </p:stCondLst>
                                  <p:childTnLst>
                                    <p:animMotion origin="layout" path="M 1.04167E-6 0.03889 L 1.04167E-6 3.33333E-6 " pathEditMode="relative" rAng="0" ptsTypes="AA">
                                      <p:cBhvr>
                                        <p:cTn id="134" dur="500" fill="hold"/>
                                        <p:tgtEl>
                                          <p:spTgt spid="9513"/>
                                        </p:tgtEl>
                                        <p:attrNameLst>
                                          <p:attrName>ppt_x</p:attrName>
                                          <p:attrName>ppt_y</p:attrName>
                                        </p:attrNameLst>
                                      </p:cBhvr>
                                      <p:rCtr x="0" y="-1944"/>
                                    </p:animMotion>
                                  </p:childTnLst>
                                </p:cTn>
                              </p:par>
                              <p:par>
                                <p:cTn id="135" presetID="10" presetClass="entr" presetSubtype="0" fill="hold" grpId="0" nodeType="withEffect">
                                  <p:stCondLst>
                                    <p:cond delay="200"/>
                                  </p:stCondLst>
                                  <p:childTnLst>
                                    <p:set>
                                      <p:cBhvr>
                                        <p:cTn id="136" dur="1" fill="hold">
                                          <p:stCondLst>
                                            <p:cond delay="0"/>
                                          </p:stCondLst>
                                        </p:cTn>
                                        <p:tgtEl>
                                          <p:spTgt spid="9517"/>
                                        </p:tgtEl>
                                        <p:attrNameLst>
                                          <p:attrName>style.visibility</p:attrName>
                                        </p:attrNameLst>
                                      </p:cBhvr>
                                      <p:to>
                                        <p:strVal val="visible"/>
                                      </p:to>
                                    </p:set>
                                    <p:animEffect transition="in" filter="fade">
                                      <p:cBhvr>
                                        <p:cTn id="137" dur="200"/>
                                        <p:tgtEl>
                                          <p:spTgt spid="9517"/>
                                        </p:tgtEl>
                                      </p:cBhvr>
                                    </p:animEffect>
                                  </p:childTnLst>
                                </p:cTn>
                              </p:par>
                              <p:par>
                                <p:cTn id="138" presetID="42" presetClass="path" presetSubtype="0" decel="100000" fill="hold" grpId="1" nodeType="withEffect">
                                  <p:stCondLst>
                                    <p:cond delay="200"/>
                                  </p:stCondLst>
                                  <p:childTnLst>
                                    <p:animMotion origin="layout" path="M 0 0.03889 L 0 2.96296E-6 " pathEditMode="relative" rAng="0" ptsTypes="AA">
                                      <p:cBhvr>
                                        <p:cTn id="139" dur="500" fill="hold"/>
                                        <p:tgtEl>
                                          <p:spTgt spid="9517"/>
                                        </p:tgtEl>
                                        <p:attrNameLst>
                                          <p:attrName>ppt_x</p:attrName>
                                          <p:attrName>ppt_y</p:attrName>
                                        </p:attrNameLst>
                                      </p:cBhvr>
                                      <p:rCtr x="0" y="-1944"/>
                                    </p:animMotion>
                                  </p:childTnLst>
                                </p:cTn>
                              </p:par>
                              <p:par>
                                <p:cTn id="140" presetID="10" presetClass="entr" presetSubtype="0" fill="hold" grpId="0" nodeType="withEffect">
                                  <p:stCondLst>
                                    <p:cond delay="200"/>
                                  </p:stCondLst>
                                  <p:childTnLst>
                                    <p:set>
                                      <p:cBhvr>
                                        <p:cTn id="141" dur="1" fill="hold">
                                          <p:stCondLst>
                                            <p:cond delay="0"/>
                                          </p:stCondLst>
                                        </p:cTn>
                                        <p:tgtEl>
                                          <p:spTgt spid="9514"/>
                                        </p:tgtEl>
                                        <p:attrNameLst>
                                          <p:attrName>style.visibility</p:attrName>
                                        </p:attrNameLst>
                                      </p:cBhvr>
                                      <p:to>
                                        <p:strVal val="visible"/>
                                      </p:to>
                                    </p:set>
                                    <p:animEffect transition="in" filter="fade">
                                      <p:cBhvr>
                                        <p:cTn id="142" dur="200"/>
                                        <p:tgtEl>
                                          <p:spTgt spid="9514"/>
                                        </p:tgtEl>
                                      </p:cBhvr>
                                    </p:animEffect>
                                  </p:childTnLst>
                                </p:cTn>
                              </p:par>
                              <p:par>
                                <p:cTn id="143" presetID="42" presetClass="path" presetSubtype="0" decel="100000" fill="hold" grpId="1" nodeType="withEffect">
                                  <p:stCondLst>
                                    <p:cond delay="200"/>
                                  </p:stCondLst>
                                  <p:childTnLst>
                                    <p:animMotion origin="layout" path="M 1.04167E-6 0.03889 L 1.04167E-6 3.33333E-6 " pathEditMode="relative" rAng="0" ptsTypes="AA">
                                      <p:cBhvr>
                                        <p:cTn id="144" dur="500" fill="hold"/>
                                        <p:tgtEl>
                                          <p:spTgt spid="9514"/>
                                        </p:tgtEl>
                                        <p:attrNameLst>
                                          <p:attrName>ppt_x</p:attrName>
                                          <p:attrName>ppt_y</p:attrName>
                                        </p:attrNameLst>
                                      </p:cBhvr>
                                      <p:rCtr x="0" y="-1944"/>
                                    </p:animMotion>
                                  </p:childTnLst>
                                </p:cTn>
                              </p:par>
                              <p:par>
                                <p:cTn id="145" presetID="10" presetClass="entr" presetSubtype="0" fill="hold" nodeType="withEffect">
                                  <p:stCondLst>
                                    <p:cond delay="200"/>
                                  </p:stCondLst>
                                  <p:childTnLst>
                                    <p:set>
                                      <p:cBhvr>
                                        <p:cTn id="146" dur="1" fill="hold">
                                          <p:stCondLst>
                                            <p:cond delay="0"/>
                                          </p:stCondLst>
                                        </p:cTn>
                                        <p:tgtEl>
                                          <p:spTgt spid="9476"/>
                                        </p:tgtEl>
                                        <p:attrNameLst>
                                          <p:attrName>style.visibility</p:attrName>
                                        </p:attrNameLst>
                                      </p:cBhvr>
                                      <p:to>
                                        <p:strVal val="visible"/>
                                      </p:to>
                                    </p:set>
                                    <p:animEffect transition="in" filter="fade">
                                      <p:cBhvr>
                                        <p:cTn id="147" dur="200"/>
                                        <p:tgtEl>
                                          <p:spTgt spid="9476"/>
                                        </p:tgtEl>
                                      </p:cBhvr>
                                    </p:animEffect>
                                  </p:childTnLst>
                                </p:cTn>
                              </p:par>
                              <p:par>
                                <p:cTn id="148" presetID="42" presetClass="path" presetSubtype="0" decel="100000" fill="hold" nodeType="withEffect">
                                  <p:stCondLst>
                                    <p:cond delay="200"/>
                                  </p:stCondLst>
                                  <p:childTnLst>
                                    <p:animMotion origin="layout" path="M -3.54167E-6 0.03889 L -3.54167E-6 3.7037E-7 " pathEditMode="relative" rAng="0" ptsTypes="AA">
                                      <p:cBhvr>
                                        <p:cTn id="149" dur="500" fill="hold"/>
                                        <p:tgtEl>
                                          <p:spTgt spid="9476"/>
                                        </p:tgtEl>
                                        <p:attrNameLst>
                                          <p:attrName>ppt_x</p:attrName>
                                          <p:attrName>ppt_y</p:attrName>
                                        </p:attrNameLst>
                                      </p:cBhvr>
                                      <p:rCtr x="0" y="-1944"/>
                                    </p:animMotion>
                                  </p:childTnLst>
                                </p:cTn>
                              </p:par>
                              <p:par>
                                <p:cTn id="150" presetID="10" presetClass="entr" presetSubtype="0" fill="hold" grpId="0" nodeType="withEffect">
                                  <p:stCondLst>
                                    <p:cond delay="200"/>
                                  </p:stCondLst>
                                  <p:childTnLst>
                                    <p:set>
                                      <p:cBhvr>
                                        <p:cTn id="151" dur="1" fill="hold">
                                          <p:stCondLst>
                                            <p:cond delay="0"/>
                                          </p:stCondLst>
                                        </p:cTn>
                                        <p:tgtEl>
                                          <p:spTgt spid="9519"/>
                                        </p:tgtEl>
                                        <p:attrNameLst>
                                          <p:attrName>style.visibility</p:attrName>
                                        </p:attrNameLst>
                                      </p:cBhvr>
                                      <p:to>
                                        <p:strVal val="visible"/>
                                      </p:to>
                                    </p:set>
                                    <p:animEffect transition="in" filter="fade">
                                      <p:cBhvr>
                                        <p:cTn id="152" dur="200"/>
                                        <p:tgtEl>
                                          <p:spTgt spid="9519"/>
                                        </p:tgtEl>
                                      </p:cBhvr>
                                    </p:animEffect>
                                  </p:childTnLst>
                                </p:cTn>
                              </p:par>
                              <p:par>
                                <p:cTn id="153" presetID="42" presetClass="path" presetSubtype="0" decel="100000" fill="hold" grpId="1" nodeType="withEffect">
                                  <p:stCondLst>
                                    <p:cond delay="200"/>
                                  </p:stCondLst>
                                  <p:childTnLst>
                                    <p:animMotion origin="layout" path="M 6.25E-7 0.03889 L 6.25E-7 3.7037E-7 " pathEditMode="relative" rAng="0" ptsTypes="AA">
                                      <p:cBhvr>
                                        <p:cTn id="154" dur="500" fill="hold"/>
                                        <p:tgtEl>
                                          <p:spTgt spid="9519"/>
                                        </p:tgtEl>
                                        <p:attrNameLst>
                                          <p:attrName>ppt_x</p:attrName>
                                          <p:attrName>ppt_y</p:attrName>
                                        </p:attrNameLst>
                                      </p:cBhvr>
                                      <p:rCtr x="0" y="-1944"/>
                                    </p:animMotion>
                                  </p:childTnLst>
                                </p:cTn>
                              </p:par>
                              <p:par>
                                <p:cTn id="155" presetID="10" presetClass="entr" presetSubtype="0" fill="hold" grpId="0" nodeType="withEffect">
                                  <p:stCondLst>
                                    <p:cond delay="200"/>
                                  </p:stCondLst>
                                  <p:childTnLst>
                                    <p:set>
                                      <p:cBhvr>
                                        <p:cTn id="156" dur="1" fill="hold">
                                          <p:stCondLst>
                                            <p:cond delay="0"/>
                                          </p:stCondLst>
                                        </p:cTn>
                                        <p:tgtEl>
                                          <p:spTgt spid="9520"/>
                                        </p:tgtEl>
                                        <p:attrNameLst>
                                          <p:attrName>style.visibility</p:attrName>
                                        </p:attrNameLst>
                                      </p:cBhvr>
                                      <p:to>
                                        <p:strVal val="visible"/>
                                      </p:to>
                                    </p:set>
                                    <p:animEffect transition="in" filter="fade">
                                      <p:cBhvr>
                                        <p:cTn id="157" dur="200"/>
                                        <p:tgtEl>
                                          <p:spTgt spid="9520"/>
                                        </p:tgtEl>
                                      </p:cBhvr>
                                    </p:animEffect>
                                  </p:childTnLst>
                                </p:cTn>
                              </p:par>
                              <p:par>
                                <p:cTn id="158" presetID="42" presetClass="path" presetSubtype="0" decel="100000" fill="hold" grpId="1" nodeType="withEffect">
                                  <p:stCondLst>
                                    <p:cond delay="200"/>
                                  </p:stCondLst>
                                  <p:childTnLst>
                                    <p:animMotion origin="layout" path="M 1.04167E-6 0.03889 L 1.04167E-6 3.33333E-6 " pathEditMode="relative" rAng="0" ptsTypes="AA">
                                      <p:cBhvr>
                                        <p:cTn id="159" dur="500" fill="hold"/>
                                        <p:tgtEl>
                                          <p:spTgt spid="9520"/>
                                        </p:tgtEl>
                                        <p:attrNameLst>
                                          <p:attrName>ppt_x</p:attrName>
                                          <p:attrName>ppt_y</p:attrName>
                                        </p:attrNameLst>
                                      </p:cBhvr>
                                      <p:rCtr x="0" y="-1944"/>
                                    </p:animMotion>
                                  </p:childTnLst>
                                </p:cTn>
                              </p:par>
                              <p:par>
                                <p:cTn id="160" presetID="10" presetClass="entr" presetSubtype="0" fill="hold" grpId="0" nodeType="withEffect">
                                  <p:stCondLst>
                                    <p:cond delay="200"/>
                                  </p:stCondLst>
                                  <p:childTnLst>
                                    <p:set>
                                      <p:cBhvr>
                                        <p:cTn id="161" dur="1" fill="hold">
                                          <p:stCondLst>
                                            <p:cond delay="0"/>
                                          </p:stCondLst>
                                        </p:cTn>
                                        <p:tgtEl>
                                          <p:spTgt spid="9518"/>
                                        </p:tgtEl>
                                        <p:attrNameLst>
                                          <p:attrName>style.visibility</p:attrName>
                                        </p:attrNameLst>
                                      </p:cBhvr>
                                      <p:to>
                                        <p:strVal val="visible"/>
                                      </p:to>
                                    </p:set>
                                    <p:animEffect transition="in" filter="fade">
                                      <p:cBhvr>
                                        <p:cTn id="162" dur="200"/>
                                        <p:tgtEl>
                                          <p:spTgt spid="9518"/>
                                        </p:tgtEl>
                                      </p:cBhvr>
                                    </p:animEffect>
                                  </p:childTnLst>
                                </p:cTn>
                              </p:par>
                              <p:par>
                                <p:cTn id="163" presetID="42" presetClass="path" presetSubtype="0" decel="100000" fill="hold" grpId="1" nodeType="withEffect">
                                  <p:stCondLst>
                                    <p:cond delay="200"/>
                                  </p:stCondLst>
                                  <p:childTnLst>
                                    <p:animMotion origin="layout" path="M -3.54167E-6 0.03889 L -3.54167E-6 3.7037E-7 " pathEditMode="relative" rAng="0" ptsTypes="AA">
                                      <p:cBhvr>
                                        <p:cTn id="164" dur="500" fill="hold"/>
                                        <p:tgtEl>
                                          <p:spTgt spid="9518"/>
                                        </p:tgtEl>
                                        <p:attrNameLst>
                                          <p:attrName>ppt_x</p:attrName>
                                          <p:attrName>ppt_y</p:attrName>
                                        </p:attrNameLst>
                                      </p:cBhvr>
                                      <p:rCtr x="0" y="-1944"/>
                                    </p:animMotion>
                                  </p:childTnLst>
                                </p:cTn>
                              </p:par>
                              <p:par>
                                <p:cTn id="165" presetID="10" presetClass="entr" presetSubtype="0" fill="hold" nodeType="withEffect">
                                  <p:stCondLst>
                                    <p:cond delay="200"/>
                                  </p:stCondLst>
                                  <p:childTnLst>
                                    <p:set>
                                      <p:cBhvr>
                                        <p:cTn id="166" dur="1" fill="hold">
                                          <p:stCondLst>
                                            <p:cond delay="0"/>
                                          </p:stCondLst>
                                        </p:cTn>
                                        <p:tgtEl>
                                          <p:spTgt spid="16"/>
                                        </p:tgtEl>
                                        <p:attrNameLst>
                                          <p:attrName>style.visibility</p:attrName>
                                        </p:attrNameLst>
                                      </p:cBhvr>
                                      <p:to>
                                        <p:strVal val="visible"/>
                                      </p:to>
                                    </p:set>
                                    <p:animEffect transition="in" filter="fade">
                                      <p:cBhvr>
                                        <p:cTn id="167" dur="200"/>
                                        <p:tgtEl>
                                          <p:spTgt spid="16"/>
                                        </p:tgtEl>
                                      </p:cBhvr>
                                    </p:animEffect>
                                  </p:childTnLst>
                                </p:cTn>
                              </p:par>
                              <p:par>
                                <p:cTn id="168" presetID="42" presetClass="path" presetSubtype="0" decel="100000" fill="hold" nodeType="withEffect">
                                  <p:stCondLst>
                                    <p:cond delay="200"/>
                                  </p:stCondLst>
                                  <p:childTnLst>
                                    <p:animMotion origin="layout" path="M -2.08333E-7 0.03889 L -2.08333E-7 1.11111E-6 " pathEditMode="relative" rAng="0" ptsTypes="AA">
                                      <p:cBhvr>
                                        <p:cTn id="169" dur="500" fill="hold"/>
                                        <p:tgtEl>
                                          <p:spTgt spid="16"/>
                                        </p:tgtEl>
                                        <p:attrNameLst>
                                          <p:attrName>ppt_x</p:attrName>
                                          <p:attrName>ppt_y</p:attrName>
                                        </p:attrNameLst>
                                      </p:cBhvr>
                                      <p:rCtr x="0" y="-1944"/>
                                    </p:animMotion>
                                  </p:childTnLst>
                                </p:cTn>
                              </p:par>
                              <p:par>
                                <p:cTn id="170" presetID="10" presetClass="entr" presetSubtype="0" fill="hold" grpId="0" nodeType="withEffect">
                                  <p:stCondLst>
                                    <p:cond delay="200"/>
                                  </p:stCondLst>
                                  <p:childTnLst>
                                    <p:set>
                                      <p:cBhvr>
                                        <p:cTn id="171" dur="1" fill="hold">
                                          <p:stCondLst>
                                            <p:cond delay="0"/>
                                          </p:stCondLst>
                                        </p:cTn>
                                        <p:tgtEl>
                                          <p:spTgt spid="9501"/>
                                        </p:tgtEl>
                                        <p:attrNameLst>
                                          <p:attrName>style.visibility</p:attrName>
                                        </p:attrNameLst>
                                      </p:cBhvr>
                                      <p:to>
                                        <p:strVal val="visible"/>
                                      </p:to>
                                    </p:set>
                                    <p:animEffect transition="in" filter="fade">
                                      <p:cBhvr>
                                        <p:cTn id="172" dur="200"/>
                                        <p:tgtEl>
                                          <p:spTgt spid="9501"/>
                                        </p:tgtEl>
                                      </p:cBhvr>
                                    </p:animEffect>
                                  </p:childTnLst>
                                </p:cTn>
                              </p:par>
                              <p:par>
                                <p:cTn id="173" presetID="42" presetClass="path" presetSubtype="0" decel="100000" fill="hold" grpId="1" nodeType="withEffect">
                                  <p:stCondLst>
                                    <p:cond delay="200"/>
                                  </p:stCondLst>
                                  <p:childTnLst>
                                    <p:animMotion origin="layout" path="M -1.875E-6 0.03889 L -1.875E-6 3.7037E-7 " pathEditMode="relative" rAng="0" ptsTypes="AA">
                                      <p:cBhvr>
                                        <p:cTn id="174" dur="500" fill="hold"/>
                                        <p:tgtEl>
                                          <p:spTgt spid="9501"/>
                                        </p:tgtEl>
                                        <p:attrNameLst>
                                          <p:attrName>ppt_x</p:attrName>
                                          <p:attrName>ppt_y</p:attrName>
                                        </p:attrNameLst>
                                      </p:cBhvr>
                                      <p:rCtr x="0" y="-1944"/>
                                    </p:animMotion>
                                  </p:childTnLst>
                                </p:cTn>
                              </p:par>
                              <p:par>
                                <p:cTn id="175" presetID="10" presetClass="entr" presetSubtype="0" fill="hold" nodeType="withEffect">
                                  <p:stCondLst>
                                    <p:cond delay="200"/>
                                  </p:stCondLst>
                                  <p:childTnLst>
                                    <p:set>
                                      <p:cBhvr>
                                        <p:cTn id="176" dur="1" fill="hold">
                                          <p:stCondLst>
                                            <p:cond delay="0"/>
                                          </p:stCondLst>
                                        </p:cTn>
                                        <p:tgtEl>
                                          <p:spTgt spid="18"/>
                                        </p:tgtEl>
                                        <p:attrNameLst>
                                          <p:attrName>style.visibility</p:attrName>
                                        </p:attrNameLst>
                                      </p:cBhvr>
                                      <p:to>
                                        <p:strVal val="visible"/>
                                      </p:to>
                                    </p:set>
                                    <p:animEffect transition="in" filter="fade">
                                      <p:cBhvr>
                                        <p:cTn id="177" dur="200"/>
                                        <p:tgtEl>
                                          <p:spTgt spid="18"/>
                                        </p:tgtEl>
                                      </p:cBhvr>
                                    </p:animEffect>
                                  </p:childTnLst>
                                </p:cTn>
                              </p:par>
                              <p:par>
                                <p:cTn id="178" presetID="42" presetClass="path" presetSubtype="0" decel="100000" fill="hold" nodeType="withEffect">
                                  <p:stCondLst>
                                    <p:cond delay="200"/>
                                  </p:stCondLst>
                                  <p:childTnLst>
                                    <p:animMotion origin="layout" path="M 4.375E-6 0.03888 L 4.375E-6 4.07407E-6 " pathEditMode="relative" rAng="0" ptsTypes="AA">
                                      <p:cBhvr>
                                        <p:cTn id="179" dur="500" fill="hold"/>
                                        <p:tgtEl>
                                          <p:spTgt spid="18"/>
                                        </p:tgtEl>
                                        <p:attrNameLst>
                                          <p:attrName>ppt_x</p:attrName>
                                          <p:attrName>ppt_y</p:attrName>
                                        </p:attrNameLst>
                                      </p:cBhvr>
                                      <p:rCtr x="0" y="-1944"/>
                                    </p:animMotion>
                                  </p:childTnLst>
                                </p:cTn>
                              </p:par>
                              <p:par>
                                <p:cTn id="180" presetID="10" presetClass="entr" presetSubtype="0" fill="hold" nodeType="withEffect">
                                  <p:stCondLst>
                                    <p:cond delay="200"/>
                                  </p:stCondLst>
                                  <p:childTnLst>
                                    <p:set>
                                      <p:cBhvr>
                                        <p:cTn id="181" dur="1" fill="hold">
                                          <p:stCondLst>
                                            <p:cond delay="0"/>
                                          </p:stCondLst>
                                        </p:cTn>
                                        <p:tgtEl>
                                          <p:spTgt spid="26"/>
                                        </p:tgtEl>
                                        <p:attrNameLst>
                                          <p:attrName>style.visibility</p:attrName>
                                        </p:attrNameLst>
                                      </p:cBhvr>
                                      <p:to>
                                        <p:strVal val="visible"/>
                                      </p:to>
                                    </p:set>
                                    <p:animEffect transition="in" filter="fade">
                                      <p:cBhvr>
                                        <p:cTn id="182" dur="200"/>
                                        <p:tgtEl>
                                          <p:spTgt spid="26"/>
                                        </p:tgtEl>
                                      </p:cBhvr>
                                    </p:animEffect>
                                  </p:childTnLst>
                                </p:cTn>
                              </p:par>
                              <p:par>
                                <p:cTn id="183" presetID="42" presetClass="path" presetSubtype="0" decel="100000" fill="hold" nodeType="withEffect">
                                  <p:stCondLst>
                                    <p:cond delay="200"/>
                                  </p:stCondLst>
                                  <p:childTnLst>
                                    <p:animMotion origin="layout" path="M 0 0.03889 L 0 1.85185E-6 " pathEditMode="relative" rAng="0" ptsTypes="AA">
                                      <p:cBhvr>
                                        <p:cTn id="184" dur="500" fill="hold"/>
                                        <p:tgtEl>
                                          <p:spTgt spid="26"/>
                                        </p:tgtEl>
                                        <p:attrNameLst>
                                          <p:attrName>ppt_x</p:attrName>
                                          <p:attrName>ppt_y</p:attrName>
                                        </p:attrNameLst>
                                      </p:cBhvr>
                                      <p:rCtr x="0" y="-1944"/>
                                    </p:animMotion>
                                  </p:childTnLst>
                                </p:cTn>
                              </p:par>
                              <p:par>
                                <p:cTn id="185" presetID="10" presetClass="entr" presetSubtype="0" fill="hold" nodeType="withEffect">
                                  <p:stCondLst>
                                    <p:cond delay="200"/>
                                  </p:stCondLst>
                                  <p:childTnLst>
                                    <p:set>
                                      <p:cBhvr>
                                        <p:cTn id="186" dur="1" fill="hold">
                                          <p:stCondLst>
                                            <p:cond delay="0"/>
                                          </p:stCondLst>
                                        </p:cTn>
                                        <p:tgtEl>
                                          <p:spTgt spid="24"/>
                                        </p:tgtEl>
                                        <p:attrNameLst>
                                          <p:attrName>style.visibility</p:attrName>
                                        </p:attrNameLst>
                                      </p:cBhvr>
                                      <p:to>
                                        <p:strVal val="visible"/>
                                      </p:to>
                                    </p:set>
                                    <p:animEffect transition="in" filter="fade">
                                      <p:cBhvr>
                                        <p:cTn id="187" dur="200"/>
                                        <p:tgtEl>
                                          <p:spTgt spid="24"/>
                                        </p:tgtEl>
                                      </p:cBhvr>
                                    </p:animEffect>
                                  </p:childTnLst>
                                </p:cTn>
                              </p:par>
                              <p:par>
                                <p:cTn id="188" presetID="42" presetClass="path" presetSubtype="0" decel="100000" fill="hold" nodeType="withEffect">
                                  <p:stCondLst>
                                    <p:cond delay="200"/>
                                  </p:stCondLst>
                                  <p:childTnLst>
                                    <p:animMotion origin="layout" path="M 0 0.03888 L 0 4.81481E-6 " pathEditMode="relative" rAng="0" ptsTypes="AA">
                                      <p:cBhvr>
                                        <p:cTn id="189" dur="500" fill="hold"/>
                                        <p:tgtEl>
                                          <p:spTgt spid="24"/>
                                        </p:tgtEl>
                                        <p:attrNameLst>
                                          <p:attrName>ppt_x</p:attrName>
                                          <p:attrName>ppt_y</p:attrName>
                                        </p:attrNameLst>
                                      </p:cBhvr>
                                      <p:rCtr x="0" y="-1944"/>
                                    </p:animMotion>
                                  </p:childTnLst>
                                </p:cTn>
                              </p:par>
                              <p:par>
                                <p:cTn id="190" presetID="10" presetClass="entr" presetSubtype="0" fill="hold" nodeType="withEffect">
                                  <p:stCondLst>
                                    <p:cond delay="200"/>
                                  </p:stCondLst>
                                  <p:childTnLst>
                                    <p:set>
                                      <p:cBhvr>
                                        <p:cTn id="191" dur="1" fill="hold">
                                          <p:stCondLst>
                                            <p:cond delay="0"/>
                                          </p:stCondLst>
                                        </p:cTn>
                                        <p:tgtEl>
                                          <p:spTgt spid="30"/>
                                        </p:tgtEl>
                                        <p:attrNameLst>
                                          <p:attrName>style.visibility</p:attrName>
                                        </p:attrNameLst>
                                      </p:cBhvr>
                                      <p:to>
                                        <p:strVal val="visible"/>
                                      </p:to>
                                    </p:set>
                                    <p:animEffect transition="in" filter="fade">
                                      <p:cBhvr>
                                        <p:cTn id="192" dur="200"/>
                                        <p:tgtEl>
                                          <p:spTgt spid="30"/>
                                        </p:tgtEl>
                                      </p:cBhvr>
                                    </p:animEffect>
                                  </p:childTnLst>
                                </p:cTn>
                              </p:par>
                              <p:par>
                                <p:cTn id="193" presetID="42" presetClass="path" presetSubtype="0" decel="100000" fill="hold" nodeType="withEffect">
                                  <p:stCondLst>
                                    <p:cond delay="200"/>
                                  </p:stCondLst>
                                  <p:childTnLst>
                                    <p:animMotion origin="layout" path="M 0 0.03889 L 0 -1.11111E-6 " pathEditMode="relative" rAng="0" ptsTypes="AA">
                                      <p:cBhvr>
                                        <p:cTn id="194" dur="500" fill="hold"/>
                                        <p:tgtEl>
                                          <p:spTgt spid="30"/>
                                        </p:tgtEl>
                                        <p:attrNameLst>
                                          <p:attrName>ppt_x</p:attrName>
                                          <p:attrName>ppt_y</p:attrName>
                                        </p:attrNameLst>
                                      </p:cBhvr>
                                      <p:rCtr x="0" y="-1944"/>
                                    </p:animMotion>
                                  </p:childTnLst>
                                </p:cTn>
                              </p:par>
                              <p:par>
                                <p:cTn id="195" presetID="10" presetClass="entr" presetSubtype="0" fill="hold" nodeType="withEffect">
                                  <p:stCondLst>
                                    <p:cond delay="200"/>
                                  </p:stCondLst>
                                  <p:childTnLst>
                                    <p:set>
                                      <p:cBhvr>
                                        <p:cTn id="196" dur="1" fill="hold">
                                          <p:stCondLst>
                                            <p:cond delay="0"/>
                                          </p:stCondLst>
                                        </p:cTn>
                                        <p:tgtEl>
                                          <p:spTgt spid="29"/>
                                        </p:tgtEl>
                                        <p:attrNameLst>
                                          <p:attrName>style.visibility</p:attrName>
                                        </p:attrNameLst>
                                      </p:cBhvr>
                                      <p:to>
                                        <p:strVal val="visible"/>
                                      </p:to>
                                    </p:set>
                                    <p:animEffect transition="in" filter="fade">
                                      <p:cBhvr>
                                        <p:cTn id="197" dur="200"/>
                                        <p:tgtEl>
                                          <p:spTgt spid="29"/>
                                        </p:tgtEl>
                                      </p:cBhvr>
                                    </p:animEffect>
                                  </p:childTnLst>
                                </p:cTn>
                              </p:par>
                              <p:par>
                                <p:cTn id="198" presetID="42" presetClass="path" presetSubtype="0" decel="100000" fill="hold" nodeType="withEffect">
                                  <p:stCondLst>
                                    <p:cond delay="200"/>
                                  </p:stCondLst>
                                  <p:childTnLst>
                                    <p:animMotion origin="layout" path="M 0 0.03889 L 0 3.7037E-7 " pathEditMode="relative" rAng="0" ptsTypes="AA">
                                      <p:cBhvr>
                                        <p:cTn id="199" dur="500" fill="hold"/>
                                        <p:tgtEl>
                                          <p:spTgt spid="29"/>
                                        </p:tgtEl>
                                        <p:attrNameLst>
                                          <p:attrName>ppt_x</p:attrName>
                                          <p:attrName>ppt_y</p:attrName>
                                        </p:attrNameLst>
                                      </p:cBhvr>
                                      <p:rCtr x="0" y="-1944"/>
                                    </p:animMotion>
                                  </p:childTnLst>
                                </p:cTn>
                              </p:par>
                              <p:par>
                                <p:cTn id="200" presetID="10" presetClass="entr" presetSubtype="0" fill="hold" nodeType="withEffect">
                                  <p:stCondLst>
                                    <p:cond delay="200"/>
                                  </p:stCondLst>
                                  <p:childTnLst>
                                    <p:set>
                                      <p:cBhvr>
                                        <p:cTn id="201" dur="1" fill="hold">
                                          <p:stCondLst>
                                            <p:cond delay="0"/>
                                          </p:stCondLst>
                                        </p:cTn>
                                        <p:tgtEl>
                                          <p:spTgt spid="9"/>
                                        </p:tgtEl>
                                        <p:attrNameLst>
                                          <p:attrName>style.visibility</p:attrName>
                                        </p:attrNameLst>
                                      </p:cBhvr>
                                      <p:to>
                                        <p:strVal val="visible"/>
                                      </p:to>
                                    </p:set>
                                    <p:animEffect transition="in" filter="fade">
                                      <p:cBhvr>
                                        <p:cTn id="202" dur="200"/>
                                        <p:tgtEl>
                                          <p:spTgt spid="9"/>
                                        </p:tgtEl>
                                      </p:cBhvr>
                                    </p:animEffect>
                                  </p:childTnLst>
                                </p:cTn>
                              </p:par>
                              <p:par>
                                <p:cTn id="203" presetID="42" presetClass="path" presetSubtype="0" decel="100000" fill="hold" nodeType="withEffect">
                                  <p:stCondLst>
                                    <p:cond delay="200"/>
                                  </p:stCondLst>
                                  <p:childTnLst>
                                    <p:animMotion origin="layout" path="M 4.58333E-6 0.03889 L 4.58333E-6 2.59259E-6 " pathEditMode="relative" rAng="0" ptsTypes="AA">
                                      <p:cBhvr>
                                        <p:cTn id="204" dur="500" fill="hold"/>
                                        <p:tgtEl>
                                          <p:spTgt spid="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animBg="1"/>
      <p:bldP spid="8" grpId="1" animBg="1"/>
      <p:bldP spid="9500" grpId="0" animBg="1"/>
      <p:bldP spid="9500" grpId="1" animBg="1"/>
      <p:bldP spid="9501" grpId="0" animBg="1"/>
      <p:bldP spid="9501" grpId="1" animBg="1"/>
      <p:bldP spid="9502" grpId="0"/>
      <p:bldP spid="9502" grpId="1"/>
      <p:bldP spid="9503" grpId="0" animBg="1"/>
      <p:bldP spid="9503" grpId="1" animBg="1"/>
      <p:bldP spid="9504" grpId="0" animBg="1"/>
      <p:bldP spid="9504" grpId="1" animBg="1"/>
      <p:bldP spid="9505" grpId="0" animBg="1"/>
      <p:bldP spid="9505" grpId="1" animBg="1"/>
      <p:bldP spid="9506" grpId="0" animBg="1"/>
      <p:bldP spid="9506" grpId="1" animBg="1"/>
      <p:bldP spid="9507" grpId="0" animBg="1"/>
      <p:bldP spid="9507" grpId="1" animBg="1"/>
      <p:bldP spid="9508" grpId="0" animBg="1"/>
      <p:bldP spid="9508" grpId="1" animBg="1"/>
      <p:bldP spid="9509" grpId="0" animBg="1"/>
      <p:bldP spid="9509" grpId="1" animBg="1"/>
      <p:bldP spid="9510" grpId="0" animBg="1"/>
      <p:bldP spid="9510" grpId="1" animBg="1"/>
      <p:bldP spid="9511" grpId="0"/>
      <p:bldP spid="9511" grpId="1"/>
      <p:bldP spid="9512" grpId="0" animBg="1"/>
      <p:bldP spid="9512" grpId="1" animBg="1"/>
      <p:bldP spid="9513" grpId="0" animBg="1"/>
      <p:bldP spid="9513" grpId="1" animBg="1"/>
      <p:bldP spid="9514" grpId="0" animBg="1"/>
      <p:bldP spid="9514" grpId="1" animBg="1"/>
      <p:bldP spid="9515" grpId="0" animBg="1"/>
      <p:bldP spid="9515" grpId="1" animBg="1"/>
      <p:bldP spid="9516" grpId="0" animBg="1"/>
      <p:bldP spid="9516" grpId="1" animBg="1"/>
      <p:bldP spid="9517" grpId="0" animBg="1"/>
      <p:bldP spid="9517" grpId="1" animBg="1"/>
      <p:bldP spid="9518" grpId="0" animBg="1"/>
      <p:bldP spid="9518" grpId="1" animBg="1"/>
      <p:bldP spid="9519" grpId="0"/>
      <p:bldP spid="9519" grpId="1"/>
      <p:bldP spid="9520" grpId="0"/>
      <p:bldP spid="9520" grpId="1"/>
      <p:bldP spid="9521" grpId="0" animBg="1"/>
      <p:bldP spid="9521"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77FEF-72F7-AD8D-146D-E21746ADEB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9FD424-2372-33E0-992E-A82B79172F47}"/>
              </a:ext>
            </a:extLst>
          </p:cNvPr>
          <p:cNvSpPr>
            <a:spLocks noGrp="1"/>
          </p:cNvSpPr>
          <p:nvPr>
            <p:ph type="title"/>
          </p:nvPr>
        </p:nvSpPr>
        <p:spPr>
          <a:xfrm>
            <a:off x="588263" y="1069402"/>
            <a:ext cx="11018520" cy="1107996"/>
          </a:xfrm>
        </p:spPr>
        <p:txBody>
          <a:bodyPr>
            <a:spAutoFit/>
          </a:bodyPr>
          <a:lstStyle/>
          <a:p>
            <a:pPr algn="ctr">
              <a:defRPr/>
            </a:pPr>
            <a:r>
              <a:rPr lang="en-US" b="1" spc="-20" dirty="0">
                <a:solidFill>
                  <a:srgbClr val="08202C"/>
                </a:solidFill>
                <a:latin typeface="Segoe UI Semibold" panose="020B0702040204020203" pitchFamily="34" charset="0"/>
                <a:cs typeface="Segoe UI Semibold" panose="020B0702040204020203" pitchFamily="34" charset="0"/>
              </a:rPr>
              <a:t>Now, agents can handle your most complex </a:t>
            </a:r>
            <a:br>
              <a:rPr lang="en-US" b="1" spc="-20" dirty="0">
                <a:solidFill>
                  <a:srgbClr val="08202C"/>
                </a:solidFill>
                <a:latin typeface="Segoe UI Semibold" panose="020B0702040204020203" pitchFamily="34" charset="0"/>
                <a:cs typeface="Segoe UI Semibold" panose="020B0702040204020203" pitchFamily="34" charset="0"/>
              </a:rPr>
            </a:br>
            <a:r>
              <a:rPr lang="en-US" b="1" spc="-20" dirty="0">
                <a:solidFill>
                  <a:srgbClr val="08202C"/>
                </a:solidFill>
                <a:latin typeface="Segoe UI Semibold" panose="020B0702040204020203" pitchFamily="34" charset="0"/>
                <a:cs typeface="Segoe UI Semibold" panose="020B0702040204020203" pitchFamily="34" charset="0"/>
              </a:rPr>
              <a:t>business processes with the GitHub Copilot Harness</a:t>
            </a:r>
            <a:endParaRPr lang="en-UA" dirty="0"/>
          </a:p>
        </p:txBody>
      </p:sp>
      <p:sp>
        <p:nvSpPr>
          <p:cNvPr id="5" name="Rounded Rectangle 4">
            <a:extLst>
              <a:ext uri="{FF2B5EF4-FFF2-40B4-BE49-F238E27FC236}">
                <a16:creationId xmlns:a16="http://schemas.microsoft.com/office/drawing/2014/main" id="{EE5EC981-8BDE-D63F-1F40-08CC89505977}"/>
              </a:ext>
              <a:ext uri="{C183D7F6-B498-43B3-948B-1728B52AA6E4}">
                <adec:decorative xmlns:adec="http://schemas.microsoft.com/office/drawing/2017/decorative" val="1"/>
              </a:ext>
            </a:extLst>
          </p:cNvPr>
          <p:cNvSpPr/>
          <p:nvPr/>
        </p:nvSpPr>
        <p:spPr bwMode="auto">
          <a:xfrm>
            <a:off x="588263" y="2527196"/>
            <a:ext cx="2659085" cy="3569500"/>
          </a:xfrm>
          <a:prstGeom prst="roundRect">
            <a:avLst>
              <a:gd name="adj" fmla="val 13530"/>
            </a:avLst>
          </a:prstGeom>
          <a:solidFill>
            <a:schemeClr val="tx1">
              <a:alpha val="10000"/>
            </a:schemeClr>
          </a:solidFill>
          <a:ln w="12700">
            <a:noFill/>
          </a:ln>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600" b="0" i="0" u="none" strike="noStrike" kern="1200" cap="none" spc="0" normalizeH="0" baseline="0" noProof="0">
              <a:ln w="3175">
                <a:noFill/>
              </a:ln>
              <a:solidFill>
                <a:srgbClr val="000000"/>
              </a:solidFill>
              <a:effectLst/>
              <a:uLnTx/>
              <a:uFillTx/>
              <a:latin typeface="Segoe UI Semibold"/>
              <a:ea typeface="+mn-ea"/>
              <a:cs typeface="Segoe Sans Display Semibold" pitchFamily="2" charset="0"/>
            </a:endParaRPr>
          </a:p>
        </p:txBody>
      </p:sp>
      <p:sp>
        <p:nvSpPr>
          <p:cNvPr id="10" name="Oval 9">
            <a:extLst>
              <a:ext uri="{FF2B5EF4-FFF2-40B4-BE49-F238E27FC236}">
                <a16:creationId xmlns:a16="http://schemas.microsoft.com/office/drawing/2014/main" id="{5583C5E6-58A1-D9D7-E926-34C3787C109A}"/>
              </a:ext>
              <a:ext uri="{C183D7F6-B498-43B3-948B-1728B52AA6E4}">
                <adec:decorative xmlns:adec="http://schemas.microsoft.com/office/drawing/2017/decorative" val="1"/>
              </a:ext>
            </a:extLst>
          </p:cNvPr>
          <p:cNvSpPr/>
          <p:nvPr/>
        </p:nvSpPr>
        <p:spPr bwMode="auto">
          <a:xfrm>
            <a:off x="793093" y="2828858"/>
            <a:ext cx="741520" cy="741520"/>
          </a:xfrm>
          <a:prstGeom prst="ellipse">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800" b="1" i="0" u="none" strike="noStrike" kern="1200" cap="none" spc="0" normalizeH="0" baseline="0" noProof="0">
              <a:ln w="3175">
                <a:noFill/>
              </a:ln>
              <a:solidFill>
                <a:srgbClr val="000000"/>
              </a:solidFill>
              <a:effectLst/>
              <a:uLnTx/>
              <a:uFillTx/>
              <a:latin typeface="Segoe UI Semibold" panose="020B0502040204020203" pitchFamily="34" charset="0"/>
              <a:ea typeface="+mn-ea"/>
              <a:cs typeface="Segoe UI" pitchFamily="34" charset="0"/>
            </a:endParaRPr>
          </a:p>
        </p:txBody>
      </p:sp>
      <p:pic>
        <p:nvPicPr>
          <p:cNvPr id="27" name="Graphic 26">
            <a:extLst>
              <a:ext uri="{FF2B5EF4-FFF2-40B4-BE49-F238E27FC236}">
                <a16:creationId xmlns:a16="http://schemas.microsoft.com/office/drawing/2014/main" id="{F23D882D-D3D2-8432-C962-D2DED13767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850" y="2990615"/>
            <a:ext cx="418006" cy="418006"/>
          </a:xfrm>
          <a:prstGeom prst="rect">
            <a:avLst/>
          </a:prstGeom>
        </p:spPr>
      </p:pic>
      <p:sp>
        <p:nvSpPr>
          <p:cNvPr id="9" name="TextBox 8">
            <a:extLst>
              <a:ext uri="{FF2B5EF4-FFF2-40B4-BE49-F238E27FC236}">
                <a16:creationId xmlns:a16="http://schemas.microsoft.com/office/drawing/2014/main" id="{8C543408-061D-7646-6104-8F5EEA722404}"/>
              </a:ext>
            </a:extLst>
          </p:cNvPr>
          <p:cNvSpPr txBox="1"/>
          <p:nvPr/>
        </p:nvSpPr>
        <p:spPr>
          <a:xfrm>
            <a:off x="793093" y="3826252"/>
            <a:ext cx="2246470" cy="615553"/>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Solves challenging workflows</a:t>
            </a:r>
          </a:p>
        </p:txBody>
      </p:sp>
      <p:sp>
        <p:nvSpPr>
          <p:cNvPr id="120" name="Text 6">
            <a:extLst>
              <a:ext uri="{FF2B5EF4-FFF2-40B4-BE49-F238E27FC236}">
                <a16:creationId xmlns:a16="http://schemas.microsoft.com/office/drawing/2014/main" id="{71198BE3-5734-C9E4-B766-0ABBC32CB273}"/>
              </a:ext>
            </a:extLst>
          </p:cNvPr>
          <p:cNvSpPr/>
          <p:nvPr/>
        </p:nvSpPr>
        <p:spPr>
          <a:xfrm>
            <a:off x="793093" y="4520384"/>
            <a:ext cx="2249424" cy="913070"/>
          </a:xfrm>
          <a:prstGeom prst="rect">
            <a:avLst/>
          </a:prstGeom>
          <a:noFill/>
          <a:ln/>
        </p:spPr>
        <p:txBody>
          <a:bodyPr wrap="square" lIns="25400" tIns="25400" rIns="25400" bIns="25400" rtlCol="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panose="020B0502040204020203" pitchFamily="34" charset="0"/>
                <a:ea typeface="Segoe UI" pitchFamily="34" charset="-122"/>
                <a:cs typeface="Segoe UI" pitchFamily="34" charset="-120"/>
              </a:rPr>
              <a:t>Breaks a task into steps and iterates until it's done, sharing interim updates along the way.</a:t>
            </a:r>
            <a:endParaRPr kumimoji="0" lang="en-US" sz="1400" b="0" i="0" u="none" strike="noStrike" kern="1200" cap="none" spc="0" normalizeH="0" baseline="0" noProof="0" dirty="0">
              <a:ln>
                <a:noFill/>
              </a:ln>
              <a:solidFill>
                <a:srgbClr val="000000"/>
              </a:solidFill>
              <a:effectLst/>
              <a:uLnTx/>
              <a:uFillTx/>
              <a:latin typeface="Segoe UI" panose="020B0502040204020203" pitchFamily="34" charset="0"/>
            </a:endParaRPr>
          </a:p>
        </p:txBody>
      </p:sp>
      <p:sp>
        <p:nvSpPr>
          <p:cNvPr id="22" name="Rectangle: Rounded Corners 1">
            <a:extLst>
              <a:ext uri="{FF2B5EF4-FFF2-40B4-BE49-F238E27FC236}">
                <a16:creationId xmlns:a16="http://schemas.microsoft.com/office/drawing/2014/main" id="{92CA3BB6-6EC8-65BC-449E-90E216BDCEA7}"/>
              </a:ext>
              <a:ext uri="{C183D7F6-B498-43B3-948B-1728B52AA6E4}">
                <adec:decorative xmlns:adec="http://schemas.microsoft.com/office/drawing/2017/decorative" val="0"/>
              </a:ext>
            </a:extLst>
          </p:cNvPr>
          <p:cNvSpPr/>
          <p:nvPr/>
        </p:nvSpPr>
        <p:spPr bwMode="auto">
          <a:xfrm>
            <a:off x="4696582" y="480447"/>
            <a:ext cx="2798836" cy="448468"/>
          </a:xfrm>
          <a:prstGeom prst="roundRect">
            <a:avLst>
              <a:gd name="adj" fmla="val 50000"/>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square" lIns="90000" tIns="36000" rIns="90000" bIns="36000"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r" defTabSz="914437" rtl="0" eaLnBrk="1" fontAlgn="base" latinLnBrk="0" hangingPunct="1">
              <a:lnSpc>
                <a:spcPct val="100000"/>
              </a:lnSpc>
              <a:spcBef>
                <a:spcPct val="0"/>
              </a:spcBef>
              <a:spcAft>
                <a:spcPct val="0"/>
              </a:spcAft>
              <a:buClrTx/>
              <a:buSzTx/>
              <a:buFontTx/>
              <a:buNone/>
              <a:tabLst>
                <a:tab pos="1487158" algn="l"/>
              </a:tabLst>
              <a:defRPr/>
            </a:pPr>
            <a:r>
              <a:rPr kumimoji="0" lang="en-US" sz="1600" b="1" i="0" u="none" strike="noStrike" kern="1200" cap="none" spc="0" normalizeH="0" baseline="0" noProof="0">
                <a:ln w="3175">
                  <a:noFill/>
                </a:ln>
                <a:solidFill>
                  <a:srgbClr val="000000"/>
                </a:solidFill>
                <a:effectLst/>
                <a:uLnTx/>
                <a:uFillTx/>
                <a:latin typeface="Segoe UI Semibold" panose="020B0502040204020203" pitchFamily="34" charset="0"/>
                <a:ea typeface="+mn-ea"/>
                <a:cs typeface="Segoe UI" pitchFamily="34" charset="0"/>
              </a:rPr>
              <a:t>GitHub Copilot harness</a:t>
            </a:r>
          </a:p>
        </p:txBody>
      </p:sp>
      <p:pic>
        <p:nvPicPr>
          <p:cNvPr id="162" name="!!Improving Outcomes Icon">
            <a:extLst>
              <a:ext uri="{FF2B5EF4-FFF2-40B4-BE49-F238E27FC236}">
                <a16:creationId xmlns:a16="http://schemas.microsoft.com/office/drawing/2014/main" id="{E07FD1BD-0A43-1364-E6E8-7B48D2E082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867037" y="570804"/>
            <a:ext cx="267755" cy="267755"/>
          </a:xfrm>
          <a:prstGeom prst="rect">
            <a:avLst/>
          </a:prstGeom>
        </p:spPr>
      </p:pic>
      <p:sp>
        <p:nvSpPr>
          <p:cNvPr id="6" name="Rounded Rectangle 5">
            <a:extLst>
              <a:ext uri="{FF2B5EF4-FFF2-40B4-BE49-F238E27FC236}">
                <a16:creationId xmlns:a16="http://schemas.microsoft.com/office/drawing/2014/main" id="{182632C4-6187-F7AA-2A5E-BCFF16C5ED98}"/>
              </a:ext>
              <a:ext uri="{C183D7F6-B498-43B3-948B-1728B52AA6E4}">
                <adec:decorative xmlns:adec="http://schemas.microsoft.com/office/drawing/2017/decorative" val="1"/>
              </a:ext>
            </a:extLst>
          </p:cNvPr>
          <p:cNvSpPr/>
          <p:nvPr/>
        </p:nvSpPr>
        <p:spPr bwMode="auto">
          <a:xfrm>
            <a:off x="3374741" y="2527196"/>
            <a:ext cx="2659085" cy="3569500"/>
          </a:xfrm>
          <a:prstGeom prst="roundRect">
            <a:avLst>
              <a:gd name="adj" fmla="val 11720"/>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13" name="Oval 12">
            <a:extLst>
              <a:ext uri="{FF2B5EF4-FFF2-40B4-BE49-F238E27FC236}">
                <a16:creationId xmlns:a16="http://schemas.microsoft.com/office/drawing/2014/main" id="{8C119C4C-2EBD-E33E-433D-C1343CB99F87}"/>
              </a:ext>
              <a:ext uri="{C183D7F6-B498-43B3-948B-1728B52AA6E4}">
                <adec:decorative xmlns:adec="http://schemas.microsoft.com/office/drawing/2017/decorative" val="1"/>
              </a:ext>
            </a:extLst>
          </p:cNvPr>
          <p:cNvSpPr/>
          <p:nvPr/>
        </p:nvSpPr>
        <p:spPr bwMode="auto">
          <a:xfrm>
            <a:off x="3580200" y="2828858"/>
            <a:ext cx="741520" cy="741520"/>
          </a:xfrm>
          <a:prstGeom prst="ellipse">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800" b="1" i="0" u="none" strike="noStrike" kern="1200" cap="none" spc="0" normalizeH="0" baseline="0" noProof="0" err="1">
              <a:ln w="3175">
                <a:noFill/>
              </a:ln>
              <a:solidFill>
                <a:srgbClr val="000000"/>
              </a:solidFill>
              <a:effectLst/>
              <a:uLnTx/>
              <a:uFillTx/>
              <a:latin typeface="Segoe UI Semibold" panose="020B0502040204020203" pitchFamily="34" charset="0"/>
              <a:ea typeface="+mn-ea"/>
              <a:cs typeface="Segoe UI" pitchFamily="34" charset="0"/>
            </a:endParaRPr>
          </a:p>
        </p:txBody>
      </p:sp>
      <p:pic>
        <p:nvPicPr>
          <p:cNvPr id="25" name="Graphic 24">
            <a:extLst>
              <a:ext uri="{FF2B5EF4-FFF2-40B4-BE49-F238E27FC236}">
                <a16:creationId xmlns:a16="http://schemas.microsoft.com/office/drawing/2014/main" id="{E99C5E65-D4D5-CA0F-232A-7C1C6E9947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41957" y="2990615"/>
            <a:ext cx="418006" cy="418006"/>
          </a:xfrm>
          <a:prstGeom prst="rect">
            <a:avLst/>
          </a:prstGeom>
        </p:spPr>
      </p:pic>
      <p:sp>
        <p:nvSpPr>
          <p:cNvPr id="12" name="TextBox 11">
            <a:extLst>
              <a:ext uri="{FF2B5EF4-FFF2-40B4-BE49-F238E27FC236}">
                <a16:creationId xmlns:a16="http://schemas.microsoft.com/office/drawing/2014/main" id="{C9B339B7-48DA-1E92-5ACD-0ABA87F7D458}"/>
              </a:ext>
            </a:extLst>
          </p:cNvPr>
          <p:cNvSpPr txBox="1"/>
          <p:nvPr/>
        </p:nvSpPr>
        <p:spPr>
          <a:xfrm>
            <a:off x="3580200" y="3826252"/>
            <a:ext cx="2311709" cy="615553"/>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Adapts and recovers on its own</a:t>
            </a:r>
          </a:p>
        </p:txBody>
      </p:sp>
      <p:sp>
        <p:nvSpPr>
          <p:cNvPr id="125" name="Text 10">
            <a:extLst>
              <a:ext uri="{FF2B5EF4-FFF2-40B4-BE49-F238E27FC236}">
                <a16:creationId xmlns:a16="http://schemas.microsoft.com/office/drawing/2014/main" id="{1FE67ACC-B0EE-FF06-0659-E737C2AA1F3E}"/>
              </a:ext>
            </a:extLst>
          </p:cNvPr>
          <p:cNvSpPr/>
          <p:nvPr/>
        </p:nvSpPr>
        <p:spPr>
          <a:xfrm>
            <a:off x="3580200" y="4520384"/>
            <a:ext cx="2248167" cy="913070"/>
          </a:xfrm>
          <a:prstGeom prst="rect">
            <a:avLst/>
          </a:prstGeom>
          <a:noFill/>
          <a:ln/>
        </p:spPr>
        <p:txBody>
          <a:bodyPr wrap="square" lIns="25400" tIns="25400" rIns="25400" bIns="25400" rtlCol="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panose="020B0502040204020203" pitchFamily="34" charset="0"/>
                <a:ea typeface="Segoe UI" pitchFamily="34" charset="-122"/>
                <a:cs typeface="Segoe UI" pitchFamily="34" charset="-120"/>
              </a:rPr>
              <a:t>Responds to changing requests and errors, automatically retrying failed steps or alternative paths.</a:t>
            </a:r>
            <a:endParaRPr kumimoji="0" lang="en-US" sz="1400" b="0" i="0" u="none" strike="noStrike" kern="1200" cap="none" spc="0" normalizeH="0" baseline="0" noProof="0" dirty="0">
              <a:ln>
                <a:noFill/>
              </a:ln>
              <a:solidFill>
                <a:srgbClr val="000000"/>
              </a:solidFill>
              <a:effectLst/>
              <a:uLnTx/>
              <a:uFillTx/>
              <a:latin typeface="Segoe UI" panose="020B0502040204020203" pitchFamily="34" charset="0"/>
            </a:endParaRPr>
          </a:p>
        </p:txBody>
      </p:sp>
      <p:sp>
        <p:nvSpPr>
          <p:cNvPr id="7" name="Rounded Rectangle 6">
            <a:extLst>
              <a:ext uri="{FF2B5EF4-FFF2-40B4-BE49-F238E27FC236}">
                <a16:creationId xmlns:a16="http://schemas.microsoft.com/office/drawing/2014/main" id="{5708D3E8-E084-7520-F010-05268C4AAAC3}"/>
              </a:ext>
              <a:ext uri="{C183D7F6-B498-43B3-948B-1728B52AA6E4}">
                <adec:decorative xmlns:adec="http://schemas.microsoft.com/office/drawing/2017/decorative" val="1"/>
              </a:ext>
            </a:extLst>
          </p:cNvPr>
          <p:cNvSpPr/>
          <p:nvPr/>
        </p:nvSpPr>
        <p:spPr bwMode="auto">
          <a:xfrm>
            <a:off x="6161219" y="2527196"/>
            <a:ext cx="2659085" cy="3569500"/>
          </a:xfrm>
          <a:prstGeom prst="roundRect">
            <a:avLst>
              <a:gd name="adj" fmla="val 10513"/>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16" name="Oval 15">
            <a:extLst>
              <a:ext uri="{FF2B5EF4-FFF2-40B4-BE49-F238E27FC236}">
                <a16:creationId xmlns:a16="http://schemas.microsoft.com/office/drawing/2014/main" id="{85BB603D-F945-6476-792A-AD5744E592E2}"/>
              </a:ext>
              <a:ext uri="{C183D7F6-B498-43B3-948B-1728B52AA6E4}">
                <adec:decorative xmlns:adec="http://schemas.microsoft.com/office/drawing/2017/decorative" val="1"/>
              </a:ext>
            </a:extLst>
          </p:cNvPr>
          <p:cNvSpPr/>
          <p:nvPr/>
        </p:nvSpPr>
        <p:spPr bwMode="auto">
          <a:xfrm>
            <a:off x="6366049" y="2828858"/>
            <a:ext cx="741520" cy="741520"/>
          </a:xfrm>
          <a:prstGeom prst="ellipse">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800" b="1" i="0" u="none" strike="noStrike" kern="1200" cap="none" spc="0" normalizeH="0" baseline="0" noProof="0" err="1">
              <a:ln w="3175">
                <a:noFill/>
              </a:ln>
              <a:solidFill>
                <a:srgbClr val="000000"/>
              </a:solidFill>
              <a:effectLst/>
              <a:uLnTx/>
              <a:uFillTx/>
              <a:latin typeface="Segoe UI Semibold" panose="020B0502040204020203" pitchFamily="34" charset="0"/>
              <a:ea typeface="+mn-ea"/>
              <a:cs typeface="Segoe UI" pitchFamily="34" charset="0"/>
            </a:endParaRPr>
          </a:p>
        </p:txBody>
      </p:sp>
      <p:pic>
        <p:nvPicPr>
          <p:cNvPr id="33" name="Graphic 32">
            <a:extLst>
              <a:ext uri="{FF2B5EF4-FFF2-40B4-BE49-F238E27FC236}">
                <a16:creationId xmlns:a16="http://schemas.microsoft.com/office/drawing/2014/main" id="{F479F732-958B-7ED9-EF23-272A8FCF567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29076" y="2991885"/>
            <a:ext cx="415467" cy="415467"/>
          </a:xfrm>
          <a:prstGeom prst="rect">
            <a:avLst/>
          </a:prstGeom>
        </p:spPr>
      </p:pic>
      <p:sp>
        <p:nvSpPr>
          <p:cNvPr id="15" name="TextBox 14">
            <a:extLst>
              <a:ext uri="{FF2B5EF4-FFF2-40B4-BE49-F238E27FC236}">
                <a16:creationId xmlns:a16="http://schemas.microsoft.com/office/drawing/2014/main" id="{4D32A912-356D-5195-AA98-29DE86EF080F}"/>
              </a:ext>
            </a:extLst>
          </p:cNvPr>
          <p:cNvSpPr txBox="1"/>
          <p:nvPr/>
        </p:nvSpPr>
        <p:spPr>
          <a:xfrm>
            <a:off x="6366049" y="3826252"/>
            <a:ext cx="1513375" cy="615553"/>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Accurate tool calling</a:t>
            </a:r>
          </a:p>
        </p:txBody>
      </p:sp>
      <p:sp>
        <p:nvSpPr>
          <p:cNvPr id="148" name="Text 6">
            <a:extLst>
              <a:ext uri="{FF2B5EF4-FFF2-40B4-BE49-F238E27FC236}">
                <a16:creationId xmlns:a16="http://schemas.microsoft.com/office/drawing/2014/main" id="{509D5268-266B-E7F5-01FC-E8BF1EF22D7B}"/>
              </a:ext>
            </a:extLst>
          </p:cNvPr>
          <p:cNvSpPr/>
          <p:nvPr/>
        </p:nvSpPr>
        <p:spPr>
          <a:xfrm>
            <a:off x="6366049" y="4520384"/>
            <a:ext cx="2249424" cy="1128514"/>
          </a:xfrm>
          <a:prstGeom prst="rect">
            <a:avLst/>
          </a:prstGeom>
          <a:noFill/>
          <a:ln/>
        </p:spPr>
        <p:txBody>
          <a:bodyPr wrap="square" lIns="25400" tIns="25400" rIns="25400" bIns="25400" rtlCol="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panose="020B0502040204020203" pitchFamily="34" charset="0"/>
                <a:ea typeface="Segoe UI" pitchFamily="34" charset="-122"/>
                <a:cs typeface="Segoe UI" pitchFamily="34" charset="-120"/>
              </a:rPr>
              <a:t>Selects the right tool and fills in parameters correctly the first time, following instructions across long conversations.</a:t>
            </a:r>
            <a:endParaRPr kumimoji="0" lang="en-US" sz="1400" b="0" i="0" u="none" strike="noStrike" kern="1200" cap="none" spc="0" normalizeH="0" baseline="0" noProof="0" dirty="0">
              <a:ln>
                <a:noFill/>
              </a:ln>
              <a:solidFill>
                <a:srgbClr val="000000"/>
              </a:solidFill>
              <a:effectLst/>
              <a:uLnTx/>
              <a:uFillTx/>
              <a:latin typeface="Segoe UI" panose="020B0502040204020203" pitchFamily="34" charset="0"/>
            </a:endParaRPr>
          </a:p>
        </p:txBody>
      </p:sp>
      <p:sp>
        <p:nvSpPr>
          <p:cNvPr id="8" name="Rounded Rectangle 7">
            <a:extLst>
              <a:ext uri="{FF2B5EF4-FFF2-40B4-BE49-F238E27FC236}">
                <a16:creationId xmlns:a16="http://schemas.microsoft.com/office/drawing/2014/main" id="{93AC20A7-2FCA-613A-CE20-39E6D5A81A36}"/>
              </a:ext>
              <a:ext uri="{C183D7F6-B498-43B3-948B-1728B52AA6E4}">
                <adec:decorative xmlns:adec="http://schemas.microsoft.com/office/drawing/2017/decorative" val="1"/>
              </a:ext>
            </a:extLst>
          </p:cNvPr>
          <p:cNvSpPr/>
          <p:nvPr/>
        </p:nvSpPr>
        <p:spPr bwMode="auto">
          <a:xfrm>
            <a:off x="8947699" y="2527196"/>
            <a:ext cx="2659085" cy="3569500"/>
          </a:xfrm>
          <a:prstGeom prst="roundRect">
            <a:avLst>
              <a:gd name="adj" fmla="val 11117"/>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19" name="Oval 18">
            <a:extLst>
              <a:ext uri="{FF2B5EF4-FFF2-40B4-BE49-F238E27FC236}">
                <a16:creationId xmlns:a16="http://schemas.microsoft.com/office/drawing/2014/main" id="{3FE73E08-F8F7-EBD9-842F-82CC20879A1A}"/>
              </a:ext>
              <a:ext uri="{C183D7F6-B498-43B3-948B-1728B52AA6E4}">
                <adec:decorative xmlns:adec="http://schemas.microsoft.com/office/drawing/2017/decorative" val="1"/>
              </a:ext>
            </a:extLst>
          </p:cNvPr>
          <p:cNvSpPr/>
          <p:nvPr/>
        </p:nvSpPr>
        <p:spPr bwMode="auto">
          <a:xfrm>
            <a:off x="9152529" y="2828858"/>
            <a:ext cx="741520" cy="741520"/>
          </a:xfrm>
          <a:prstGeom prst="ellipse">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800" b="1" i="0" u="none" strike="noStrike" kern="1200" cap="none" spc="0" normalizeH="0" baseline="0" noProof="0" err="1">
              <a:ln w="3175">
                <a:noFill/>
              </a:ln>
              <a:solidFill>
                <a:srgbClr val="000000"/>
              </a:solidFill>
              <a:effectLst/>
              <a:uLnTx/>
              <a:uFillTx/>
              <a:latin typeface="Segoe UI Semibold" panose="020B0502040204020203" pitchFamily="34" charset="0"/>
              <a:ea typeface="+mn-ea"/>
              <a:cs typeface="Segoe UI" pitchFamily="34" charset="0"/>
            </a:endParaRPr>
          </a:p>
        </p:txBody>
      </p:sp>
      <p:pic>
        <p:nvPicPr>
          <p:cNvPr id="31" name="Graphic 30">
            <a:extLst>
              <a:ext uri="{FF2B5EF4-FFF2-40B4-BE49-F238E27FC236}">
                <a16:creationId xmlns:a16="http://schemas.microsoft.com/office/drawing/2014/main" id="{04796DF2-70A0-1786-DEA4-005236D549E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14286" y="2990615"/>
            <a:ext cx="418006" cy="418006"/>
          </a:xfrm>
          <a:prstGeom prst="rect">
            <a:avLst/>
          </a:prstGeom>
        </p:spPr>
      </p:pic>
      <p:sp>
        <p:nvSpPr>
          <p:cNvPr id="18" name="TextBox 17">
            <a:extLst>
              <a:ext uri="{FF2B5EF4-FFF2-40B4-BE49-F238E27FC236}">
                <a16:creationId xmlns:a16="http://schemas.microsoft.com/office/drawing/2014/main" id="{8291C992-8F97-2480-56A3-4C9543FE89AF}"/>
              </a:ext>
            </a:extLst>
          </p:cNvPr>
          <p:cNvSpPr txBox="1"/>
          <p:nvPr/>
        </p:nvSpPr>
        <p:spPr>
          <a:xfrm>
            <a:off x="9152529" y="3826252"/>
            <a:ext cx="2340971" cy="615553"/>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Optimization of model performance</a:t>
            </a:r>
          </a:p>
        </p:txBody>
      </p:sp>
      <p:sp>
        <p:nvSpPr>
          <p:cNvPr id="158" name="Text 6">
            <a:extLst>
              <a:ext uri="{FF2B5EF4-FFF2-40B4-BE49-F238E27FC236}">
                <a16:creationId xmlns:a16="http://schemas.microsoft.com/office/drawing/2014/main" id="{6AF6E685-8D63-764F-E408-D8911FFF93EC}"/>
              </a:ext>
            </a:extLst>
          </p:cNvPr>
          <p:cNvSpPr/>
          <p:nvPr/>
        </p:nvSpPr>
        <p:spPr>
          <a:xfrm>
            <a:off x="9152529" y="4520384"/>
            <a:ext cx="2249424" cy="1128514"/>
          </a:xfrm>
          <a:prstGeom prst="rect">
            <a:avLst/>
          </a:prstGeom>
          <a:noFill/>
          <a:ln/>
        </p:spPr>
        <p:txBody>
          <a:bodyPr wrap="square" lIns="25400" tIns="25400" rIns="25400" bIns="25400" rtlCol="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panose="020B0502040204020203" pitchFamily="34" charset="0"/>
                <a:ea typeface="Segoe UI" pitchFamily="34" charset="-122"/>
                <a:cs typeface="Segoe UI" pitchFamily="34" charset="-120"/>
              </a:rPr>
              <a:t>Stronger instruction adherence and a higher cache rate mean more reliable output with lower net token use.</a:t>
            </a:r>
            <a:endParaRPr kumimoji="0" lang="en-US" sz="1400" b="0" i="0" u="none" strike="noStrike" kern="1200" cap="none" spc="0" normalizeH="0" baseline="0" noProof="0" dirty="0">
              <a:ln>
                <a:noFill/>
              </a:ln>
              <a:solidFill>
                <a:srgbClr val="000000"/>
              </a:solidFill>
              <a:effectLst/>
              <a:uLnTx/>
              <a:uFillTx/>
              <a:latin typeface="Segoe UI" panose="020B0502040204020203" pitchFamily="34" charset="0"/>
            </a:endParaRPr>
          </a:p>
        </p:txBody>
      </p:sp>
    </p:spTree>
    <p:extLst>
      <p:ext uri="{BB962C8B-B14F-4D97-AF65-F5344CB8AC3E}">
        <p14:creationId xmlns:p14="http://schemas.microsoft.com/office/powerpoint/2010/main" val="110330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grpId="1" nodeType="withEffect">
                                  <p:stCondLst>
                                    <p:cond delay="200"/>
                                  </p:stCondLst>
                                  <p:childTnLst>
                                    <p:animMotion origin="layout" path="M -1.45833E-6 2.22222E-6 L -1.45833E-6 0.03541 " pathEditMode="relative" rAng="0" ptsTypes="AA">
                                      <p:cBhvr>
                                        <p:cTn id="9" dur="700" spd="-100000" fill="hold"/>
                                        <p:tgtEl>
                                          <p:spTgt spid="12"/>
                                        </p:tgtEl>
                                        <p:attrNameLst>
                                          <p:attrName>ppt_x</p:attrName>
                                          <p:attrName>ppt_y</p:attrName>
                                        </p:attrNameLst>
                                      </p:cBhvr>
                                      <p:rCtr x="0" y="1759"/>
                                    </p:animMotion>
                                  </p:childTnLst>
                                </p:cTn>
                              </p:par>
                              <p:par>
                                <p:cTn id="10" presetID="10" presetClass="entr" presetSubtype="0" fill="hold" grpId="0" nodeType="withEffect">
                                  <p:stCondLst>
                                    <p:cond delay="3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300"/>
                                  </p:stCondLst>
                                  <p:childTnLst>
                                    <p:animMotion origin="layout" path="M -3.95833E-6 4.81481E-6 L -3.95833E-6 0.03541 " pathEditMode="relative" rAng="0" ptsTypes="AA">
                                      <p:cBhvr>
                                        <p:cTn id="14" dur="700" spd="-100000" fill="hold"/>
                                        <p:tgtEl>
                                          <p:spTgt spid="16"/>
                                        </p:tgtEl>
                                        <p:attrNameLst>
                                          <p:attrName>ppt_x</p:attrName>
                                          <p:attrName>ppt_y</p:attrName>
                                        </p:attrNameLst>
                                      </p:cBhvr>
                                      <p:rCtr x="0" y="1759"/>
                                    </p:animMotion>
                                  </p:childTnLst>
                                </p:cTn>
                              </p:par>
                              <p:par>
                                <p:cTn id="15" presetID="10" presetClass="entr" presetSubtype="0" fill="hold" grpId="0" nodeType="withEffect">
                                  <p:stCondLst>
                                    <p:cond delay="3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300"/>
                                  </p:stCondLst>
                                  <p:childTnLst>
                                    <p:animMotion origin="layout" path="M -4.58333E-6 2.22222E-6 L -4.58333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4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400"/>
                                  </p:stCondLst>
                                  <p:childTnLst>
                                    <p:animMotion origin="layout" path="M 4.16667E-7 4.81481E-6 L 4.16667E-7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40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42" presetClass="path" presetSubtype="0" decel="100000" fill="hold" grpId="1" nodeType="withEffect">
                                  <p:stCondLst>
                                    <p:cond delay="400"/>
                                  </p:stCondLst>
                                  <p:childTnLst>
                                    <p:animMotion origin="layout" path="M -4.58333E-6 2.22222E-6 L -4.58333E-6 0.03541 " pathEditMode="relative" rAng="0" ptsTypes="AA">
                                      <p:cBhvr>
                                        <p:cTn id="29" dur="700" spd="-100000" fill="hold"/>
                                        <p:tgtEl>
                                          <p:spTgt spid="18"/>
                                        </p:tgtEl>
                                        <p:attrNameLst>
                                          <p:attrName>ppt_x</p:attrName>
                                          <p:attrName>ppt_y</p:attrName>
                                        </p:attrNameLst>
                                      </p:cBhvr>
                                      <p:rCtr x="0" y="1759"/>
                                    </p:animMotion>
                                  </p:childTnLst>
                                </p:cTn>
                              </p:par>
                              <p:par>
                                <p:cTn id="30" presetID="10" presetClass="entr" presetSubtype="0" fill="hold" grpId="0" nodeType="withEffect">
                                  <p:stCondLst>
                                    <p:cond delay="1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42" presetClass="path" presetSubtype="0" decel="100000" fill="hold" grpId="1" nodeType="withEffect">
                                  <p:stCondLst>
                                    <p:cond delay="100"/>
                                  </p:stCondLst>
                                  <p:childTnLst>
                                    <p:animMotion origin="layout" path="M -1.66667E-6 -3.7037E-6 L -1.66667E-6 0.03542 " pathEditMode="relative" rAng="0" ptsTypes="AA">
                                      <p:cBhvr>
                                        <p:cTn id="34" dur="700" spd="-100000" fill="hold"/>
                                        <p:tgtEl>
                                          <p:spTgt spid="5"/>
                                        </p:tgtEl>
                                        <p:attrNameLst>
                                          <p:attrName>ppt_x</p:attrName>
                                          <p:attrName>ppt_y</p:attrName>
                                        </p:attrNameLst>
                                      </p:cBhvr>
                                      <p:rCtr x="0" y="1759"/>
                                    </p:animMotion>
                                  </p:childTnLst>
                                </p:cTn>
                              </p:par>
                              <p:par>
                                <p:cTn id="35" presetID="10" presetClass="entr" presetSubtype="0" fill="hold" grpId="0" nodeType="withEffect">
                                  <p:stCondLst>
                                    <p:cond delay="2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42" presetClass="path" presetSubtype="0" decel="100000" fill="hold" grpId="1" nodeType="withEffect">
                                  <p:stCondLst>
                                    <p:cond delay="200"/>
                                  </p:stCondLst>
                                  <p:childTnLst>
                                    <p:animMotion origin="layout" path="M 2.70833E-6 -3.7037E-6 L 2.70833E-6 0.03542 " pathEditMode="relative" rAng="0" ptsTypes="AA">
                                      <p:cBhvr>
                                        <p:cTn id="39" dur="700" spd="-100000" fill="hold"/>
                                        <p:tgtEl>
                                          <p:spTgt spid="6"/>
                                        </p:tgtEl>
                                        <p:attrNameLst>
                                          <p:attrName>ppt_x</p:attrName>
                                          <p:attrName>ppt_y</p:attrName>
                                        </p:attrNameLst>
                                      </p:cBhvr>
                                      <p:rCtr x="0" y="1759"/>
                                    </p:animMotion>
                                  </p:childTnLst>
                                </p:cTn>
                              </p:par>
                              <p:par>
                                <p:cTn id="40" presetID="10" presetClass="entr" presetSubtype="0" fill="hold" grpId="0" nodeType="withEffect">
                                  <p:stCondLst>
                                    <p:cond delay="3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42" presetClass="path" presetSubtype="0" decel="100000" fill="hold" grpId="1" nodeType="withEffect">
                                  <p:stCondLst>
                                    <p:cond delay="300"/>
                                  </p:stCondLst>
                                  <p:childTnLst>
                                    <p:animMotion origin="layout" path="M -2.91667E-6 -3.7037E-6 L -2.91667E-6 0.03542 " pathEditMode="relative" rAng="0" ptsTypes="AA">
                                      <p:cBhvr>
                                        <p:cTn id="44" dur="700" spd="-100000" fill="hold"/>
                                        <p:tgtEl>
                                          <p:spTgt spid="7"/>
                                        </p:tgtEl>
                                        <p:attrNameLst>
                                          <p:attrName>ppt_x</p:attrName>
                                          <p:attrName>ppt_y</p:attrName>
                                        </p:attrNameLst>
                                      </p:cBhvr>
                                      <p:rCtr x="0" y="1759"/>
                                    </p:animMotion>
                                  </p:childTnLst>
                                </p:cTn>
                              </p:par>
                              <p:par>
                                <p:cTn id="45" presetID="10" presetClass="entr" presetSubtype="0" fill="hold" grpId="0" nodeType="withEffect">
                                  <p:stCondLst>
                                    <p:cond delay="40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42" presetClass="path" presetSubtype="0" decel="100000" fill="hold" grpId="1" nodeType="withEffect">
                                  <p:stCondLst>
                                    <p:cond delay="400"/>
                                  </p:stCondLst>
                                  <p:childTnLst>
                                    <p:animMotion origin="layout" path="M 1.45833E-6 -3.7037E-6 L 1.45833E-6 0.03542 " pathEditMode="relative" rAng="0" ptsTypes="AA">
                                      <p:cBhvr>
                                        <p:cTn id="49" dur="700" spd="-100000" fill="hold"/>
                                        <p:tgtEl>
                                          <p:spTgt spid="8"/>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200"/>
                                        <p:tgtEl>
                                          <p:spTgt spid="22"/>
                                        </p:tgtEl>
                                      </p:cBhvr>
                                    </p:animEffect>
                                  </p:childTnLst>
                                </p:cTn>
                              </p:par>
                              <p:par>
                                <p:cTn id="53" presetID="42" presetClass="path" presetSubtype="0" decel="100000" fill="hold" grpId="1" nodeType="withEffect">
                                  <p:stCondLst>
                                    <p:cond delay="0"/>
                                  </p:stCondLst>
                                  <p:childTnLst>
                                    <p:animMotion origin="layout" path="M 0 0.03888 L 0 4.81481E-6 " pathEditMode="relative" rAng="0" ptsTypes="AA">
                                      <p:cBhvr>
                                        <p:cTn id="54" dur="500" fill="hold"/>
                                        <p:tgtEl>
                                          <p:spTgt spid="22"/>
                                        </p:tgtEl>
                                        <p:attrNameLst>
                                          <p:attrName>ppt_x</p:attrName>
                                          <p:attrName>ppt_y</p:attrName>
                                        </p:attrNameLst>
                                      </p:cBhvr>
                                      <p:rCtr x="0" y="-1944"/>
                                    </p:animMotion>
                                  </p:childTnLst>
                                </p:cTn>
                              </p:par>
                              <p:par>
                                <p:cTn id="55" presetID="10" presetClass="entr" presetSubtype="0" fill="hold" nodeType="withEffect">
                                  <p:stCondLst>
                                    <p:cond delay="0"/>
                                  </p:stCondLst>
                                  <p:childTnLst>
                                    <p:set>
                                      <p:cBhvr>
                                        <p:cTn id="56" dur="1" fill="hold">
                                          <p:stCondLst>
                                            <p:cond delay="0"/>
                                          </p:stCondLst>
                                        </p:cTn>
                                        <p:tgtEl>
                                          <p:spTgt spid="162"/>
                                        </p:tgtEl>
                                        <p:attrNameLst>
                                          <p:attrName>style.visibility</p:attrName>
                                        </p:attrNameLst>
                                      </p:cBhvr>
                                      <p:to>
                                        <p:strVal val="visible"/>
                                      </p:to>
                                    </p:set>
                                    <p:animEffect transition="in" filter="fade">
                                      <p:cBhvr>
                                        <p:cTn id="57" dur="200"/>
                                        <p:tgtEl>
                                          <p:spTgt spid="162"/>
                                        </p:tgtEl>
                                      </p:cBhvr>
                                    </p:animEffect>
                                  </p:childTnLst>
                                </p:cTn>
                              </p:par>
                              <p:par>
                                <p:cTn id="58" presetID="42" presetClass="path" presetSubtype="0" decel="100000" fill="hold" nodeType="withEffect">
                                  <p:stCondLst>
                                    <p:cond delay="0"/>
                                  </p:stCondLst>
                                  <p:childTnLst>
                                    <p:animMotion origin="layout" path="M 0 0.03888 L 0 4.81481E-6 " pathEditMode="relative" rAng="0" ptsTypes="AA">
                                      <p:cBhvr>
                                        <p:cTn id="59" dur="500" fill="hold"/>
                                        <p:tgtEl>
                                          <p:spTgt spid="162"/>
                                        </p:tgtEl>
                                        <p:attrNameLst>
                                          <p:attrName>ppt_x</p:attrName>
                                          <p:attrName>ppt_y</p:attrName>
                                        </p:attrNameLst>
                                      </p:cBhvr>
                                      <p:rCtr x="0" y="-1944"/>
                                    </p:animMotion>
                                  </p:childTnLst>
                                </p:cTn>
                              </p:par>
                              <p:par>
                                <p:cTn id="60" presetID="10" presetClass="entr" presetSubtype="0" fill="hold" grpId="0" nodeType="with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fade">
                                      <p:cBhvr>
                                        <p:cTn id="62" dur="200"/>
                                        <p:tgtEl>
                                          <p:spTgt spid="4"/>
                                        </p:tgtEl>
                                      </p:cBhvr>
                                    </p:animEffect>
                                  </p:childTnLst>
                                </p:cTn>
                              </p:par>
                              <p:par>
                                <p:cTn id="63" presetID="42" presetClass="path" presetSubtype="0" decel="100000" fill="hold" grpId="1" nodeType="withEffect">
                                  <p:stCondLst>
                                    <p:cond delay="0"/>
                                  </p:stCondLst>
                                  <p:childTnLst>
                                    <p:animMotion origin="layout" path="M 0 0.03888 L 0 4.81481E-6 " pathEditMode="relative" rAng="0" ptsTypes="AA">
                                      <p:cBhvr>
                                        <p:cTn id="64" dur="500" fill="hold"/>
                                        <p:tgtEl>
                                          <p:spTgt spid="4"/>
                                        </p:tgtEl>
                                        <p:attrNameLst>
                                          <p:attrName>ppt_x</p:attrName>
                                          <p:attrName>ppt_y</p:attrName>
                                        </p:attrNameLst>
                                      </p:cBhvr>
                                      <p:rCtr x="0" y="-1944"/>
                                    </p:animMotion>
                                  </p:childTnLst>
                                </p:cTn>
                              </p:par>
                              <p:par>
                                <p:cTn id="65" presetID="10" presetClass="entr" presetSubtype="0" fill="hold" grpId="0" nodeType="withEffect">
                                  <p:stCondLst>
                                    <p:cond delay="10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68" presetID="42" presetClass="path" presetSubtype="0" decel="100000" fill="hold" grpId="1" nodeType="withEffect">
                                  <p:stCondLst>
                                    <p:cond delay="100"/>
                                  </p:stCondLst>
                                  <p:childTnLst>
                                    <p:animMotion origin="layout" path="M -2.70833E-6 4.81481E-6 L -2.70833E-6 0.03541 " pathEditMode="relative" rAng="0" ptsTypes="AA">
                                      <p:cBhvr>
                                        <p:cTn id="69" dur="700" spd="-100000" fill="hold"/>
                                        <p:tgtEl>
                                          <p:spTgt spid="10"/>
                                        </p:tgtEl>
                                        <p:attrNameLst>
                                          <p:attrName>ppt_x</p:attrName>
                                          <p:attrName>ppt_y</p:attrName>
                                        </p:attrNameLst>
                                      </p:cBhvr>
                                      <p:rCtr x="0" y="1759"/>
                                    </p:animMotion>
                                  </p:childTnLst>
                                </p:cTn>
                              </p:par>
                              <p:par>
                                <p:cTn id="70" presetID="10" presetClass="entr" presetSubtype="0" fill="hold" nodeType="withEffect">
                                  <p:stCondLst>
                                    <p:cond delay="10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42" presetClass="path" presetSubtype="0" decel="100000" fill="hold" nodeType="withEffect">
                                  <p:stCondLst>
                                    <p:cond delay="100"/>
                                  </p:stCondLst>
                                  <p:childTnLst>
                                    <p:animMotion origin="layout" path="M -2.70833E-6 4.81481E-6 L -2.70833E-6 0.03541 " pathEditMode="relative" rAng="0" ptsTypes="AA">
                                      <p:cBhvr>
                                        <p:cTn id="74" dur="700" spd="-100000" fill="hold"/>
                                        <p:tgtEl>
                                          <p:spTgt spid="27"/>
                                        </p:tgtEl>
                                        <p:attrNameLst>
                                          <p:attrName>ppt_x</p:attrName>
                                          <p:attrName>ppt_y</p:attrName>
                                        </p:attrNameLst>
                                      </p:cBhvr>
                                      <p:rCtr x="0" y="1759"/>
                                    </p:animMotion>
                                  </p:childTnLst>
                                </p:cTn>
                              </p:par>
                              <p:par>
                                <p:cTn id="75" presetID="10" presetClass="entr" presetSubtype="0" fill="hold" grpId="0" nodeType="withEffect">
                                  <p:stCondLst>
                                    <p:cond delay="100"/>
                                  </p:stCondLst>
                                  <p:childTnLst>
                                    <p:set>
                                      <p:cBhvr>
                                        <p:cTn id="76" dur="1" fill="hold">
                                          <p:stCondLst>
                                            <p:cond delay="0"/>
                                          </p:stCondLst>
                                        </p:cTn>
                                        <p:tgtEl>
                                          <p:spTgt spid="120"/>
                                        </p:tgtEl>
                                        <p:attrNameLst>
                                          <p:attrName>style.visibility</p:attrName>
                                        </p:attrNameLst>
                                      </p:cBhvr>
                                      <p:to>
                                        <p:strVal val="visible"/>
                                      </p:to>
                                    </p:set>
                                    <p:animEffect transition="in" filter="fade">
                                      <p:cBhvr>
                                        <p:cTn id="77" dur="500"/>
                                        <p:tgtEl>
                                          <p:spTgt spid="120"/>
                                        </p:tgtEl>
                                      </p:cBhvr>
                                    </p:animEffect>
                                  </p:childTnLst>
                                </p:cTn>
                              </p:par>
                              <p:par>
                                <p:cTn id="78" presetID="42" presetClass="path" presetSubtype="0" decel="100000" fill="hold" grpId="1" nodeType="withEffect">
                                  <p:stCondLst>
                                    <p:cond delay="100"/>
                                  </p:stCondLst>
                                  <p:childTnLst>
                                    <p:animMotion origin="layout" path="M -1.66667E-6 -4.44444E-6 L -1.66667E-6 0.03542 " pathEditMode="relative" rAng="0" ptsTypes="AA">
                                      <p:cBhvr>
                                        <p:cTn id="79" dur="700" spd="-100000" fill="hold"/>
                                        <p:tgtEl>
                                          <p:spTgt spid="120"/>
                                        </p:tgtEl>
                                        <p:attrNameLst>
                                          <p:attrName>ppt_x</p:attrName>
                                          <p:attrName>ppt_y</p:attrName>
                                        </p:attrNameLst>
                                      </p:cBhvr>
                                      <p:rCtr x="0" y="1759"/>
                                    </p:animMotion>
                                  </p:childTnLst>
                                </p:cTn>
                              </p:par>
                              <p:par>
                                <p:cTn id="80" presetID="10" presetClass="entr" presetSubtype="0" fill="hold" grpId="0" nodeType="withEffect">
                                  <p:stCondLst>
                                    <p:cond delay="100"/>
                                  </p:stCondLst>
                                  <p:childTnLst>
                                    <p:set>
                                      <p:cBhvr>
                                        <p:cTn id="81" dur="1" fill="hold">
                                          <p:stCondLst>
                                            <p:cond delay="0"/>
                                          </p:stCondLst>
                                        </p:cTn>
                                        <p:tgtEl>
                                          <p:spTgt spid="9"/>
                                        </p:tgtEl>
                                        <p:attrNameLst>
                                          <p:attrName>style.visibility</p:attrName>
                                        </p:attrNameLst>
                                      </p:cBhvr>
                                      <p:to>
                                        <p:strVal val="visible"/>
                                      </p:to>
                                    </p:set>
                                    <p:animEffect transition="in" filter="fade">
                                      <p:cBhvr>
                                        <p:cTn id="82" dur="500"/>
                                        <p:tgtEl>
                                          <p:spTgt spid="9"/>
                                        </p:tgtEl>
                                      </p:cBhvr>
                                    </p:animEffect>
                                  </p:childTnLst>
                                </p:cTn>
                              </p:par>
                              <p:par>
                                <p:cTn id="83" presetID="42" presetClass="path" presetSubtype="0" decel="100000" fill="hold" grpId="1" nodeType="withEffect">
                                  <p:stCondLst>
                                    <p:cond delay="100"/>
                                  </p:stCondLst>
                                  <p:childTnLst>
                                    <p:animMotion origin="layout" path="M -1.45833E-6 2.22222E-6 L -1.45833E-6 0.03541 " pathEditMode="relative" rAng="0" ptsTypes="AA">
                                      <p:cBhvr>
                                        <p:cTn id="84" dur="700" spd="-100000" fill="hold"/>
                                        <p:tgtEl>
                                          <p:spTgt spid="9"/>
                                        </p:tgtEl>
                                        <p:attrNameLst>
                                          <p:attrName>ppt_x</p:attrName>
                                          <p:attrName>ppt_y</p:attrName>
                                        </p:attrNameLst>
                                      </p:cBhvr>
                                      <p:rCtr x="0" y="1759"/>
                                    </p:animMotion>
                                  </p:childTnLst>
                                </p:cTn>
                              </p:par>
                              <p:par>
                                <p:cTn id="85" presetID="10" presetClass="entr" presetSubtype="0" fill="hold" grpId="0" nodeType="withEffect">
                                  <p:stCondLst>
                                    <p:cond delay="200"/>
                                  </p:stCondLst>
                                  <p:childTnLst>
                                    <p:set>
                                      <p:cBhvr>
                                        <p:cTn id="86" dur="1" fill="hold">
                                          <p:stCondLst>
                                            <p:cond delay="0"/>
                                          </p:stCondLst>
                                        </p:cTn>
                                        <p:tgtEl>
                                          <p:spTgt spid="13"/>
                                        </p:tgtEl>
                                        <p:attrNameLst>
                                          <p:attrName>style.visibility</p:attrName>
                                        </p:attrNameLst>
                                      </p:cBhvr>
                                      <p:to>
                                        <p:strVal val="visible"/>
                                      </p:to>
                                    </p:set>
                                    <p:animEffect transition="in" filter="fade">
                                      <p:cBhvr>
                                        <p:cTn id="87" dur="500"/>
                                        <p:tgtEl>
                                          <p:spTgt spid="13"/>
                                        </p:tgtEl>
                                      </p:cBhvr>
                                    </p:animEffect>
                                  </p:childTnLst>
                                </p:cTn>
                              </p:par>
                              <p:par>
                                <p:cTn id="88" presetID="42" presetClass="path" presetSubtype="0" decel="100000" fill="hold" grpId="1" nodeType="withEffect">
                                  <p:stCondLst>
                                    <p:cond delay="200"/>
                                  </p:stCondLst>
                                  <p:childTnLst>
                                    <p:animMotion origin="layout" path="M 1.66667E-6 4.81481E-6 L 1.66667E-6 0.03541 " pathEditMode="relative" rAng="0" ptsTypes="AA">
                                      <p:cBhvr>
                                        <p:cTn id="89" dur="700" spd="-100000" fill="hold"/>
                                        <p:tgtEl>
                                          <p:spTgt spid="13"/>
                                        </p:tgtEl>
                                        <p:attrNameLst>
                                          <p:attrName>ppt_x</p:attrName>
                                          <p:attrName>ppt_y</p:attrName>
                                        </p:attrNameLst>
                                      </p:cBhvr>
                                      <p:rCtr x="0" y="1759"/>
                                    </p:animMotion>
                                  </p:childTnLst>
                                </p:cTn>
                              </p:par>
                              <p:par>
                                <p:cTn id="90" presetID="10" presetClass="entr" presetSubtype="0" fill="hold" nodeType="withEffect">
                                  <p:stCondLst>
                                    <p:cond delay="20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par>
                                <p:cTn id="93" presetID="42" presetClass="path" presetSubtype="0" decel="100000" fill="hold" nodeType="withEffect">
                                  <p:stCondLst>
                                    <p:cond delay="200"/>
                                  </p:stCondLst>
                                  <p:childTnLst>
                                    <p:animMotion origin="layout" path="M 1.66667E-6 4.81481E-6 L 1.66667E-6 0.03541 " pathEditMode="relative" rAng="0" ptsTypes="AA">
                                      <p:cBhvr>
                                        <p:cTn id="94" dur="700" spd="-100000" fill="hold"/>
                                        <p:tgtEl>
                                          <p:spTgt spid="25"/>
                                        </p:tgtEl>
                                        <p:attrNameLst>
                                          <p:attrName>ppt_x</p:attrName>
                                          <p:attrName>ppt_y</p:attrName>
                                        </p:attrNameLst>
                                      </p:cBhvr>
                                      <p:rCtr x="0" y="1759"/>
                                    </p:animMotion>
                                  </p:childTnLst>
                                </p:cTn>
                              </p:par>
                              <p:par>
                                <p:cTn id="95" presetID="10" presetClass="entr" presetSubtype="0" fill="hold" grpId="0" nodeType="withEffect">
                                  <p:stCondLst>
                                    <p:cond delay="200"/>
                                  </p:stCondLst>
                                  <p:childTnLst>
                                    <p:set>
                                      <p:cBhvr>
                                        <p:cTn id="96" dur="1" fill="hold">
                                          <p:stCondLst>
                                            <p:cond delay="0"/>
                                          </p:stCondLst>
                                        </p:cTn>
                                        <p:tgtEl>
                                          <p:spTgt spid="125"/>
                                        </p:tgtEl>
                                        <p:attrNameLst>
                                          <p:attrName>style.visibility</p:attrName>
                                        </p:attrNameLst>
                                      </p:cBhvr>
                                      <p:to>
                                        <p:strVal val="visible"/>
                                      </p:to>
                                    </p:set>
                                    <p:animEffect transition="in" filter="fade">
                                      <p:cBhvr>
                                        <p:cTn id="97" dur="500"/>
                                        <p:tgtEl>
                                          <p:spTgt spid="125"/>
                                        </p:tgtEl>
                                      </p:cBhvr>
                                    </p:animEffect>
                                  </p:childTnLst>
                                </p:cTn>
                              </p:par>
                              <p:par>
                                <p:cTn id="98" presetID="42" presetClass="path" presetSubtype="0" decel="100000" fill="hold" grpId="1" nodeType="withEffect">
                                  <p:stCondLst>
                                    <p:cond delay="200"/>
                                  </p:stCondLst>
                                  <p:childTnLst>
                                    <p:animMotion origin="layout" path="M 2.70833E-6 -4.44444E-6 L 2.70833E-6 0.03542 " pathEditMode="relative" rAng="0" ptsTypes="AA">
                                      <p:cBhvr>
                                        <p:cTn id="99" dur="700" spd="-100000" fill="hold"/>
                                        <p:tgtEl>
                                          <p:spTgt spid="125"/>
                                        </p:tgtEl>
                                        <p:attrNameLst>
                                          <p:attrName>ppt_x</p:attrName>
                                          <p:attrName>ppt_y</p:attrName>
                                        </p:attrNameLst>
                                      </p:cBhvr>
                                      <p:rCtr x="0" y="1759"/>
                                    </p:animMotion>
                                  </p:childTnLst>
                                </p:cTn>
                              </p:par>
                              <p:par>
                                <p:cTn id="100" presetID="10" presetClass="entr" presetSubtype="0" fill="hold" grpId="0" nodeType="withEffect">
                                  <p:stCondLst>
                                    <p:cond delay="300"/>
                                  </p:stCondLst>
                                  <p:childTnLst>
                                    <p:set>
                                      <p:cBhvr>
                                        <p:cTn id="101" dur="1" fill="hold">
                                          <p:stCondLst>
                                            <p:cond delay="0"/>
                                          </p:stCondLst>
                                        </p:cTn>
                                        <p:tgtEl>
                                          <p:spTgt spid="148"/>
                                        </p:tgtEl>
                                        <p:attrNameLst>
                                          <p:attrName>style.visibility</p:attrName>
                                        </p:attrNameLst>
                                      </p:cBhvr>
                                      <p:to>
                                        <p:strVal val="visible"/>
                                      </p:to>
                                    </p:set>
                                    <p:animEffect transition="in" filter="fade">
                                      <p:cBhvr>
                                        <p:cTn id="102" dur="500"/>
                                        <p:tgtEl>
                                          <p:spTgt spid="148"/>
                                        </p:tgtEl>
                                      </p:cBhvr>
                                    </p:animEffect>
                                  </p:childTnLst>
                                </p:cTn>
                              </p:par>
                              <p:par>
                                <p:cTn id="103" presetID="42" presetClass="path" presetSubtype="0" decel="100000" fill="hold" grpId="1" nodeType="withEffect">
                                  <p:stCondLst>
                                    <p:cond delay="300"/>
                                  </p:stCondLst>
                                  <p:childTnLst>
                                    <p:animMotion origin="layout" path="M -2.91667E-6 -3.7037E-6 L -2.91667E-6 0.03542 " pathEditMode="relative" rAng="0" ptsTypes="AA">
                                      <p:cBhvr>
                                        <p:cTn id="104" dur="700" spd="-100000" fill="hold"/>
                                        <p:tgtEl>
                                          <p:spTgt spid="148"/>
                                        </p:tgtEl>
                                        <p:attrNameLst>
                                          <p:attrName>ppt_x</p:attrName>
                                          <p:attrName>ppt_y</p:attrName>
                                        </p:attrNameLst>
                                      </p:cBhvr>
                                      <p:rCtr x="0" y="1759"/>
                                    </p:animMotion>
                                  </p:childTnLst>
                                </p:cTn>
                              </p:par>
                              <p:par>
                                <p:cTn id="105" presetID="10" presetClass="entr" presetSubtype="0" fill="hold" nodeType="withEffect">
                                  <p:stCondLst>
                                    <p:cond delay="300"/>
                                  </p:stCondLst>
                                  <p:childTnLst>
                                    <p:set>
                                      <p:cBhvr>
                                        <p:cTn id="106" dur="1" fill="hold">
                                          <p:stCondLst>
                                            <p:cond delay="0"/>
                                          </p:stCondLst>
                                        </p:cTn>
                                        <p:tgtEl>
                                          <p:spTgt spid="33"/>
                                        </p:tgtEl>
                                        <p:attrNameLst>
                                          <p:attrName>style.visibility</p:attrName>
                                        </p:attrNameLst>
                                      </p:cBhvr>
                                      <p:to>
                                        <p:strVal val="visible"/>
                                      </p:to>
                                    </p:set>
                                    <p:animEffect transition="in" filter="fade">
                                      <p:cBhvr>
                                        <p:cTn id="107" dur="500"/>
                                        <p:tgtEl>
                                          <p:spTgt spid="33"/>
                                        </p:tgtEl>
                                      </p:cBhvr>
                                    </p:animEffect>
                                  </p:childTnLst>
                                </p:cTn>
                              </p:par>
                              <p:par>
                                <p:cTn id="108" presetID="42" presetClass="path" presetSubtype="0" decel="100000" fill="hold" nodeType="withEffect">
                                  <p:stCondLst>
                                    <p:cond delay="300"/>
                                  </p:stCondLst>
                                  <p:childTnLst>
                                    <p:animMotion origin="layout" path="M -4.16667E-6 4.81481E-6 L -4.16667E-6 0.03541 " pathEditMode="relative" rAng="0" ptsTypes="AA">
                                      <p:cBhvr>
                                        <p:cTn id="109" dur="700" spd="-100000" fill="hold"/>
                                        <p:tgtEl>
                                          <p:spTgt spid="33"/>
                                        </p:tgtEl>
                                        <p:attrNameLst>
                                          <p:attrName>ppt_x</p:attrName>
                                          <p:attrName>ppt_y</p:attrName>
                                        </p:attrNameLst>
                                      </p:cBhvr>
                                      <p:rCtr x="0" y="1759"/>
                                    </p:animMotion>
                                  </p:childTnLst>
                                </p:cTn>
                              </p:par>
                              <p:par>
                                <p:cTn id="110" presetID="10" presetClass="entr" presetSubtype="0" fill="hold" nodeType="withEffect">
                                  <p:stCondLst>
                                    <p:cond delay="4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childTnLst>
                                </p:cTn>
                              </p:par>
                              <p:par>
                                <p:cTn id="113" presetID="42" presetClass="path" presetSubtype="0" decel="100000" fill="hold" nodeType="withEffect">
                                  <p:stCondLst>
                                    <p:cond delay="400"/>
                                  </p:stCondLst>
                                  <p:childTnLst>
                                    <p:animMotion origin="layout" path="M 2.08333E-7 4.81481E-6 L 2.08333E-7 0.03541 " pathEditMode="relative" rAng="0" ptsTypes="AA">
                                      <p:cBhvr>
                                        <p:cTn id="114" dur="700" spd="-100000" fill="hold"/>
                                        <p:tgtEl>
                                          <p:spTgt spid="31"/>
                                        </p:tgtEl>
                                        <p:attrNameLst>
                                          <p:attrName>ppt_x</p:attrName>
                                          <p:attrName>ppt_y</p:attrName>
                                        </p:attrNameLst>
                                      </p:cBhvr>
                                      <p:rCtr x="0" y="1759"/>
                                    </p:animMotion>
                                  </p:childTnLst>
                                </p:cTn>
                              </p:par>
                              <p:par>
                                <p:cTn id="115" presetID="10" presetClass="entr" presetSubtype="0" fill="hold" grpId="0" nodeType="withEffect">
                                  <p:stCondLst>
                                    <p:cond delay="400"/>
                                  </p:stCondLst>
                                  <p:childTnLst>
                                    <p:set>
                                      <p:cBhvr>
                                        <p:cTn id="116" dur="1" fill="hold">
                                          <p:stCondLst>
                                            <p:cond delay="0"/>
                                          </p:stCondLst>
                                        </p:cTn>
                                        <p:tgtEl>
                                          <p:spTgt spid="158"/>
                                        </p:tgtEl>
                                        <p:attrNameLst>
                                          <p:attrName>style.visibility</p:attrName>
                                        </p:attrNameLst>
                                      </p:cBhvr>
                                      <p:to>
                                        <p:strVal val="visible"/>
                                      </p:to>
                                    </p:set>
                                    <p:animEffect transition="in" filter="fade">
                                      <p:cBhvr>
                                        <p:cTn id="117" dur="500"/>
                                        <p:tgtEl>
                                          <p:spTgt spid="158"/>
                                        </p:tgtEl>
                                      </p:cBhvr>
                                    </p:animEffect>
                                  </p:childTnLst>
                                </p:cTn>
                              </p:par>
                              <p:par>
                                <p:cTn id="118" presetID="42" presetClass="path" presetSubtype="0" decel="100000" fill="hold" grpId="1" nodeType="withEffect">
                                  <p:stCondLst>
                                    <p:cond delay="400"/>
                                  </p:stCondLst>
                                  <p:childTnLst>
                                    <p:animMotion origin="layout" path="M 1.45833E-6 -3.7037E-6 L 1.45833E-6 0.03542 " pathEditMode="relative" rAng="0" ptsTypes="AA">
                                      <p:cBhvr>
                                        <p:cTn id="119" dur="700" spd="-100000" fill="hold"/>
                                        <p:tgtEl>
                                          <p:spTgt spid="15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animBg="1"/>
      <p:bldP spid="5" grpId="1" animBg="1"/>
      <p:bldP spid="10" grpId="0" animBg="1"/>
      <p:bldP spid="10" grpId="1" animBg="1"/>
      <p:bldP spid="9" grpId="0"/>
      <p:bldP spid="9" grpId="1"/>
      <p:bldP spid="120" grpId="0" animBg="1"/>
      <p:bldP spid="120" grpId="1" animBg="1"/>
      <p:bldP spid="22" grpId="0" animBg="1"/>
      <p:bldP spid="22" grpId="1" animBg="1"/>
      <p:bldP spid="6" grpId="0" animBg="1"/>
      <p:bldP spid="6" grpId="1" animBg="1"/>
      <p:bldP spid="13" grpId="0" animBg="1"/>
      <p:bldP spid="13" grpId="1" animBg="1"/>
      <p:bldP spid="12" grpId="0"/>
      <p:bldP spid="12" grpId="1"/>
      <p:bldP spid="125" grpId="0" animBg="1"/>
      <p:bldP spid="125" grpId="1" animBg="1"/>
      <p:bldP spid="7" grpId="0" animBg="1"/>
      <p:bldP spid="7" grpId="1" animBg="1"/>
      <p:bldP spid="16" grpId="0" animBg="1"/>
      <p:bldP spid="16" grpId="1" animBg="1"/>
      <p:bldP spid="15" grpId="0"/>
      <p:bldP spid="15" grpId="1"/>
      <p:bldP spid="148" grpId="0" animBg="1"/>
      <p:bldP spid="148" grpId="1" animBg="1"/>
      <p:bldP spid="8" grpId="0" animBg="1"/>
      <p:bldP spid="8" grpId="1" animBg="1"/>
      <p:bldP spid="19" grpId="0" animBg="1"/>
      <p:bldP spid="19" grpId="1" animBg="1"/>
      <p:bldP spid="18" grpId="0"/>
      <p:bldP spid="18" grpId="1"/>
      <p:bldP spid="158" grpId="0" animBg="1"/>
      <p:bldP spid="15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61A60-D281-21F1-D19E-A4ACB3DC6623}"/>
              </a:ext>
            </a:extLst>
          </p:cNvPr>
          <p:cNvSpPr>
            <a:spLocks noGrp="1"/>
          </p:cNvSpPr>
          <p:nvPr>
            <p:ph type="title"/>
          </p:nvPr>
        </p:nvSpPr>
        <p:spPr>
          <a:xfrm>
            <a:off x="588264" y="1821305"/>
            <a:ext cx="4127692" cy="2462213"/>
          </a:xfrm>
        </p:spPr>
        <p:txBody>
          <a:bodyPr>
            <a:spAutoFit/>
          </a:bodyPr>
          <a:lstStyle/>
          <a:p>
            <a:r>
              <a:rPr lang="en-US" sz="4000" b="1" dirty="0">
                <a:solidFill>
                  <a:srgbClr val="323139"/>
                </a:solidFill>
                <a:latin typeface="Segoe UI Semibold"/>
              </a:rPr>
              <a:t>Five capabilities to try for building powerful business solutions</a:t>
            </a:r>
            <a:endParaRPr lang="en-US" sz="4000" dirty="0"/>
          </a:p>
        </p:txBody>
      </p:sp>
      <p:sp>
        <p:nvSpPr>
          <p:cNvPr id="3" name="Oval 2">
            <a:extLst>
              <a:ext uri="{FF2B5EF4-FFF2-40B4-BE49-F238E27FC236}">
                <a16:creationId xmlns:a16="http://schemas.microsoft.com/office/drawing/2014/main" id="{8526C23E-2AE2-9370-D42F-5F0B21A6B808}"/>
              </a:ext>
              <a:ext uri="{C183D7F6-B498-43B3-948B-1728B52AA6E4}">
                <adec:decorative xmlns:adec="http://schemas.microsoft.com/office/drawing/2017/decorative" val="1"/>
              </a:ext>
            </a:extLst>
          </p:cNvPr>
          <p:cNvSpPr/>
          <p:nvPr/>
        </p:nvSpPr>
        <p:spPr bwMode="auto">
          <a:xfrm>
            <a:off x="5812867" y="748790"/>
            <a:ext cx="464405" cy="464405"/>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3600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rPr>
              <a:t>01</a:t>
            </a:r>
          </a:p>
        </p:txBody>
      </p:sp>
      <p:sp>
        <p:nvSpPr>
          <p:cNvPr id="17" name="TextBox 16">
            <a:extLst>
              <a:ext uri="{FF2B5EF4-FFF2-40B4-BE49-F238E27FC236}">
                <a16:creationId xmlns:a16="http://schemas.microsoft.com/office/drawing/2014/main" id="{0E2676A3-E06D-D99A-55E6-FEB55E1EC276}"/>
              </a:ext>
            </a:extLst>
          </p:cNvPr>
          <p:cNvSpPr txBox="1"/>
          <p:nvPr/>
        </p:nvSpPr>
        <p:spPr>
          <a:xfrm>
            <a:off x="6440335" y="827104"/>
            <a:ext cx="48844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spcBef>
                <a:spcPts val="200"/>
              </a:spcBef>
              <a:spcAft>
                <a:spcPts val="0"/>
              </a:spcAft>
              <a:buClrTx/>
              <a:buSzTx/>
              <a:buFontTx/>
              <a:buNone/>
              <a:tabLst/>
              <a:defRPr/>
            </a:pPr>
            <a:r>
              <a:rPr kumimoji="0" lang="en-US"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Build using natural language</a:t>
            </a:r>
          </a:p>
        </p:txBody>
      </p:sp>
      <p:sp>
        <p:nvSpPr>
          <p:cNvPr id="14" name="TextBox">
            <a:extLst>
              <a:ext uri="{FF2B5EF4-FFF2-40B4-BE49-F238E27FC236}">
                <a16:creationId xmlns:a16="http://schemas.microsoft.com/office/drawing/2014/main" id="{F1926F8F-03E7-C99A-DAEE-3E067090FD36}"/>
              </a:ext>
            </a:extLst>
          </p:cNvPr>
          <p:cNvSpPr txBox="1"/>
          <p:nvPr/>
        </p:nvSpPr>
        <p:spPr>
          <a:xfrm>
            <a:off x="6440334" y="1202129"/>
            <a:ext cx="4975150" cy="938206"/>
          </a:xfrm>
          <a:prstGeom prst="rect">
            <a:avLst/>
          </a:prstGeom>
        </p:spPr>
        <p:txBody>
          <a:bodyPr wrap="square" lIns="0" rIns="0">
            <a:spAutoFit/>
          </a:bodyPr>
          <a:lstStyle/>
          <a:p>
            <a:pPr marL="0" marR="0" lvl="0" indent="0" algn="l" defTabSz="914367"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Try describing the business goal you have, and the agentic builder assembles the right agents and workflows to solve end-to-end scenarios.</a:t>
            </a:r>
          </a:p>
          <a:p>
            <a:pPr marL="0" marR="0" lvl="0" indent="0" algn="l" defTabSz="914367" rtl="0" eaLnBrk="1" fontAlgn="auto" latinLnBrk="0" hangingPunct="1">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Does the result need some edits? Refine the outcome through follow-up conversations with no restarts needed.</a:t>
            </a:r>
          </a:p>
        </p:txBody>
      </p:sp>
      <p:sp>
        <p:nvSpPr>
          <p:cNvPr id="7" name="Oval 6">
            <a:extLst>
              <a:ext uri="{FF2B5EF4-FFF2-40B4-BE49-F238E27FC236}">
                <a16:creationId xmlns:a16="http://schemas.microsoft.com/office/drawing/2014/main" id="{B11E9017-90C9-E7FB-8347-ECEF97D9B5BA}"/>
              </a:ext>
              <a:ext uri="{C183D7F6-B498-43B3-948B-1728B52AA6E4}">
                <adec:decorative xmlns:adec="http://schemas.microsoft.com/office/drawing/2017/decorative" val="1"/>
              </a:ext>
            </a:extLst>
          </p:cNvPr>
          <p:cNvSpPr/>
          <p:nvPr/>
        </p:nvSpPr>
        <p:spPr bwMode="auto">
          <a:xfrm>
            <a:off x="5812867" y="2203664"/>
            <a:ext cx="464405" cy="464405"/>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3600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rPr>
              <a:t>02</a:t>
            </a:r>
          </a:p>
        </p:txBody>
      </p:sp>
      <p:sp>
        <p:nvSpPr>
          <p:cNvPr id="18" name="TextBox 17">
            <a:extLst>
              <a:ext uri="{FF2B5EF4-FFF2-40B4-BE49-F238E27FC236}">
                <a16:creationId xmlns:a16="http://schemas.microsoft.com/office/drawing/2014/main" id="{EF9BBD01-E0AB-6E90-AB8E-4D3B2AC773C6}"/>
              </a:ext>
            </a:extLst>
          </p:cNvPr>
          <p:cNvSpPr txBox="1"/>
          <p:nvPr/>
        </p:nvSpPr>
        <p:spPr>
          <a:xfrm>
            <a:off x="6440335" y="2281978"/>
            <a:ext cx="48844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spcBef>
                <a:spcPts val="200"/>
              </a:spcBef>
              <a:spcAft>
                <a:spcPts val="0"/>
              </a:spcAft>
              <a:buClrTx/>
              <a:buSzTx/>
              <a:buFontTx/>
              <a:buNone/>
              <a:tabLst/>
              <a:defRPr/>
            </a:pPr>
            <a:r>
              <a:rPr kumimoji="0" lang="en-GB"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Turn on memory</a:t>
            </a:r>
          </a:p>
        </p:txBody>
      </p:sp>
      <p:sp>
        <p:nvSpPr>
          <p:cNvPr id="28" name="TextBox">
            <a:extLst>
              <a:ext uri="{FF2B5EF4-FFF2-40B4-BE49-F238E27FC236}">
                <a16:creationId xmlns:a16="http://schemas.microsoft.com/office/drawing/2014/main" id="{F25836AD-4212-3360-A206-8498E77DCA28}"/>
              </a:ext>
            </a:extLst>
          </p:cNvPr>
          <p:cNvSpPr txBox="1"/>
          <p:nvPr/>
        </p:nvSpPr>
        <p:spPr>
          <a:xfrm>
            <a:off x="6440334" y="2612904"/>
            <a:ext cx="4975150" cy="276999"/>
          </a:xfrm>
          <a:prstGeom prst="rect">
            <a:avLst/>
          </a:prstGeom>
        </p:spPr>
        <p:txBody>
          <a:bodyPr wrap="square" lIns="0" rIns="0">
            <a:spAutoFit/>
          </a:bodyPr>
          <a:lstStyle/>
          <a:p>
            <a:pPr marL="0" marR="0" lvl="0" indent="0" algn="l" defTabSz="914367"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Use the memory toggle so your agent carries context across every run.</a:t>
            </a:r>
          </a:p>
        </p:txBody>
      </p:sp>
      <p:sp>
        <p:nvSpPr>
          <p:cNvPr id="11" name="Oval 10">
            <a:extLst>
              <a:ext uri="{FF2B5EF4-FFF2-40B4-BE49-F238E27FC236}">
                <a16:creationId xmlns:a16="http://schemas.microsoft.com/office/drawing/2014/main" id="{6B01380B-7F63-1574-1ADE-C1CD99A6CE89}"/>
              </a:ext>
              <a:ext uri="{C183D7F6-B498-43B3-948B-1728B52AA6E4}">
                <adec:decorative xmlns:adec="http://schemas.microsoft.com/office/drawing/2017/decorative" val="1"/>
              </a:ext>
            </a:extLst>
          </p:cNvPr>
          <p:cNvSpPr/>
          <p:nvPr/>
        </p:nvSpPr>
        <p:spPr bwMode="auto">
          <a:xfrm>
            <a:off x="5812867" y="3068952"/>
            <a:ext cx="464405" cy="464405"/>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3600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03</a:t>
            </a:r>
          </a:p>
        </p:txBody>
      </p:sp>
      <p:sp>
        <p:nvSpPr>
          <p:cNvPr id="19" name="TextBox 18">
            <a:extLst>
              <a:ext uri="{FF2B5EF4-FFF2-40B4-BE49-F238E27FC236}">
                <a16:creationId xmlns:a16="http://schemas.microsoft.com/office/drawing/2014/main" id="{7694AA38-5904-1BC0-EC59-AB3C54E6ED72}"/>
              </a:ext>
            </a:extLst>
          </p:cNvPr>
          <p:cNvSpPr txBox="1"/>
          <p:nvPr/>
        </p:nvSpPr>
        <p:spPr>
          <a:xfrm>
            <a:off x="6440335" y="3147266"/>
            <a:ext cx="48844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spcBef>
                <a:spcPts val="200"/>
              </a:spcBef>
              <a:spcAft>
                <a:spcPts val="0"/>
              </a:spcAft>
              <a:buClrTx/>
              <a:buSzTx/>
              <a:buFontTx/>
              <a:buNone/>
              <a:tabLst/>
              <a:defRPr/>
            </a:pPr>
            <a:r>
              <a:rPr kumimoji="0" lang="en-GB"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Take on bigger data</a:t>
            </a:r>
          </a:p>
        </p:txBody>
      </p:sp>
      <p:sp>
        <p:nvSpPr>
          <p:cNvPr id="36" name="TextBox">
            <a:extLst>
              <a:ext uri="{FF2B5EF4-FFF2-40B4-BE49-F238E27FC236}">
                <a16:creationId xmlns:a16="http://schemas.microsoft.com/office/drawing/2014/main" id="{3D5E78AD-56DF-E383-B518-0491AE86E4F1}"/>
              </a:ext>
            </a:extLst>
          </p:cNvPr>
          <p:cNvSpPr txBox="1"/>
          <p:nvPr/>
        </p:nvSpPr>
        <p:spPr>
          <a:xfrm>
            <a:off x="6440334" y="3490518"/>
            <a:ext cx="4884447" cy="469744"/>
          </a:xfrm>
          <a:prstGeom prst="rect">
            <a:avLst/>
          </a:prstGeom>
        </p:spPr>
        <p:txBody>
          <a:bodyPr wrap="square" lIns="0" rIns="0">
            <a:spAutoFit/>
          </a:bodyPr>
          <a:lstStyle/>
          <a:p>
            <a:pPr marL="0" marR="0" lvl="0" indent="0" algn="l" defTabSz="914367"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Try adding multiple files now that your agent can handle complex tasks across large datasets.</a:t>
            </a:r>
          </a:p>
        </p:txBody>
      </p:sp>
      <p:sp>
        <p:nvSpPr>
          <p:cNvPr id="15" name="Oval 14">
            <a:extLst>
              <a:ext uri="{FF2B5EF4-FFF2-40B4-BE49-F238E27FC236}">
                <a16:creationId xmlns:a16="http://schemas.microsoft.com/office/drawing/2014/main" id="{027E39C0-5069-96E3-89F3-725B79F4D823}"/>
              </a:ext>
              <a:ext uri="{C183D7F6-B498-43B3-948B-1728B52AA6E4}">
                <adec:decorative xmlns:adec="http://schemas.microsoft.com/office/drawing/2017/decorative" val="1"/>
              </a:ext>
            </a:extLst>
          </p:cNvPr>
          <p:cNvSpPr/>
          <p:nvPr/>
        </p:nvSpPr>
        <p:spPr bwMode="auto">
          <a:xfrm>
            <a:off x="5812867" y="4098966"/>
            <a:ext cx="464405" cy="464405"/>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3600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rPr>
              <a:t>04</a:t>
            </a:r>
          </a:p>
        </p:txBody>
      </p:sp>
      <p:sp>
        <p:nvSpPr>
          <p:cNvPr id="20" name="TextBox 19">
            <a:extLst>
              <a:ext uri="{FF2B5EF4-FFF2-40B4-BE49-F238E27FC236}">
                <a16:creationId xmlns:a16="http://schemas.microsoft.com/office/drawing/2014/main" id="{0B20B467-EA46-AE55-ABAD-51773B74AD77}"/>
              </a:ext>
            </a:extLst>
          </p:cNvPr>
          <p:cNvSpPr txBox="1"/>
          <p:nvPr/>
        </p:nvSpPr>
        <p:spPr>
          <a:xfrm>
            <a:off x="6440335" y="4177280"/>
            <a:ext cx="48844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spcBef>
                <a:spcPts val="200"/>
              </a:spcBef>
              <a:spcAft>
                <a:spcPts val="0"/>
              </a:spcAft>
              <a:buClrTx/>
              <a:buSzTx/>
              <a:buFontTx/>
              <a:buNone/>
              <a:tabLst/>
              <a:defRPr/>
            </a:pPr>
            <a:r>
              <a:rPr kumimoji="0" lang="en-US" sz="2000" b="0" i="0" u="none" strike="noStrike" kern="1200" cap="none" spc="0" normalizeH="0" baseline="0" noProof="0">
                <a:ln>
                  <a:noFill/>
                </a:ln>
                <a:gradFill>
                  <a:gsLst>
                    <a:gs pos="6993">
                      <a:srgbClr val="000000"/>
                    </a:gs>
                    <a:gs pos="20280">
                      <a:srgbClr val="000000"/>
                    </a:gs>
                  </a:gsLst>
                  <a:lin ang="0" scaled="0"/>
                </a:gradFill>
                <a:effectLst/>
                <a:uLnTx/>
                <a:uFillTx/>
                <a:latin typeface="Segoe UI Semibold"/>
                <a:ea typeface="+mn-ea"/>
                <a:cs typeface="+mn-cs"/>
              </a:rPr>
              <a:t>Add agents to workflows</a:t>
            </a:r>
          </a:p>
        </p:txBody>
      </p:sp>
      <p:sp>
        <p:nvSpPr>
          <p:cNvPr id="6" name="TextBox">
            <a:extLst>
              <a:ext uri="{FF2B5EF4-FFF2-40B4-BE49-F238E27FC236}">
                <a16:creationId xmlns:a16="http://schemas.microsoft.com/office/drawing/2014/main" id="{0E686D1B-FDEC-C8F5-6F68-01F383251E95}"/>
              </a:ext>
            </a:extLst>
          </p:cNvPr>
          <p:cNvSpPr txBox="1"/>
          <p:nvPr/>
        </p:nvSpPr>
        <p:spPr>
          <a:xfrm>
            <a:off x="600000" y="4371744"/>
            <a:ext cx="4127692" cy="646331"/>
          </a:xfrm>
          <a:prstGeom prst="rect">
            <a:avLst/>
          </a:prstGeom>
        </p:spPr>
        <p:txBody>
          <a:bodyPr wrap="square" lIns="0" r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New agent capabilities powered by the GitHub Copilot harness in Copilot Studio</a:t>
            </a:r>
          </a:p>
        </p:txBody>
      </p:sp>
      <p:sp>
        <p:nvSpPr>
          <p:cNvPr id="44" name="TextBox">
            <a:extLst>
              <a:ext uri="{FF2B5EF4-FFF2-40B4-BE49-F238E27FC236}">
                <a16:creationId xmlns:a16="http://schemas.microsoft.com/office/drawing/2014/main" id="{5D5CA027-E4D9-7BAF-1237-9CFE0B7509B1}"/>
              </a:ext>
            </a:extLst>
          </p:cNvPr>
          <p:cNvSpPr txBox="1"/>
          <p:nvPr/>
        </p:nvSpPr>
        <p:spPr>
          <a:xfrm>
            <a:off x="6440334" y="4510420"/>
            <a:ext cx="4975150" cy="469744"/>
          </a:xfrm>
          <a:prstGeom prst="rect">
            <a:avLst/>
          </a:prstGeom>
        </p:spPr>
        <p:txBody>
          <a:bodyPr wrap="square" lIns="0" rIns="0">
            <a:spAutoFit/>
          </a:bodyPr>
          <a:lstStyle/>
          <a:p>
            <a:pPr marL="0" marR="0" lvl="0" indent="0" algn="l" defTabSz="914367"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Build a workflow using the new drag-and-drop visual designer, calling in agents when needed through agent nodes.</a:t>
            </a:r>
          </a:p>
        </p:txBody>
      </p:sp>
      <p:sp>
        <p:nvSpPr>
          <p:cNvPr id="21" name="Oval 20">
            <a:extLst>
              <a:ext uri="{FF2B5EF4-FFF2-40B4-BE49-F238E27FC236}">
                <a16:creationId xmlns:a16="http://schemas.microsoft.com/office/drawing/2014/main" id="{14862BD9-6FC8-1F7D-EB52-7566BF372766}"/>
              </a:ext>
              <a:ext uri="{C183D7F6-B498-43B3-948B-1728B52AA6E4}">
                <adec:decorative xmlns:adec="http://schemas.microsoft.com/office/drawing/2017/decorative" val="1"/>
              </a:ext>
            </a:extLst>
          </p:cNvPr>
          <p:cNvSpPr/>
          <p:nvPr/>
        </p:nvSpPr>
        <p:spPr bwMode="auto">
          <a:xfrm>
            <a:off x="5812867" y="5144267"/>
            <a:ext cx="464405" cy="464405"/>
          </a:xfrm>
          <a:prstGeom prst="ellipse">
            <a:avLst/>
          </a:prstGeom>
          <a:gradFill>
            <a:gsLst>
              <a:gs pos="0">
                <a:srgbClr val="7FC0E6">
                  <a:lumMod val="98000"/>
                </a:srgbClr>
              </a:gs>
              <a:gs pos="100000">
                <a:srgbClr val="B9DCD2"/>
              </a:gs>
              <a:gs pos="35000">
                <a:srgbClr val="8DC8E8"/>
              </a:gs>
            </a:gsLst>
            <a:path path="circle">
              <a:fillToRect r="100000" b="100000"/>
            </a:path>
          </a:gradFill>
          <a:ln w="0">
            <a:noFill/>
          </a:ln>
        </p:spPr>
        <p:style>
          <a:lnRef idx="0">
            <a:scrgbClr r="0" g="0" b="0"/>
          </a:lnRef>
          <a:fillRef idx="0">
            <a:scrgbClr r="0" g="0" b="0"/>
          </a:fillRef>
          <a:effectRef idx="0">
            <a:scrgbClr r="0" g="0" b="0"/>
          </a:effectRef>
          <a:fontRef idx="minor"/>
        </p:style>
        <p:txBody>
          <a:bodyPr wrap="square" lIns="0" tIns="0" rIns="0" bIns="3600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rPr>
              <a:t>05</a:t>
            </a:r>
          </a:p>
        </p:txBody>
      </p:sp>
      <p:sp>
        <p:nvSpPr>
          <p:cNvPr id="25" name="TextBox 24">
            <a:extLst>
              <a:ext uri="{FF2B5EF4-FFF2-40B4-BE49-F238E27FC236}">
                <a16:creationId xmlns:a16="http://schemas.microsoft.com/office/drawing/2014/main" id="{AEE2B57E-E7B4-A64D-57EA-CD5BE37B7C6A}"/>
              </a:ext>
            </a:extLst>
          </p:cNvPr>
          <p:cNvSpPr txBox="1"/>
          <p:nvPr/>
        </p:nvSpPr>
        <p:spPr>
          <a:xfrm>
            <a:off x="6440335" y="5222581"/>
            <a:ext cx="48844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spcBef>
                <a:spcPts val="200"/>
              </a:spcBef>
              <a:spcAft>
                <a:spcPts val="0"/>
              </a:spcAft>
              <a:buClrTx/>
              <a:buSzTx/>
              <a:buFontTx/>
              <a:buNone/>
              <a:tabLst/>
              <a:defRPr/>
            </a:pPr>
            <a:r>
              <a:rPr kumimoji="0" lang="en-GB" sz="2000" b="0" i="0" u="none" strike="noStrike" kern="1200" cap="none" spc="0" normalizeH="0" baseline="0" noProof="0" dirty="0">
                <a:ln>
                  <a:noFill/>
                </a:ln>
                <a:gradFill>
                  <a:gsLst>
                    <a:gs pos="6993">
                      <a:srgbClr val="000000"/>
                    </a:gs>
                    <a:gs pos="20280">
                      <a:srgbClr val="000000"/>
                    </a:gs>
                  </a:gsLst>
                  <a:lin ang="0" scaled="0"/>
                </a:gradFill>
                <a:effectLst/>
                <a:uLnTx/>
                <a:uFillTx/>
                <a:latin typeface="Segoe UI Semibold"/>
                <a:ea typeface="+mn-ea"/>
                <a:cs typeface="+mn-cs"/>
              </a:rPr>
              <a:t>Bring your own skills</a:t>
            </a:r>
          </a:p>
        </p:txBody>
      </p:sp>
      <p:sp>
        <p:nvSpPr>
          <p:cNvPr id="52" name="TextBox">
            <a:extLst>
              <a:ext uri="{FF2B5EF4-FFF2-40B4-BE49-F238E27FC236}">
                <a16:creationId xmlns:a16="http://schemas.microsoft.com/office/drawing/2014/main" id="{BF49A29F-F609-9AB1-AFB9-D2F01ABBAC52}"/>
              </a:ext>
            </a:extLst>
          </p:cNvPr>
          <p:cNvSpPr txBox="1"/>
          <p:nvPr/>
        </p:nvSpPr>
        <p:spPr>
          <a:xfrm>
            <a:off x="6440334" y="5571228"/>
            <a:ext cx="4975150" cy="469744"/>
          </a:xfrm>
          <a:prstGeom prst="rect">
            <a:avLst/>
          </a:prstGeom>
        </p:spPr>
        <p:txBody>
          <a:bodyPr wrap="square" lIns="0" rIns="0">
            <a:spAutoFit/>
          </a:bodyPr>
          <a:lstStyle/>
          <a:p>
            <a:pPr marL="0" marR="0" lvl="0" indent="0" algn="l" defTabSz="914367"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Create a skill or bring one in from GitHub and Claude, codifying repeatable processes so everyone can follow.</a:t>
            </a:r>
          </a:p>
        </p:txBody>
      </p:sp>
    </p:spTree>
    <p:extLst>
      <p:ext uri="{BB962C8B-B14F-4D97-AF65-F5344CB8AC3E}">
        <p14:creationId xmlns:p14="http://schemas.microsoft.com/office/powerpoint/2010/main" val="346411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0"/>
                                  </p:stCondLst>
                                  <p:childTnLst>
                                    <p:animMotion origin="layout" path="M 0 0.03888 L 0 4.81481E-6 " pathEditMode="relative" rAng="0" ptsTypes="AA">
                                      <p:cBhvr>
                                        <p:cTn id="9" dur="5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par>
                                <p:cTn id="13" presetID="42" presetClass="path" presetSubtype="0" decel="100000" fill="hold" grpId="1" nodeType="withEffect">
                                  <p:stCondLst>
                                    <p:cond delay="0"/>
                                  </p:stCondLst>
                                  <p:childTnLst>
                                    <p:animMotion origin="layout" path="M 4.16667E-7 0.03889 L 4.16667E-7 2.59259E-6 " pathEditMode="relative" rAng="0" ptsTypes="AA">
                                      <p:cBhvr>
                                        <p:cTn id="14" dur="500" fill="hold"/>
                                        <p:tgtEl>
                                          <p:spTgt spid="6"/>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00"/>
                                        <p:tgtEl>
                                          <p:spTgt spid="3"/>
                                        </p:tgtEl>
                                      </p:cBhvr>
                                    </p:animEffect>
                                  </p:childTnLst>
                                </p:cTn>
                              </p:par>
                              <p:par>
                                <p:cTn id="18" presetID="42" presetClass="path" presetSubtype="0" decel="100000" fill="hold" grpId="1" nodeType="withEffect">
                                  <p:stCondLst>
                                    <p:cond delay="100"/>
                                  </p:stCondLst>
                                  <p:childTnLst>
                                    <p:animMotion origin="layout" path="M -3.33333E-6 0.03888 L -3.33333E-6 4.44444E-6 " pathEditMode="relative" rAng="0" ptsTypes="AA">
                                      <p:cBhvr>
                                        <p:cTn id="19" dur="500" fill="hold"/>
                                        <p:tgtEl>
                                          <p:spTgt spid="3"/>
                                        </p:tgtEl>
                                        <p:attrNameLst>
                                          <p:attrName>ppt_x</p:attrName>
                                          <p:attrName>ppt_y</p:attrName>
                                        </p:attrNameLst>
                                      </p:cBhvr>
                                      <p:rCtr x="0" y="-1944"/>
                                    </p:animMotion>
                                  </p:childTnLst>
                                </p:cTn>
                              </p:par>
                              <p:par>
                                <p:cTn id="20" presetID="10" presetClass="entr" presetSubtype="0" fill="hold" grpId="0" nodeType="withEffect">
                                  <p:stCondLst>
                                    <p:cond delay="1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00"/>
                                        <p:tgtEl>
                                          <p:spTgt spid="17"/>
                                        </p:tgtEl>
                                      </p:cBhvr>
                                    </p:animEffect>
                                  </p:childTnLst>
                                </p:cTn>
                              </p:par>
                              <p:par>
                                <p:cTn id="23" presetID="42" presetClass="path" presetSubtype="0" decel="100000" fill="hold" grpId="1" nodeType="withEffect">
                                  <p:stCondLst>
                                    <p:cond delay="100"/>
                                  </p:stCondLst>
                                  <p:childTnLst>
                                    <p:animMotion origin="layout" path="M 4.375E-6 0.03888 L 4.375E-6 4.44444E-6 " pathEditMode="relative" rAng="0" ptsTypes="AA">
                                      <p:cBhvr>
                                        <p:cTn id="24" dur="500" fill="hold"/>
                                        <p:tgtEl>
                                          <p:spTgt spid="17"/>
                                        </p:tgtEl>
                                        <p:attrNameLst>
                                          <p:attrName>ppt_x</p:attrName>
                                          <p:attrName>ppt_y</p:attrName>
                                        </p:attrNameLst>
                                      </p:cBhvr>
                                      <p:rCtr x="0" y="-1944"/>
                                    </p:animMotion>
                                  </p:childTnLst>
                                </p:cTn>
                              </p:par>
                              <p:par>
                                <p:cTn id="25" presetID="10" presetClass="entr" presetSubtype="0" fill="hold" grpId="0" nodeType="withEffect">
                                  <p:stCondLst>
                                    <p:cond delay="1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00"/>
                                        <p:tgtEl>
                                          <p:spTgt spid="14"/>
                                        </p:tgtEl>
                                      </p:cBhvr>
                                    </p:animEffect>
                                  </p:childTnLst>
                                </p:cTn>
                              </p:par>
                              <p:par>
                                <p:cTn id="28" presetID="42" presetClass="path" presetSubtype="0" decel="100000" fill="hold" grpId="1" nodeType="withEffect">
                                  <p:stCondLst>
                                    <p:cond delay="100"/>
                                  </p:stCondLst>
                                  <p:childTnLst>
                                    <p:animMotion origin="layout" path="M -1.66667E-6 0.03889 L -1.66667E-6 1.48148E-6 " pathEditMode="relative" rAng="0" ptsTypes="AA">
                                      <p:cBhvr>
                                        <p:cTn id="29" dur="500" fill="hold"/>
                                        <p:tgtEl>
                                          <p:spTgt spid="14"/>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200"/>
                                        <p:tgtEl>
                                          <p:spTgt spid="7"/>
                                        </p:tgtEl>
                                      </p:cBhvr>
                                    </p:animEffect>
                                  </p:childTnLst>
                                </p:cTn>
                              </p:par>
                              <p:par>
                                <p:cTn id="33" presetID="42" presetClass="path" presetSubtype="0" decel="100000" fill="hold" grpId="1" nodeType="withEffect">
                                  <p:stCondLst>
                                    <p:cond delay="200"/>
                                  </p:stCondLst>
                                  <p:childTnLst>
                                    <p:animMotion origin="layout" path="M -3.33333E-6 0.03889 L -3.33333E-6 -2.59259E-6 " pathEditMode="relative" rAng="0" ptsTypes="AA">
                                      <p:cBhvr>
                                        <p:cTn id="34" dur="500" fill="hold"/>
                                        <p:tgtEl>
                                          <p:spTgt spid="7"/>
                                        </p:tgtEl>
                                        <p:attrNameLst>
                                          <p:attrName>ppt_x</p:attrName>
                                          <p:attrName>ppt_y</p:attrName>
                                        </p:attrNameLst>
                                      </p:cBhvr>
                                      <p:rCtr x="0" y="-1944"/>
                                    </p:animMotion>
                                  </p:childTnLst>
                                </p:cTn>
                              </p:par>
                              <p:par>
                                <p:cTn id="35" presetID="10" presetClass="entr" presetSubtype="0" fill="hold" grpId="0" nodeType="withEffect">
                                  <p:stCondLst>
                                    <p:cond delay="2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200"/>
                                        <p:tgtEl>
                                          <p:spTgt spid="18"/>
                                        </p:tgtEl>
                                      </p:cBhvr>
                                    </p:animEffect>
                                  </p:childTnLst>
                                </p:cTn>
                              </p:par>
                              <p:par>
                                <p:cTn id="38" presetID="42" presetClass="path" presetSubtype="0" decel="100000" fill="hold" grpId="1" nodeType="withEffect">
                                  <p:stCondLst>
                                    <p:cond delay="200"/>
                                  </p:stCondLst>
                                  <p:childTnLst>
                                    <p:animMotion origin="layout" path="M 4.375E-6 0.03889 L 4.375E-6 -2.59259E-6 " pathEditMode="relative" rAng="0" ptsTypes="AA">
                                      <p:cBhvr>
                                        <p:cTn id="39" dur="500" fill="hold"/>
                                        <p:tgtEl>
                                          <p:spTgt spid="18"/>
                                        </p:tgtEl>
                                        <p:attrNameLst>
                                          <p:attrName>ppt_x</p:attrName>
                                          <p:attrName>ppt_y</p:attrName>
                                        </p:attrNameLst>
                                      </p:cBhvr>
                                      <p:rCtr x="0" y="-1944"/>
                                    </p:animMotion>
                                  </p:childTnLst>
                                </p:cTn>
                              </p:par>
                              <p:par>
                                <p:cTn id="40" presetID="10" presetClass="entr" presetSubtype="0" fill="hold" grpId="0" nodeType="withEffect">
                                  <p:stCondLst>
                                    <p:cond delay="20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200"/>
                                        <p:tgtEl>
                                          <p:spTgt spid="28"/>
                                        </p:tgtEl>
                                      </p:cBhvr>
                                    </p:animEffect>
                                  </p:childTnLst>
                                </p:cTn>
                              </p:par>
                              <p:par>
                                <p:cTn id="43" presetID="42" presetClass="path" presetSubtype="0" decel="100000" fill="hold" grpId="1" nodeType="withEffect">
                                  <p:stCondLst>
                                    <p:cond delay="200"/>
                                  </p:stCondLst>
                                  <p:childTnLst>
                                    <p:animMotion origin="layout" path="M -1.66667E-6 0.03889 L -1.66667E-6 2.59259E-6 " pathEditMode="relative" rAng="0" ptsTypes="AA">
                                      <p:cBhvr>
                                        <p:cTn id="44" dur="500" fill="hold"/>
                                        <p:tgtEl>
                                          <p:spTgt spid="28"/>
                                        </p:tgtEl>
                                        <p:attrNameLst>
                                          <p:attrName>ppt_x</p:attrName>
                                          <p:attrName>ppt_y</p:attrName>
                                        </p:attrNameLst>
                                      </p:cBhvr>
                                      <p:rCtr x="0" y="-1944"/>
                                    </p:animMotion>
                                  </p:childTnLst>
                                </p:cTn>
                              </p:par>
                              <p:par>
                                <p:cTn id="45" presetID="10" presetClass="entr" presetSubtype="0" fill="hold" grpId="0" nodeType="withEffect">
                                  <p:stCondLst>
                                    <p:cond delay="30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200"/>
                                        <p:tgtEl>
                                          <p:spTgt spid="11"/>
                                        </p:tgtEl>
                                      </p:cBhvr>
                                    </p:animEffect>
                                  </p:childTnLst>
                                </p:cTn>
                              </p:par>
                              <p:par>
                                <p:cTn id="48" presetID="42" presetClass="path" presetSubtype="0" decel="100000" fill="hold" grpId="1" nodeType="withEffect">
                                  <p:stCondLst>
                                    <p:cond delay="300"/>
                                  </p:stCondLst>
                                  <p:childTnLst>
                                    <p:animMotion origin="layout" path="M -3.33333E-6 0.03889 L -3.33333E-6 0 " pathEditMode="relative" rAng="0" ptsTypes="AA">
                                      <p:cBhvr>
                                        <p:cTn id="49" dur="500" fill="hold"/>
                                        <p:tgtEl>
                                          <p:spTgt spid="11"/>
                                        </p:tgtEl>
                                        <p:attrNameLst>
                                          <p:attrName>ppt_x</p:attrName>
                                          <p:attrName>ppt_y</p:attrName>
                                        </p:attrNameLst>
                                      </p:cBhvr>
                                      <p:rCtr x="0" y="-1944"/>
                                    </p:animMotion>
                                  </p:childTnLst>
                                </p:cTn>
                              </p:par>
                              <p:par>
                                <p:cTn id="50" presetID="10" presetClass="entr" presetSubtype="0" fill="hold" grpId="0" nodeType="withEffect">
                                  <p:stCondLst>
                                    <p:cond delay="3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200"/>
                                        <p:tgtEl>
                                          <p:spTgt spid="19"/>
                                        </p:tgtEl>
                                      </p:cBhvr>
                                    </p:animEffect>
                                  </p:childTnLst>
                                </p:cTn>
                              </p:par>
                              <p:par>
                                <p:cTn id="53" presetID="42" presetClass="path" presetSubtype="0" decel="100000" fill="hold" grpId="1" nodeType="withEffect">
                                  <p:stCondLst>
                                    <p:cond delay="300"/>
                                  </p:stCondLst>
                                  <p:childTnLst>
                                    <p:animMotion origin="layout" path="M 4.375E-6 0.03889 L 4.375E-6 0 " pathEditMode="relative" rAng="0" ptsTypes="AA">
                                      <p:cBhvr>
                                        <p:cTn id="54" dur="500" fill="hold"/>
                                        <p:tgtEl>
                                          <p:spTgt spid="19"/>
                                        </p:tgtEl>
                                        <p:attrNameLst>
                                          <p:attrName>ppt_x</p:attrName>
                                          <p:attrName>ppt_y</p:attrName>
                                        </p:attrNameLst>
                                      </p:cBhvr>
                                      <p:rCtr x="0" y="-1944"/>
                                    </p:animMotion>
                                  </p:childTnLst>
                                </p:cTn>
                              </p:par>
                              <p:par>
                                <p:cTn id="55" presetID="10" presetClass="entr" presetSubtype="0" fill="hold" grpId="0" nodeType="withEffect">
                                  <p:stCondLst>
                                    <p:cond delay="30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200"/>
                                        <p:tgtEl>
                                          <p:spTgt spid="36"/>
                                        </p:tgtEl>
                                      </p:cBhvr>
                                    </p:animEffect>
                                  </p:childTnLst>
                                </p:cTn>
                              </p:par>
                              <p:par>
                                <p:cTn id="58" presetID="42" presetClass="path" presetSubtype="0" decel="100000" fill="hold" grpId="1" nodeType="withEffect">
                                  <p:stCondLst>
                                    <p:cond delay="300"/>
                                  </p:stCondLst>
                                  <p:childTnLst>
                                    <p:animMotion origin="layout" path="M 4.375E-6 0.03889 L 4.375E-6 2.96296E-6 " pathEditMode="relative" rAng="0" ptsTypes="AA">
                                      <p:cBhvr>
                                        <p:cTn id="59" dur="500" fill="hold"/>
                                        <p:tgtEl>
                                          <p:spTgt spid="36"/>
                                        </p:tgtEl>
                                        <p:attrNameLst>
                                          <p:attrName>ppt_x</p:attrName>
                                          <p:attrName>ppt_y</p:attrName>
                                        </p:attrNameLst>
                                      </p:cBhvr>
                                      <p:rCtr x="0" y="-1944"/>
                                    </p:animMotion>
                                  </p:childTnLst>
                                </p:cTn>
                              </p:par>
                              <p:par>
                                <p:cTn id="60" presetID="10" presetClass="entr" presetSubtype="0" fill="hold" grpId="0" nodeType="withEffect">
                                  <p:stCondLst>
                                    <p:cond delay="4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200"/>
                                        <p:tgtEl>
                                          <p:spTgt spid="15"/>
                                        </p:tgtEl>
                                      </p:cBhvr>
                                    </p:animEffect>
                                  </p:childTnLst>
                                </p:cTn>
                              </p:par>
                              <p:par>
                                <p:cTn id="63" presetID="42" presetClass="path" presetSubtype="0" decel="100000" fill="hold" grpId="1" nodeType="withEffect">
                                  <p:stCondLst>
                                    <p:cond delay="400"/>
                                  </p:stCondLst>
                                  <p:childTnLst>
                                    <p:animMotion origin="layout" path="M -3.33333E-6 0.03889 L -3.33333E-6 -1.48148E-6 " pathEditMode="relative" rAng="0" ptsTypes="AA">
                                      <p:cBhvr>
                                        <p:cTn id="64" dur="500" fill="hold"/>
                                        <p:tgtEl>
                                          <p:spTgt spid="15"/>
                                        </p:tgtEl>
                                        <p:attrNameLst>
                                          <p:attrName>ppt_x</p:attrName>
                                          <p:attrName>ppt_y</p:attrName>
                                        </p:attrNameLst>
                                      </p:cBhvr>
                                      <p:rCtr x="0" y="-1944"/>
                                    </p:animMotion>
                                  </p:childTnLst>
                                </p:cTn>
                              </p:par>
                              <p:par>
                                <p:cTn id="65" presetID="10" presetClass="entr" presetSubtype="0" fill="hold" grpId="0" nodeType="withEffect">
                                  <p:stCondLst>
                                    <p:cond delay="4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200"/>
                                        <p:tgtEl>
                                          <p:spTgt spid="20"/>
                                        </p:tgtEl>
                                      </p:cBhvr>
                                    </p:animEffect>
                                  </p:childTnLst>
                                </p:cTn>
                              </p:par>
                              <p:par>
                                <p:cTn id="68" presetID="42" presetClass="path" presetSubtype="0" decel="100000" fill="hold" grpId="1" nodeType="withEffect">
                                  <p:stCondLst>
                                    <p:cond delay="400"/>
                                  </p:stCondLst>
                                  <p:childTnLst>
                                    <p:animMotion origin="layout" path="M 4.375E-6 0.03889 L 4.375E-6 -1.48148E-6 " pathEditMode="relative" rAng="0" ptsTypes="AA">
                                      <p:cBhvr>
                                        <p:cTn id="69" dur="500" fill="hold"/>
                                        <p:tgtEl>
                                          <p:spTgt spid="20"/>
                                        </p:tgtEl>
                                        <p:attrNameLst>
                                          <p:attrName>ppt_x</p:attrName>
                                          <p:attrName>ppt_y</p:attrName>
                                        </p:attrNameLst>
                                      </p:cBhvr>
                                      <p:rCtr x="0" y="-1944"/>
                                    </p:animMotion>
                                  </p:childTnLst>
                                </p:cTn>
                              </p:par>
                              <p:par>
                                <p:cTn id="70" presetID="10" presetClass="entr" presetSubtype="0" fill="hold" grpId="0" nodeType="withEffect">
                                  <p:stCondLst>
                                    <p:cond delay="40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200"/>
                                        <p:tgtEl>
                                          <p:spTgt spid="44"/>
                                        </p:tgtEl>
                                      </p:cBhvr>
                                    </p:animEffect>
                                  </p:childTnLst>
                                </p:cTn>
                              </p:par>
                              <p:par>
                                <p:cTn id="73" presetID="42" presetClass="path" presetSubtype="0" decel="100000" fill="hold" grpId="1" nodeType="withEffect">
                                  <p:stCondLst>
                                    <p:cond delay="400"/>
                                  </p:stCondLst>
                                  <p:childTnLst>
                                    <p:animMotion origin="layout" path="M -1.66667E-6 0.03889 L -1.66667E-6 1.85185E-6 " pathEditMode="relative" rAng="0" ptsTypes="AA">
                                      <p:cBhvr>
                                        <p:cTn id="74" dur="500" fill="hold"/>
                                        <p:tgtEl>
                                          <p:spTgt spid="44"/>
                                        </p:tgtEl>
                                        <p:attrNameLst>
                                          <p:attrName>ppt_x</p:attrName>
                                          <p:attrName>ppt_y</p:attrName>
                                        </p:attrNameLst>
                                      </p:cBhvr>
                                      <p:rCtr x="0" y="-1944"/>
                                    </p:animMotion>
                                  </p:childTnLst>
                                </p:cTn>
                              </p:par>
                              <p:par>
                                <p:cTn id="75" presetID="10" presetClass="entr" presetSubtype="0" fill="hold" grpId="0" nodeType="withEffect">
                                  <p:stCondLst>
                                    <p:cond delay="5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200"/>
                                        <p:tgtEl>
                                          <p:spTgt spid="21"/>
                                        </p:tgtEl>
                                      </p:cBhvr>
                                    </p:animEffect>
                                  </p:childTnLst>
                                </p:cTn>
                              </p:par>
                              <p:par>
                                <p:cTn id="78" presetID="42" presetClass="path" presetSubtype="0" decel="100000" fill="hold" grpId="1" nodeType="withEffect">
                                  <p:stCondLst>
                                    <p:cond delay="500"/>
                                  </p:stCondLst>
                                  <p:childTnLst>
                                    <p:animMotion origin="layout" path="M -3.33333E-6 0.03889 L -3.33333E-6 3.7037E-6 " pathEditMode="relative" rAng="0" ptsTypes="AA">
                                      <p:cBhvr>
                                        <p:cTn id="79" dur="500" fill="hold"/>
                                        <p:tgtEl>
                                          <p:spTgt spid="21"/>
                                        </p:tgtEl>
                                        <p:attrNameLst>
                                          <p:attrName>ppt_x</p:attrName>
                                          <p:attrName>ppt_y</p:attrName>
                                        </p:attrNameLst>
                                      </p:cBhvr>
                                      <p:rCtr x="0" y="-1944"/>
                                    </p:animMotion>
                                  </p:childTnLst>
                                </p:cTn>
                              </p:par>
                              <p:par>
                                <p:cTn id="80" presetID="10" presetClass="entr" presetSubtype="0" fill="hold" grpId="0" nodeType="withEffect">
                                  <p:stCondLst>
                                    <p:cond delay="5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200"/>
                                        <p:tgtEl>
                                          <p:spTgt spid="25"/>
                                        </p:tgtEl>
                                      </p:cBhvr>
                                    </p:animEffect>
                                  </p:childTnLst>
                                </p:cTn>
                              </p:par>
                              <p:par>
                                <p:cTn id="83" presetID="42" presetClass="path" presetSubtype="0" decel="100000" fill="hold" grpId="1" nodeType="withEffect">
                                  <p:stCondLst>
                                    <p:cond delay="500"/>
                                  </p:stCondLst>
                                  <p:childTnLst>
                                    <p:animMotion origin="layout" path="M 4.375E-6 0.03889 L 4.375E-6 2.22222E-6 " pathEditMode="relative" rAng="0" ptsTypes="AA">
                                      <p:cBhvr>
                                        <p:cTn id="84" dur="500" fill="hold"/>
                                        <p:tgtEl>
                                          <p:spTgt spid="25"/>
                                        </p:tgtEl>
                                        <p:attrNameLst>
                                          <p:attrName>ppt_x</p:attrName>
                                          <p:attrName>ppt_y</p:attrName>
                                        </p:attrNameLst>
                                      </p:cBhvr>
                                      <p:rCtr x="0" y="-1944"/>
                                    </p:animMotion>
                                  </p:childTnLst>
                                </p:cTn>
                              </p:par>
                              <p:par>
                                <p:cTn id="85" presetID="10" presetClass="entr" presetSubtype="0" fill="hold" grpId="0" nodeType="withEffect">
                                  <p:stCondLst>
                                    <p:cond delay="50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200"/>
                                        <p:tgtEl>
                                          <p:spTgt spid="52"/>
                                        </p:tgtEl>
                                      </p:cBhvr>
                                    </p:animEffect>
                                  </p:childTnLst>
                                </p:cTn>
                              </p:par>
                              <p:par>
                                <p:cTn id="88" presetID="42" presetClass="path" presetSubtype="0" decel="100000" fill="hold" grpId="1" nodeType="withEffect">
                                  <p:stCondLst>
                                    <p:cond delay="500"/>
                                  </p:stCondLst>
                                  <p:childTnLst>
                                    <p:animMotion origin="layout" path="M -1.66667E-6 0.03889 L -1.66667E-6 2.22222E-6 " pathEditMode="relative" rAng="0" ptsTypes="AA">
                                      <p:cBhvr>
                                        <p:cTn id="89" dur="500" fill="hold"/>
                                        <p:tgtEl>
                                          <p:spTgt spid="5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17" grpId="0"/>
      <p:bldP spid="17" grpId="1"/>
      <p:bldP spid="14" grpId="0"/>
      <p:bldP spid="14" grpId="1"/>
      <p:bldP spid="7" grpId="0" animBg="1"/>
      <p:bldP spid="7" grpId="1" animBg="1"/>
      <p:bldP spid="18" grpId="0"/>
      <p:bldP spid="18" grpId="1"/>
      <p:bldP spid="28" grpId="0"/>
      <p:bldP spid="28" grpId="1"/>
      <p:bldP spid="11" grpId="0" animBg="1"/>
      <p:bldP spid="11" grpId="1" animBg="1"/>
      <p:bldP spid="19" grpId="0"/>
      <p:bldP spid="19" grpId="1"/>
      <p:bldP spid="36" grpId="0"/>
      <p:bldP spid="36" grpId="1"/>
      <p:bldP spid="15" grpId="0" animBg="1"/>
      <p:bldP spid="15" grpId="1" animBg="1"/>
      <p:bldP spid="20" grpId="0"/>
      <p:bldP spid="20" grpId="1"/>
      <p:bldP spid="6" grpId="0"/>
      <p:bldP spid="6" grpId="1"/>
      <p:bldP spid="44" grpId="0"/>
      <p:bldP spid="44" grpId="1"/>
      <p:bldP spid="21" grpId="0" animBg="1"/>
      <p:bldP spid="21" grpId="1" animBg="1"/>
      <p:bldP spid="25" grpId="0"/>
      <p:bldP spid="25" grpId="1"/>
      <p:bldP spid="52" grpId="0"/>
      <p:bldP spid="5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4">
            <a:extLst>
              <a:ext uri="{FF2B5EF4-FFF2-40B4-BE49-F238E27FC236}">
                <a16:creationId xmlns:a16="http://schemas.microsoft.com/office/drawing/2014/main" id="{4650F74D-2D0A-7592-FC13-752A6483C49D}"/>
              </a:ext>
              <a:ext uri="{C183D7F6-B498-43B3-948B-1728B52AA6E4}">
                <adec:decorative xmlns:adec="http://schemas.microsoft.com/office/drawing/2017/decorative" val="1"/>
              </a:ext>
            </a:extLst>
          </p:cNvPr>
          <p:cNvSpPr/>
          <p:nvPr/>
        </p:nvSpPr>
        <p:spPr bwMode="auto">
          <a:xfrm>
            <a:off x="4771677" y="1324063"/>
            <a:ext cx="7214687" cy="4209874"/>
          </a:xfrm>
          <a:prstGeom prst="roundRect">
            <a:avLst>
              <a:gd name="adj" fmla="val 4313"/>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err="1">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3" name="Title 2">
            <a:extLst>
              <a:ext uri="{FF2B5EF4-FFF2-40B4-BE49-F238E27FC236}">
                <a16:creationId xmlns:a16="http://schemas.microsoft.com/office/drawing/2014/main" id="{86F26B6D-E216-4D5D-1443-7050422B94CA}"/>
              </a:ext>
            </a:extLst>
          </p:cNvPr>
          <p:cNvSpPr>
            <a:spLocks noGrp="1"/>
          </p:cNvSpPr>
          <p:nvPr>
            <p:ph type="title"/>
          </p:nvPr>
        </p:nvSpPr>
        <p:spPr>
          <a:xfrm>
            <a:off x="588963" y="457200"/>
            <a:ext cx="11017250" cy="554038"/>
          </a:xfrm>
        </p:spPr>
        <p:txBody>
          <a:bodyPr/>
          <a:lstStyle/>
          <a:p>
            <a:r>
              <a:rPr lang="en-US" dirty="0"/>
              <a:t>Workflow designer</a:t>
            </a:r>
            <a:endParaRPr lang="en-UA" dirty="0"/>
          </a:p>
        </p:txBody>
      </p:sp>
      <p:sp>
        <p:nvSpPr>
          <p:cNvPr id="9202" name="Extracted - Pair1 Header"/>
          <p:cNvSpPr txBox="1"/>
          <p:nvPr/>
        </p:nvSpPr>
        <p:spPr>
          <a:xfrm>
            <a:off x="972625" y="1309826"/>
            <a:ext cx="1986474" cy="492443"/>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Segoe UI Semibold"/>
                <a:ea typeface="+mn-ea"/>
                <a:cs typeface="Segoe UI"/>
              </a:rPr>
              <a:t>Natural language as the entry point</a:t>
            </a:r>
          </a:p>
        </p:txBody>
      </p:sp>
      <p:sp>
        <p:nvSpPr>
          <p:cNvPr id="9203" name="Extracted - Pair1 Body"/>
          <p:cNvSpPr txBox="1"/>
          <p:nvPr/>
        </p:nvSpPr>
        <p:spPr>
          <a:xfrm>
            <a:off x="972625" y="1837908"/>
            <a:ext cx="2773875"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a:ea typeface="+mn-ea"/>
                <a:cs typeface="Segoe UI"/>
              </a:rPr>
              <a:t>Describe the automation you want. Copilot Studio generates, configures, and helps validate the workflow end-to-end.</a:t>
            </a:r>
          </a:p>
        </p:txBody>
      </p:sp>
      <p:sp>
        <p:nvSpPr>
          <p:cNvPr id="9204" name="Extracted - Pair2 Header"/>
          <p:cNvSpPr txBox="1"/>
          <p:nvPr/>
        </p:nvSpPr>
        <p:spPr>
          <a:xfrm>
            <a:off x="972625" y="2528527"/>
            <a:ext cx="2303975" cy="492443"/>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Segoe UI Semibold"/>
                <a:ea typeface="+mn-ea"/>
                <a:cs typeface="Segoe UI"/>
              </a:rPr>
              <a:t>Agent-powered steps, not static actions</a:t>
            </a:r>
          </a:p>
        </p:txBody>
      </p:sp>
      <p:sp>
        <p:nvSpPr>
          <p:cNvPr id="9205" name="Extracted - Pair2 Body"/>
          <p:cNvSpPr txBox="1"/>
          <p:nvPr/>
        </p:nvSpPr>
        <p:spPr>
          <a:xfrm>
            <a:off x="972625" y="3056609"/>
            <a:ext cx="2773875"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a:ea typeface="+mn-ea"/>
                <a:cs typeface="Segoe UI"/>
              </a:rPr>
              <a:t>Each node can reason and act – combining agents, MCP tools, computer use, and code in a single workflow.</a:t>
            </a:r>
          </a:p>
        </p:txBody>
      </p:sp>
      <p:sp>
        <p:nvSpPr>
          <p:cNvPr id="9206" name="Extracted - Pair3 Header"/>
          <p:cNvSpPr txBox="1"/>
          <p:nvPr/>
        </p:nvSpPr>
        <p:spPr>
          <a:xfrm>
            <a:off x="972625" y="3753547"/>
            <a:ext cx="2875474" cy="24622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Segoe UI Semibold"/>
                <a:ea typeface="+mn-ea"/>
                <a:cs typeface="Segoe UI"/>
              </a:rPr>
              <a:t>Built for predictable execution</a:t>
            </a:r>
          </a:p>
        </p:txBody>
      </p:sp>
      <p:sp>
        <p:nvSpPr>
          <p:cNvPr id="9207" name="Extracted - Pair3 Body"/>
          <p:cNvSpPr txBox="1"/>
          <p:nvPr/>
        </p:nvSpPr>
        <p:spPr>
          <a:xfrm>
            <a:off x="972625" y="4035407"/>
            <a:ext cx="2456375"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a:ea typeface="+mn-ea"/>
                <a:cs typeface="Segoe UI"/>
              </a:rPr>
              <a:t>Orchestrate multi-step processes with deterministic logic, ensuring tasks predictable outcomes</a:t>
            </a:r>
          </a:p>
        </p:txBody>
      </p:sp>
      <p:sp>
        <p:nvSpPr>
          <p:cNvPr id="9208" name="Extracted - Pair4 Header"/>
          <p:cNvSpPr txBox="1"/>
          <p:nvPr/>
        </p:nvSpPr>
        <p:spPr>
          <a:xfrm>
            <a:off x="972625" y="4777469"/>
            <a:ext cx="2875474" cy="24622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effectLst/>
                <a:uLnTx/>
                <a:uFillTx/>
                <a:latin typeface="Segoe UI Semibold"/>
                <a:ea typeface="+mn-ea"/>
                <a:cs typeface="Segoe UI"/>
              </a:rPr>
              <a:t>Built for confidence at scale</a:t>
            </a:r>
          </a:p>
        </p:txBody>
      </p:sp>
      <p:sp>
        <p:nvSpPr>
          <p:cNvPr id="9209" name="Extracted - Pair4 Body"/>
          <p:cNvSpPr txBox="1"/>
          <p:nvPr/>
        </p:nvSpPr>
        <p:spPr>
          <a:xfrm>
            <a:off x="972625" y="5059329"/>
            <a:ext cx="2875474"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rPr>
              <a:t>Test and evaluate every step with built-in quality signals and human-in-the-loop controls for enterprise-ready automations.</a:t>
            </a:r>
          </a:p>
        </p:txBody>
      </p:sp>
      <p:pic>
        <p:nvPicPr>
          <p:cNvPr id="7" name="Picture 6" descr="The diagram illustrates a support email triage process, including various steps such as adding agents, classifying issues, and escalating cases.">
            <a:extLst>
              <a:ext uri="{FF2B5EF4-FFF2-40B4-BE49-F238E27FC236}">
                <a16:creationId xmlns:a16="http://schemas.microsoft.com/office/drawing/2014/main" id="{E2421F10-8F99-4855-6387-3AA1628A0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2802" y="1501752"/>
            <a:ext cx="6852437" cy="3854496"/>
          </a:xfrm>
          <a:prstGeom prst="roundRect">
            <a:avLst>
              <a:gd name="adj" fmla="val 3757"/>
            </a:avLst>
          </a:prstGeom>
        </p:spPr>
      </p:pic>
      <p:sp>
        <p:nvSpPr>
          <p:cNvPr id="9201" name="Extracted - Workflow Builder Label"/>
          <p:cNvSpPr txBox="1"/>
          <p:nvPr/>
        </p:nvSpPr>
        <p:spPr>
          <a:xfrm>
            <a:off x="5096070" y="5672464"/>
            <a:ext cx="6565900" cy="184666"/>
          </a:xfrm>
          <a:prstGeom prst="rect">
            <a:avLst/>
          </a:prstGeom>
          <a:noFill/>
        </p:spPr>
        <p:txBody>
          <a:bodyPr wrap="square" lIns="0" tIns="0" rIns="0" bIns="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panose="020B0502040204020203" pitchFamily="34" charset="0"/>
                <a:ea typeface="MS Mincho" panose="02020609040205080304" pitchFamily="49" charset="-128"/>
                <a:cs typeface="+mn-cs"/>
              </a:rPr>
              <a:t>The new drag and drop workflow builder experience</a:t>
            </a:r>
          </a:p>
        </p:txBody>
      </p:sp>
      <p:sp>
        <p:nvSpPr>
          <p:cNvPr id="8" name="Graphic 97">
            <a:extLst>
              <a:ext uri="{FF2B5EF4-FFF2-40B4-BE49-F238E27FC236}">
                <a16:creationId xmlns:a16="http://schemas.microsoft.com/office/drawing/2014/main" id="{DFC91083-4317-8EDC-0047-5468846FD5E9}"/>
              </a:ext>
              <a:ext uri="{C183D7F6-B498-43B3-948B-1728B52AA6E4}">
                <adec:decorative xmlns:adec="http://schemas.microsoft.com/office/drawing/2017/decorative" val="1"/>
              </a:ext>
            </a:extLst>
          </p:cNvPr>
          <p:cNvSpPr/>
          <p:nvPr/>
        </p:nvSpPr>
        <p:spPr>
          <a:xfrm>
            <a:off x="588963" y="131284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10" name="Graphic 97">
            <a:extLst>
              <a:ext uri="{FF2B5EF4-FFF2-40B4-BE49-F238E27FC236}">
                <a16:creationId xmlns:a16="http://schemas.microsoft.com/office/drawing/2014/main" id="{5100BC80-D6CE-C594-FC72-E61A2A416A72}"/>
              </a:ext>
              <a:ext uri="{C183D7F6-B498-43B3-948B-1728B52AA6E4}">
                <adec:decorative xmlns:adec="http://schemas.microsoft.com/office/drawing/2017/decorative" val="1"/>
              </a:ext>
            </a:extLst>
          </p:cNvPr>
          <p:cNvSpPr/>
          <p:nvPr/>
        </p:nvSpPr>
        <p:spPr>
          <a:xfrm>
            <a:off x="588963" y="2545064"/>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11" name="Graphic 97">
            <a:extLst>
              <a:ext uri="{FF2B5EF4-FFF2-40B4-BE49-F238E27FC236}">
                <a16:creationId xmlns:a16="http://schemas.microsoft.com/office/drawing/2014/main" id="{C78D83A0-36C5-457C-60B7-66D5964DD099}"/>
              </a:ext>
              <a:ext uri="{C183D7F6-B498-43B3-948B-1728B52AA6E4}">
                <adec:decorative xmlns:adec="http://schemas.microsoft.com/office/drawing/2017/decorative" val="1"/>
              </a:ext>
            </a:extLst>
          </p:cNvPr>
          <p:cNvSpPr/>
          <p:nvPr/>
        </p:nvSpPr>
        <p:spPr>
          <a:xfrm>
            <a:off x="588963" y="3748977"/>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12" name="Graphic 97">
            <a:extLst>
              <a:ext uri="{FF2B5EF4-FFF2-40B4-BE49-F238E27FC236}">
                <a16:creationId xmlns:a16="http://schemas.microsoft.com/office/drawing/2014/main" id="{00580C0F-76B5-7F69-C751-7CD0DF673331}"/>
              </a:ext>
              <a:ext uri="{C183D7F6-B498-43B3-948B-1728B52AA6E4}">
                <adec:decorative xmlns:adec="http://schemas.microsoft.com/office/drawing/2017/decorative" val="1"/>
              </a:ext>
            </a:extLst>
          </p:cNvPr>
          <p:cNvSpPr/>
          <p:nvPr/>
        </p:nvSpPr>
        <p:spPr>
          <a:xfrm>
            <a:off x="588963" y="4766861"/>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Tree>
    <p:extLst>
      <p:ext uri="{BB962C8B-B14F-4D97-AF65-F5344CB8AC3E}">
        <p14:creationId xmlns:p14="http://schemas.microsoft.com/office/powerpoint/2010/main" val="15024162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42" presetClass="path" presetSubtype="0" decel="100000" fill="hold" grpId="1" nodeType="withEffect">
                                  <p:stCondLst>
                                    <p:cond delay="0"/>
                                  </p:stCondLst>
                                  <p:childTnLst>
                                    <p:animMotion origin="layout" path="M -2.08333E-7 0.03889 L -2.08333E-7 -4.44444E-6 " pathEditMode="relative" rAng="0" ptsTypes="AA">
                                      <p:cBhvr>
                                        <p:cTn id="9" dur="500" fill="hold"/>
                                        <p:tgtEl>
                                          <p:spTgt spid="3"/>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9202"/>
                                        </p:tgtEl>
                                        <p:attrNameLst>
                                          <p:attrName>style.visibility</p:attrName>
                                        </p:attrNameLst>
                                      </p:cBhvr>
                                      <p:to>
                                        <p:strVal val="visible"/>
                                      </p:to>
                                    </p:set>
                                    <p:animEffect transition="in" filter="fade">
                                      <p:cBhvr>
                                        <p:cTn id="12" dur="200"/>
                                        <p:tgtEl>
                                          <p:spTgt spid="9202"/>
                                        </p:tgtEl>
                                      </p:cBhvr>
                                    </p:animEffect>
                                  </p:childTnLst>
                                </p:cTn>
                              </p:par>
                              <p:par>
                                <p:cTn id="13" presetID="42" presetClass="path" presetSubtype="0" decel="100000" fill="hold" grpId="1" nodeType="withEffect">
                                  <p:stCondLst>
                                    <p:cond delay="200"/>
                                  </p:stCondLst>
                                  <p:childTnLst>
                                    <p:animMotion origin="layout" path="M 2.08333E-6 0.03889 L 2.08333E-6 -1.85185E-6 " pathEditMode="relative" rAng="0" ptsTypes="AA">
                                      <p:cBhvr>
                                        <p:cTn id="14" dur="500" fill="hold"/>
                                        <p:tgtEl>
                                          <p:spTgt spid="9202"/>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p:tgtEl>
                                          <p:spTgt spid="7"/>
                                        </p:tgtEl>
                                      </p:cBhvr>
                                    </p:animEffect>
                                  </p:childTnLst>
                                </p:cTn>
                              </p:par>
                              <p:par>
                                <p:cTn id="18" presetID="42" presetClass="path" presetSubtype="0" decel="100000" fill="hold" nodeType="withEffect">
                                  <p:stCondLst>
                                    <p:cond delay="100"/>
                                  </p:stCondLst>
                                  <p:childTnLst>
                                    <p:animMotion origin="layout" path="M 0 0.03888 L 0 4.81481E-6 " pathEditMode="relative" rAng="0" ptsTypes="AA">
                                      <p:cBhvr>
                                        <p:cTn id="19" dur="500" fill="hold"/>
                                        <p:tgtEl>
                                          <p:spTgt spid="7"/>
                                        </p:tgtEl>
                                        <p:attrNameLst>
                                          <p:attrName>ppt_x</p:attrName>
                                          <p:attrName>ppt_y</p:attrName>
                                        </p:attrNameLst>
                                      </p:cBhvr>
                                      <p:rCtr x="0" y="-1944"/>
                                    </p:animMotion>
                                  </p:childTnLst>
                                </p:cTn>
                              </p:par>
                              <p:par>
                                <p:cTn id="20" presetID="10" presetClass="entr" presetSubtype="0" fill="hold" grpId="0" nodeType="withEffect">
                                  <p:stCondLst>
                                    <p:cond delay="1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00"/>
                                        <p:tgtEl>
                                          <p:spTgt spid="2"/>
                                        </p:tgtEl>
                                      </p:cBhvr>
                                    </p:animEffect>
                                  </p:childTnLst>
                                </p:cTn>
                              </p:par>
                              <p:par>
                                <p:cTn id="23" presetID="42" presetClass="path" presetSubtype="0" decel="100000" fill="hold" grpId="1" nodeType="withEffect">
                                  <p:stCondLst>
                                    <p:cond delay="100"/>
                                  </p:stCondLst>
                                  <p:childTnLst>
                                    <p:animMotion origin="layout" path="M 0 0.03888 L 0 4.81481E-6 " pathEditMode="relative" rAng="0" ptsTypes="AA">
                                      <p:cBhvr>
                                        <p:cTn id="24" dur="500" fill="hold"/>
                                        <p:tgtEl>
                                          <p:spTgt spid="2"/>
                                        </p:tgtEl>
                                        <p:attrNameLst>
                                          <p:attrName>ppt_x</p:attrName>
                                          <p:attrName>ppt_y</p:attrName>
                                        </p:attrNameLst>
                                      </p:cBhvr>
                                      <p:rCtr x="0" y="-1944"/>
                                    </p:animMotion>
                                  </p:childTnLst>
                                </p:cTn>
                              </p:par>
                              <p:par>
                                <p:cTn id="25" presetID="10" presetClass="entr" presetSubtype="0" fill="hold" grpId="0" nodeType="withEffect">
                                  <p:stCondLst>
                                    <p:cond delay="100"/>
                                  </p:stCondLst>
                                  <p:childTnLst>
                                    <p:set>
                                      <p:cBhvr>
                                        <p:cTn id="26" dur="1" fill="hold">
                                          <p:stCondLst>
                                            <p:cond delay="0"/>
                                          </p:stCondLst>
                                        </p:cTn>
                                        <p:tgtEl>
                                          <p:spTgt spid="9201"/>
                                        </p:tgtEl>
                                        <p:attrNameLst>
                                          <p:attrName>style.visibility</p:attrName>
                                        </p:attrNameLst>
                                      </p:cBhvr>
                                      <p:to>
                                        <p:strVal val="visible"/>
                                      </p:to>
                                    </p:set>
                                    <p:animEffect transition="in" filter="fade">
                                      <p:cBhvr>
                                        <p:cTn id="27" dur="200"/>
                                        <p:tgtEl>
                                          <p:spTgt spid="9201"/>
                                        </p:tgtEl>
                                      </p:cBhvr>
                                    </p:animEffect>
                                  </p:childTnLst>
                                </p:cTn>
                              </p:par>
                              <p:par>
                                <p:cTn id="28" presetID="42" presetClass="path" presetSubtype="0" decel="100000" fill="hold" grpId="1" nodeType="withEffect">
                                  <p:stCondLst>
                                    <p:cond delay="100"/>
                                  </p:stCondLst>
                                  <p:childTnLst>
                                    <p:animMotion origin="layout" path="M 4.16667E-7 0.03889 L 4.16667E-7 7.40741E-7 " pathEditMode="relative" rAng="0" ptsTypes="AA">
                                      <p:cBhvr>
                                        <p:cTn id="29" dur="500" fill="hold"/>
                                        <p:tgtEl>
                                          <p:spTgt spid="9201"/>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9203"/>
                                        </p:tgtEl>
                                        <p:attrNameLst>
                                          <p:attrName>style.visibility</p:attrName>
                                        </p:attrNameLst>
                                      </p:cBhvr>
                                      <p:to>
                                        <p:strVal val="visible"/>
                                      </p:to>
                                    </p:set>
                                    <p:animEffect transition="in" filter="fade">
                                      <p:cBhvr>
                                        <p:cTn id="32" dur="200"/>
                                        <p:tgtEl>
                                          <p:spTgt spid="9203"/>
                                        </p:tgtEl>
                                      </p:cBhvr>
                                    </p:animEffect>
                                  </p:childTnLst>
                                </p:cTn>
                              </p:par>
                              <p:par>
                                <p:cTn id="33" presetID="42" presetClass="path" presetSubtype="0" decel="100000" fill="hold" grpId="1" nodeType="withEffect">
                                  <p:stCondLst>
                                    <p:cond delay="200"/>
                                  </p:stCondLst>
                                  <p:childTnLst>
                                    <p:animMotion origin="layout" path="M 4.16667E-7 0.03889 L 4.16667E-7 -3.33333E-6 " pathEditMode="relative" rAng="0" ptsTypes="AA">
                                      <p:cBhvr>
                                        <p:cTn id="34" dur="500" fill="hold"/>
                                        <p:tgtEl>
                                          <p:spTgt spid="9203"/>
                                        </p:tgtEl>
                                        <p:attrNameLst>
                                          <p:attrName>ppt_x</p:attrName>
                                          <p:attrName>ppt_y</p:attrName>
                                        </p:attrNameLst>
                                      </p:cBhvr>
                                      <p:rCtr x="0" y="-1944"/>
                                    </p:animMotion>
                                  </p:childTnLst>
                                </p:cTn>
                              </p:par>
                              <p:par>
                                <p:cTn id="35" presetID="10" presetClass="entr" presetSubtype="0" fill="hold" grpId="0" nodeType="withEffect">
                                  <p:stCondLst>
                                    <p:cond delay="2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00"/>
                                        <p:tgtEl>
                                          <p:spTgt spid="8"/>
                                        </p:tgtEl>
                                      </p:cBhvr>
                                    </p:animEffect>
                                  </p:childTnLst>
                                </p:cTn>
                              </p:par>
                              <p:par>
                                <p:cTn id="38" presetID="42" presetClass="path" presetSubtype="0" decel="100000" fill="hold" grpId="1" nodeType="withEffect">
                                  <p:stCondLst>
                                    <p:cond delay="200"/>
                                  </p:stCondLst>
                                  <p:childTnLst>
                                    <p:animMotion origin="layout" path="M 4.79167E-6 0.03889 L 4.79167E-6 -2.59259E-6 " pathEditMode="relative" rAng="0" ptsTypes="AA">
                                      <p:cBhvr>
                                        <p:cTn id="39" dur="500" fill="hold"/>
                                        <p:tgtEl>
                                          <p:spTgt spid="8"/>
                                        </p:tgtEl>
                                        <p:attrNameLst>
                                          <p:attrName>ppt_x</p:attrName>
                                          <p:attrName>ppt_y</p:attrName>
                                        </p:attrNameLst>
                                      </p:cBhvr>
                                      <p:rCtr x="0" y="-1944"/>
                                    </p:animMotion>
                                  </p:childTnLst>
                                </p:cTn>
                              </p:par>
                              <p:par>
                                <p:cTn id="40" presetID="10" presetClass="entr" presetSubtype="0" fill="hold" grpId="0" nodeType="withEffect">
                                  <p:stCondLst>
                                    <p:cond delay="30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200"/>
                                        <p:tgtEl>
                                          <p:spTgt spid="10"/>
                                        </p:tgtEl>
                                      </p:cBhvr>
                                    </p:animEffect>
                                  </p:childTnLst>
                                </p:cTn>
                              </p:par>
                              <p:par>
                                <p:cTn id="43" presetID="42" presetClass="path" presetSubtype="0" decel="100000" fill="hold" grpId="1" nodeType="withEffect">
                                  <p:stCondLst>
                                    <p:cond delay="300"/>
                                  </p:stCondLst>
                                  <p:childTnLst>
                                    <p:animMotion origin="layout" path="M 4.79167E-6 0.03889 L 4.79167E-6 -2.22222E-6 " pathEditMode="relative" rAng="0" ptsTypes="AA">
                                      <p:cBhvr>
                                        <p:cTn id="44" dur="500" fill="hold"/>
                                        <p:tgtEl>
                                          <p:spTgt spid="10"/>
                                        </p:tgtEl>
                                        <p:attrNameLst>
                                          <p:attrName>ppt_x</p:attrName>
                                          <p:attrName>ppt_y</p:attrName>
                                        </p:attrNameLst>
                                      </p:cBhvr>
                                      <p:rCtr x="0" y="-1944"/>
                                    </p:animMotion>
                                  </p:childTnLst>
                                </p:cTn>
                              </p:par>
                              <p:par>
                                <p:cTn id="45" presetID="10" presetClass="entr" presetSubtype="0" fill="hold" grpId="0" nodeType="withEffect">
                                  <p:stCondLst>
                                    <p:cond delay="300"/>
                                  </p:stCondLst>
                                  <p:childTnLst>
                                    <p:set>
                                      <p:cBhvr>
                                        <p:cTn id="46" dur="1" fill="hold">
                                          <p:stCondLst>
                                            <p:cond delay="0"/>
                                          </p:stCondLst>
                                        </p:cTn>
                                        <p:tgtEl>
                                          <p:spTgt spid="9204"/>
                                        </p:tgtEl>
                                        <p:attrNameLst>
                                          <p:attrName>style.visibility</p:attrName>
                                        </p:attrNameLst>
                                      </p:cBhvr>
                                      <p:to>
                                        <p:strVal val="visible"/>
                                      </p:to>
                                    </p:set>
                                    <p:animEffect transition="in" filter="fade">
                                      <p:cBhvr>
                                        <p:cTn id="47" dur="200"/>
                                        <p:tgtEl>
                                          <p:spTgt spid="9204"/>
                                        </p:tgtEl>
                                      </p:cBhvr>
                                    </p:animEffect>
                                  </p:childTnLst>
                                </p:cTn>
                              </p:par>
                              <p:par>
                                <p:cTn id="48" presetID="42" presetClass="path" presetSubtype="0" decel="100000" fill="hold" grpId="1" nodeType="withEffect">
                                  <p:stCondLst>
                                    <p:cond delay="300"/>
                                  </p:stCondLst>
                                  <p:childTnLst>
                                    <p:animMotion origin="layout" path="M 1.25E-6 0.03889 L 1.25E-6 3.7037E-7 " pathEditMode="relative" rAng="0" ptsTypes="AA">
                                      <p:cBhvr>
                                        <p:cTn id="49" dur="500" fill="hold"/>
                                        <p:tgtEl>
                                          <p:spTgt spid="9204"/>
                                        </p:tgtEl>
                                        <p:attrNameLst>
                                          <p:attrName>ppt_x</p:attrName>
                                          <p:attrName>ppt_y</p:attrName>
                                        </p:attrNameLst>
                                      </p:cBhvr>
                                      <p:rCtr x="0" y="-1944"/>
                                    </p:animMotion>
                                  </p:childTnLst>
                                </p:cTn>
                              </p:par>
                              <p:par>
                                <p:cTn id="50" presetID="10" presetClass="entr" presetSubtype="0" fill="hold" grpId="0" nodeType="withEffect">
                                  <p:stCondLst>
                                    <p:cond delay="300"/>
                                  </p:stCondLst>
                                  <p:childTnLst>
                                    <p:set>
                                      <p:cBhvr>
                                        <p:cTn id="51" dur="1" fill="hold">
                                          <p:stCondLst>
                                            <p:cond delay="0"/>
                                          </p:stCondLst>
                                        </p:cTn>
                                        <p:tgtEl>
                                          <p:spTgt spid="9205"/>
                                        </p:tgtEl>
                                        <p:attrNameLst>
                                          <p:attrName>style.visibility</p:attrName>
                                        </p:attrNameLst>
                                      </p:cBhvr>
                                      <p:to>
                                        <p:strVal val="visible"/>
                                      </p:to>
                                    </p:set>
                                    <p:animEffect transition="in" filter="fade">
                                      <p:cBhvr>
                                        <p:cTn id="52" dur="200"/>
                                        <p:tgtEl>
                                          <p:spTgt spid="9205"/>
                                        </p:tgtEl>
                                      </p:cBhvr>
                                    </p:animEffect>
                                  </p:childTnLst>
                                </p:cTn>
                              </p:par>
                              <p:par>
                                <p:cTn id="53" presetID="42" presetClass="path" presetSubtype="0" decel="100000" fill="hold" grpId="1" nodeType="withEffect">
                                  <p:stCondLst>
                                    <p:cond delay="300"/>
                                  </p:stCondLst>
                                  <p:childTnLst>
                                    <p:animMotion origin="layout" path="M 4.16667E-7 0.03889 L 4.16667E-7 3.7037E-7 " pathEditMode="relative" rAng="0" ptsTypes="AA">
                                      <p:cBhvr>
                                        <p:cTn id="54" dur="500" fill="hold"/>
                                        <p:tgtEl>
                                          <p:spTgt spid="9205"/>
                                        </p:tgtEl>
                                        <p:attrNameLst>
                                          <p:attrName>ppt_x</p:attrName>
                                          <p:attrName>ppt_y</p:attrName>
                                        </p:attrNameLst>
                                      </p:cBhvr>
                                      <p:rCtr x="0" y="-1944"/>
                                    </p:animMotion>
                                  </p:childTnLst>
                                </p:cTn>
                              </p:par>
                              <p:par>
                                <p:cTn id="55" presetID="10" presetClass="entr" presetSubtype="0" fill="hold" grpId="0" nodeType="withEffect">
                                  <p:stCondLst>
                                    <p:cond delay="40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200"/>
                                        <p:tgtEl>
                                          <p:spTgt spid="11"/>
                                        </p:tgtEl>
                                      </p:cBhvr>
                                    </p:animEffect>
                                  </p:childTnLst>
                                </p:cTn>
                              </p:par>
                              <p:par>
                                <p:cTn id="58" presetID="42" presetClass="path" presetSubtype="0" decel="100000" fill="hold" grpId="1" nodeType="withEffect">
                                  <p:stCondLst>
                                    <p:cond delay="400"/>
                                  </p:stCondLst>
                                  <p:childTnLst>
                                    <p:animMotion origin="layout" path="M 4.79167E-6 0.03889 L 4.79167E-6 3.33333E-6 " pathEditMode="relative" rAng="0" ptsTypes="AA">
                                      <p:cBhvr>
                                        <p:cTn id="59" dur="500" fill="hold"/>
                                        <p:tgtEl>
                                          <p:spTgt spid="11"/>
                                        </p:tgtEl>
                                        <p:attrNameLst>
                                          <p:attrName>ppt_x</p:attrName>
                                          <p:attrName>ppt_y</p:attrName>
                                        </p:attrNameLst>
                                      </p:cBhvr>
                                      <p:rCtr x="0" y="-1944"/>
                                    </p:animMotion>
                                  </p:childTnLst>
                                </p:cTn>
                              </p:par>
                              <p:par>
                                <p:cTn id="60" presetID="10" presetClass="entr" presetSubtype="0" fill="hold" grpId="0" nodeType="withEffect">
                                  <p:stCondLst>
                                    <p:cond delay="400"/>
                                  </p:stCondLst>
                                  <p:childTnLst>
                                    <p:set>
                                      <p:cBhvr>
                                        <p:cTn id="61" dur="1" fill="hold">
                                          <p:stCondLst>
                                            <p:cond delay="0"/>
                                          </p:stCondLst>
                                        </p:cTn>
                                        <p:tgtEl>
                                          <p:spTgt spid="9206"/>
                                        </p:tgtEl>
                                        <p:attrNameLst>
                                          <p:attrName>style.visibility</p:attrName>
                                        </p:attrNameLst>
                                      </p:cBhvr>
                                      <p:to>
                                        <p:strVal val="visible"/>
                                      </p:to>
                                    </p:set>
                                    <p:animEffect transition="in" filter="fade">
                                      <p:cBhvr>
                                        <p:cTn id="62" dur="200"/>
                                        <p:tgtEl>
                                          <p:spTgt spid="9206"/>
                                        </p:tgtEl>
                                      </p:cBhvr>
                                    </p:animEffect>
                                  </p:childTnLst>
                                </p:cTn>
                              </p:par>
                              <p:par>
                                <p:cTn id="63" presetID="42" presetClass="path" presetSubtype="0" decel="100000" fill="hold" grpId="1" nodeType="withEffect">
                                  <p:stCondLst>
                                    <p:cond delay="400"/>
                                  </p:stCondLst>
                                  <p:childTnLst>
                                    <p:animMotion origin="layout" path="M 3.75E-6 0.03889 L 3.75E-6 2.22222E-6 " pathEditMode="relative" rAng="0" ptsTypes="AA">
                                      <p:cBhvr>
                                        <p:cTn id="64" dur="500" fill="hold"/>
                                        <p:tgtEl>
                                          <p:spTgt spid="9206"/>
                                        </p:tgtEl>
                                        <p:attrNameLst>
                                          <p:attrName>ppt_x</p:attrName>
                                          <p:attrName>ppt_y</p:attrName>
                                        </p:attrNameLst>
                                      </p:cBhvr>
                                      <p:rCtr x="0" y="-1944"/>
                                    </p:animMotion>
                                  </p:childTnLst>
                                </p:cTn>
                              </p:par>
                              <p:par>
                                <p:cTn id="65" presetID="10" presetClass="entr" presetSubtype="0" fill="hold" grpId="0" nodeType="withEffect">
                                  <p:stCondLst>
                                    <p:cond delay="400"/>
                                  </p:stCondLst>
                                  <p:childTnLst>
                                    <p:set>
                                      <p:cBhvr>
                                        <p:cTn id="66" dur="1" fill="hold">
                                          <p:stCondLst>
                                            <p:cond delay="0"/>
                                          </p:stCondLst>
                                        </p:cTn>
                                        <p:tgtEl>
                                          <p:spTgt spid="9207"/>
                                        </p:tgtEl>
                                        <p:attrNameLst>
                                          <p:attrName>style.visibility</p:attrName>
                                        </p:attrNameLst>
                                      </p:cBhvr>
                                      <p:to>
                                        <p:strVal val="visible"/>
                                      </p:to>
                                    </p:set>
                                    <p:animEffect transition="in" filter="fade">
                                      <p:cBhvr>
                                        <p:cTn id="67" dur="200"/>
                                        <p:tgtEl>
                                          <p:spTgt spid="9207"/>
                                        </p:tgtEl>
                                      </p:cBhvr>
                                    </p:animEffect>
                                  </p:childTnLst>
                                </p:cTn>
                              </p:par>
                              <p:par>
                                <p:cTn id="68" presetID="42" presetClass="path" presetSubtype="0" decel="100000" fill="hold" grpId="1" nodeType="withEffect">
                                  <p:stCondLst>
                                    <p:cond delay="400"/>
                                  </p:stCondLst>
                                  <p:childTnLst>
                                    <p:animMotion origin="layout" path="M 1.25E-6 0.03889 L 1.25E-6 -3.7037E-6 " pathEditMode="relative" rAng="0" ptsTypes="AA">
                                      <p:cBhvr>
                                        <p:cTn id="69" dur="500" fill="hold"/>
                                        <p:tgtEl>
                                          <p:spTgt spid="9207"/>
                                        </p:tgtEl>
                                        <p:attrNameLst>
                                          <p:attrName>ppt_x</p:attrName>
                                          <p:attrName>ppt_y</p:attrName>
                                        </p:attrNameLst>
                                      </p:cBhvr>
                                      <p:rCtr x="0" y="-1944"/>
                                    </p:animMotion>
                                  </p:childTnLst>
                                </p:cTn>
                              </p:par>
                              <p:par>
                                <p:cTn id="70" presetID="10" presetClass="entr" presetSubtype="0" fill="hold" grpId="0" nodeType="withEffect">
                                  <p:stCondLst>
                                    <p:cond delay="50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200"/>
                                        <p:tgtEl>
                                          <p:spTgt spid="12"/>
                                        </p:tgtEl>
                                      </p:cBhvr>
                                    </p:animEffect>
                                  </p:childTnLst>
                                </p:cTn>
                              </p:par>
                              <p:par>
                                <p:cTn id="73" presetID="42" presetClass="path" presetSubtype="0" decel="100000" fill="hold" grpId="1" nodeType="withEffect">
                                  <p:stCondLst>
                                    <p:cond delay="500"/>
                                  </p:stCondLst>
                                  <p:childTnLst>
                                    <p:animMotion origin="layout" path="M 4.79167E-6 0.03889 L 4.79167E-6 3.7037E-6 " pathEditMode="relative" rAng="0" ptsTypes="AA">
                                      <p:cBhvr>
                                        <p:cTn id="74" dur="500" fill="hold"/>
                                        <p:tgtEl>
                                          <p:spTgt spid="12"/>
                                        </p:tgtEl>
                                        <p:attrNameLst>
                                          <p:attrName>ppt_x</p:attrName>
                                          <p:attrName>ppt_y</p:attrName>
                                        </p:attrNameLst>
                                      </p:cBhvr>
                                      <p:rCtr x="0" y="-1944"/>
                                    </p:animMotion>
                                  </p:childTnLst>
                                </p:cTn>
                              </p:par>
                              <p:par>
                                <p:cTn id="75" presetID="10" presetClass="entr" presetSubtype="0" fill="hold" grpId="0" nodeType="withEffect">
                                  <p:stCondLst>
                                    <p:cond delay="500"/>
                                  </p:stCondLst>
                                  <p:childTnLst>
                                    <p:set>
                                      <p:cBhvr>
                                        <p:cTn id="76" dur="1" fill="hold">
                                          <p:stCondLst>
                                            <p:cond delay="0"/>
                                          </p:stCondLst>
                                        </p:cTn>
                                        <p:tgtEl>
                                          <p:spTgt spid="9208"/>
                                        </p:tgtEl>
                                        <p:attrNameLst>
                                          <p:attrName>style.visibility</p:attrName>
                                        </p:attrNameLst>
                                      </p:cBhvr>
                                      <p:to>
                                        <p:strVal val="visible"/>
                                      </p:to>
                                    </p:set>
                                    <p:animEffect transition="in" filter="fade">
                                      <p:cBhvr>
                                        <p:cTn id="77" dur="200"/>
                                        <p:tgtEl>
                                          <p:spTgt spid="9208"/>
                                        </p:tgtEl>
                                      </p:cBhvr>
                                    </p:animEffect>
                                  </p:childTnLst>
                                </p:cTn>
                              </p:par>
                              <p:par>
                                <p:cTn id="78" presetID="42" presetClass="path" presetSubtype="0" decel="100000" fill="hold" grpId="1" nodeType="withEffect">
                                  <p:stCondLst>
                                    <p:cond delay="500"/>
                                  </p:stCondLst>
                                  <p:childTnLst>
                                    <p:animMotion origin="layout" path="M 3.75E-6 0.03889 L 3.75E-6 -3.33333E-6 " pathEditMode="relative" rAng="0" ptsTypes="AA">
                                      <p:cBhvr>
                                        <p:cTn id="79" dur="500" fill="hold"/>
                                        <p:tgtEl>
                                          <p:spTgt spid="9208"/>
                                        </p:tgtEl>
                                        <p:attrNameLst>
                                          <p:attrName>ppt_x</p:attrName>
                                          <p:attrName>ppt_y</p:attrName>
                                        </p:attrNameLst>
                                      </p:cBhvr>
                                      <p:rCtr x="0" y="-1944"/>
                                    </p:animMotion>
                                  </p:childTnLst>
                                </p:cTn>
                              </p:par>
                              <p:par>
                                <p:cTn id="80" presetID="10" presetClass="entr" presetSubtype="0" fill="hold" grpId="0" nodeType="withEffect">
                                  <p:stCondLst>
                                    <p:cond delay="500"/>
                                  </p:stCondLst>
                                  <p:childTnLst>
                                    <p:set>
                                      <p:cBhvr>
                                        <p:cTn id="81" dur="1" fill="hold">
                                          <p:stCondLst>
                                            <p:cond delay="0"/>
                                          </p:stCondLst>
                                        </p:cTn>
                                        <p:tgtEl>
                                          <p:spTgt spid="9209"/>
                                        </p:tgtEl>
                                        <p:attrNameLst>
                                          <p:attrName>style.visibility</p:attrName>
                                        </p:attrNameLst>
                                      </p:cBhvr>
                                      <p:to>
                                        <p:strVal val="visible"/>
                                      </p:to>
                                    </p:set>
                                    <p:animEffect transition="in" filter="fade">
                                      <p:cBhvr>
                                        <p:cTn id="82" dur="200"/>
                                        <p:tgtEl>
                                          <p:spTgt spid="9209"/>
                                        </p:tgtEl>
                                      </p:cBhvr>
                                    </p:animEffect>
                                  </p:childTnLst>
                                </p:cTn>
                              </p:par>
                              <p:par>
                                <p:cTn id="83" presetID="42" presetClass="path" presetSubtype="0" decel="100000" fill="hold" grpId="1" nodeType="withEffect">
                                  <p:stCondLst>
                                    <p:cond delay="500"/>
                                  </p:stCondLst>
                                  <p:childTnLst>
                                    <p:animMotion origin="layout" path="M 3.75E-6 0.03889 L 3.75E-6 7.40741E-7 " pathEditMode="relative" rAng="0" ptsTypes="AA">
                                      <p:cBhvr>
                                        <p:cTn id="84" dur="500" fill="hold"/>
                                        <p:tgtEl>
                                          <p:spTgt spid="920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3" grpId="1"/>
      <p:bldP spid="9202" grpId="0"/>
      <p:bldP spid="9202" grpId="1"/>
      <p:bldP spid="9203" grpId="0"/>
      <p:bldP spid="9203" grpId="1"/>
      <p:bldP spid="9204" grpId="0"/>
      <p:bldP spid="9204" grpId="1"/>
      <p:bldP spid="9205" grpId="0"/>
      <p:bldP spid="9205" grpId="1"/>
      <p:bldP spid="9206" grpId="0"/>
      <p:bldP spid="9206" grpId="1"/>
      <p:bldP spid="9207" grpId="0"/>
      <p:bldP spid="9207" grpId="1"/>
      <p:bldP spid="9208" grpId="0"/>
      <p:bldP spid="9208" grpId="1"/>
      <p:bldP spid="9209" grpId="0"/>
      <p:bldP spid="9209" grpId="1"/>
      <p:bldP spid="9201" grpId="0"/>
      <p:bldP spid="9201" grpId="1"/>
      <p:bldP spid="8" grpId="0" animBg="1"/>
      <p:bldP spid="8" grpId="1" animBg="1"/>
      <p:bldP spid="10" grpId="0" animBg="1"/>
      <p:bldP spid="10" grpId="1" animBg="1"/>
      <p:bldP spid="11" grpId="0" animBg="1"/>
      <p:bldP spid="11" grpId="1" animBg="1"/>
      <p:bldP spid="12" grpId="0" animBg="1"/>
      <p:bldP spid="1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5AA4EC-5228-7748-CDF5-64F7460EFA6D}"/>
              </a:ext>
              <a:ext uri="{C183D7F6-B498-43B3-948B-1728B52AA6E4}">
                <adec:decorative xmlns:adec="http://schemas.microsoft.com/office/drawing/2017/decorative" val="1"/>
              </a:ext>
            </a:extLst>
          </p:cNvPr>
          <p:cNvSpPr txBox="1">
            <a:spLocks/>
          </p:cNvSpPr>
          <p:nvPr/>
        </p:nvSpPr>
        <p:spPr>
          <a:xfrm>
            <a:off x="588263" y="457200"/>
            <a:ext cx="2424160" cy="375298"/>
          </a:xfrm>
          <a:prstGeom prst="roundRect">
            <a:avLst>
              <a:gd name="adj" fmla="val 35587"/>
            </a:avLst>
          </a:prstGeom>
          <a:gradFill>
            <a:gsLst>
              <a:gs pos="0">
                <a:srgbClr val="7FC0E6"/>
              </a:gs>
              <a:gs pos="100000">
                <a:srgbClr val="B9DCD2"/>
              </a:gs>
              <a:gs pos="35000">
                <a:srgbClr val="8DC8E8"/>
              </a:gs>
            </a:gsLst>
            <a:lin ang="3600000" scaled="0"/>
          </a:gradFill>
        </p:spPr>
        <p:txBody>
          <a:bodyPr wrap="square" lIns="0" tIns="0" rIns="0" bIns="27432" rtlCol="0" anchor="ctr" anchorCtr="0">
            <a:noAutofit/>
          </a:bodyPr>
          <a:lstStyle>
            <a:defPPr>
              <a:defRPr lang="en-US"/>
            </a:defPPr>
            <a:lvl1pPr algn="ctr" defTabSz="914437" fontAlgn="base">
              <a:spcBef>
                <a:spcPct val="0"/>
              </a:spcBef>
              <a:spcAft>
                <a:spcPct val="0"/>
              </a:spcAft>
              <a:tabLst>
                <a:tab pos="1487158" algn="l"/>
              </a:tabLst>
              <a:defRPr sz="1800" b="1">
                <a:ln w="3175">
                  <a:noFill/>
                </a:ln>
                <a:solidFill>
                  <a:srgbClr val="000000"/>
                </a:solidFill>
                <a:latin typeface="Segoe UI Semibold" panose="020B0502040204020203" pitchFamily="34"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600" b="1"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Enterprise intelligence</a:t>
            </a:r>
          </a:p>
        </p:txBody>
      </p:sp>
      <p:sp>
        <p:nvSpPr>
          <p:cNvPr id="11" name="Title 10">
            <a:extLst>
              <a:ext uri="{FF2B5EF4-FFF2-40B4-BE49-F238E27FC236}">
                <a16:creationId xmlns:a16="http://schemas.microsoft.com/office/drawing/2014/main" id="{CD17E89A-FA17-2982-07C9-DF6E88903223}"/>
              </a:ext>
            </a:extLst>
          </p:cNvPr>
          <p:cNvSpPr>
            <a:spLocks noGrp="1"/>
          </p:cNvSpPr>
          <p:nvPr>
            <p:ph type="title"/>
          </p:nvPr>
        </p:nvSpPr>
        <p:spPr>
          <a:xfrm>
            <a:off x="588963" y="952500"/>
            <a:ext cx="11017250" cy="554038"/>
          </a:xfrm>
        </p:spPr>
        <p:txBody>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dirty="0">
                <a:ln w="3175">
                  <a:noFill/>
                </a:ln>
                <a:solidFill>
                  <a:schemeClr val="tx1"/>
                </a:solidFill>
                <a:effectLst/>
                <a:uLnTx/>
                <a:uFillTx/>
                <a:latin typeface="+mj-lt"/>
                <a:ea typeface="+mn-ea"/>
                <a:cs typeface="Segoe UI" pitchFamily="34" charset="0"/>
              </a:rPr>
              <a:t>Work IQ API and MCP</a:t>
            </a:r>
            <a:endParaRPr kumimoji="0" lang="en-UA" sz="3600" b="0" i="0" u="none" strike="noStrike" kern="1200" cap="none" spc="-50" normalizeH="0" baseline="0" noProof="0" dirty="0">
              <a:ln w="3175">
                <a:noFill/>
              </a:ln>
              <a:solidFill>
                <a:schemeClr val="tx1"/>
              </a:solidFill>
              <a:effectLst/>
              <a:uLnTx/>
              <a:uFillTx/>
              <a:latin typeface="+mj-lt"/>
              <a:ea typeface="+mn-ea"/>
              <a:cs typeface="Segoe UI" pitchFamily="34" charset="0"/>
            </a:endParaRPr>
          </a:p>
        </p:txBody>
      </p:sp>
      <p:sp>
        <p:nvSpPr>
          <p:cNvPr id="5" name="TextBox 4">
            <a:extLst>
              <a:ext uri="{FF2B5EF4-FFF2-40B4-BE49-F238E27FC236}">
                <a16:creationId xmlns:a16="http://schemas.microsoft.com/office/drawing/2014/main" id="{96EB5254-8B64-909F-FBB4-BC6341DF4248}"/>
              </a:ext>
            </a:extLst>
          </p:cNvPr>
          <p:cNvSpPr txBox="1"/>
          <p:nvPr/>
        </p:nvSpPr>
        <p:spPr>
          <a:xfrm>
            <a:off x="588262" y="1680064"/>
            <a:ext cx="4481163" cy="1723549"/>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effectLst/>
                <a:uLnTx/>
                <a:uFillTx/>
                <a:latin typeface="Segoe UI Semibold"/>
                <a:ea typeface="+mn-ea"/>
                <a:cs typeface="+mn-cs"/>
              </a:rPr>
              <a:t>Work IQ is an intelligence layer designed for the unique needs of agents delivering data, context, and tools at scale. It works across frameworks and runtimes through standard protocols (A2A, MCP, REST API). It provides the foundation for building agents that deliver more personalized, relevant outcomes without exposing raw data.</a:t>
            </a:r>
          </a:p>
        </p:txBody>
      </p:sp>
      <p:sp>
        <p:nvSpPr>
          <p:cNvPr id="17" name="Graphic 97">
            <a:extLst>
              <a:ext uri="{FF2B5EF4-FFF2-40B4-BE49-F238E27FC236}">
                <a16:creationId xmlns:a16="http://schemas.microsoft.com/office/drawing/2014/main" id="{E31384C8-C074-5C9F-5F64-C16956A45B1C}"/>
              </a:ext>
              <a:ext uri="{C183D7F6-B498-43B3-948B-1728B52AA6E4}">
                <adec:decorative xmlns:adec="http://schemas.microsoft.com/office/drawing/2017/decorative" val="1"/>
              </a:ext>
            </a:extLst>
          </p:cNvPr>
          <p:cNvSpPr/>
          <p:nvPr/>
        </p:nvSpPr>
        <p:spPr>
          <a:xfrm>
            <a:off x="588963" y="358675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3" name="TextBox 2">
            <a:extLst>
              <a:ext uri="{FF2B5EF4-FFF2-40B4-BE49-F238E27FC236}">
                <a16:creationId xmlns:a16="http://schemas.microsoft.com/office/drawing/2014/main" id="{C79184C1-765C-AF18-2540-70075401ECE1}"/>
              </a:ext>
            </a:extLst>
          </p:cNvPr>
          <p:cNvSpPr txBox="1"/>
          <p:nvPr/>
        </p:nvSpPr>
        <p:spPr>
          <a:xfrm>
            <a:off x="972625" y="3593182"/>
            <a:ext cx="3682573" cy="1969770"/>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effectLst/>
                <a:uLnTx/>
                <a:uFillTx/>
                <a:latin typeface="Segoe UI Semibold"/>
                <a:ea typeface="+mn-ea"/>
                <a:cs typeface="Segoe UI Semibold" panose="020B0702040204020203" pitchFamily="34" charset="0"/>
              </a:rPr>
              <a:t>Optimized for agentic use: </a:t>
            </a:r>
            <a:r>
              <a:rPr kumimoji="0" lang="en-US" sz="1200" b="0" i="0" u="none" strike="noStrike" kern="1200" cap="none" spc="0" normalizeH="0" baseline="0" noProof="0" dirty="0">
                <a:ln>
                  <a:noFill/>
                </a:ln>
                <a:effectLst/>
                <a:uLnTx/>
                <a:uFillTx/>
                <a:latin typeface="Segoe UI"/>
                <a:ea typeface="+mn-ea"/>
              </a:rPr>
              <a:t>Designed for high‑volume and  multi‑step agent prompt interaction rather thank iterative deterministic human requests</a:t>
            </a:r>
            <a:r>
              <a:rPr kumimoji="0" lang="en-US" sz="1200" b="0" i="0" u="none" strike="noStrike" kern="1200" cap="none" spc="0" normalizeH="0" baseline="0" noProof="0" dirty="0">
                <a:ln>
                  <a:noFill/>
                </a:ln>
                <a:effectLst/>
                <a:uLnTx/>
                <a:uFillTx/>
                <a:latin typeface="Segoe UI"/>
                <a:ea typeface="+mn-ea"/>
                <a:cs typeface="Segoe UI Semibold" panose="020B0702040204020203" pitchFamily="34" charset="0"/>
              </a:rPr>
              <a:t>.</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effectLst/>
                <a:uLnTx/>
                <a:uFillTx/>
                <a:latin typeface="Segoe UI Semibold"/>
                <a:ea typeface="+mn-ea"/>
                <a:cs typeface="Segoe UI Semibold" panose="020B0702040204020203" pitchFamily="34" charset="0"/>
              </a:rPr>
              <a:t>Comprehensive:</a:t>
            </a:r>
            <a:r>
              <a:rPr kumimoji="0" lang="en-US" sz="1200" b="0" i="0" u="none" strike="noStrike" kern="1200" cap="none" spc="0" normalizeH="0" baseline="0" noProof="0" dirty="0">
                <a:ln>
                  <a:noFill/>
                </a:ln>
                <a:effectLst/>
                <a:uLnTx/>
                <a:uFillTx/>
                <a:latin typeface="Segoe UI"/>
                <a:ea typeface="+mn-ea"/>
                <a:cs typeface="Segoe UI Semibold" panose="020B0702040204020203" pitchFamily="34" charset="0"/>
              </a:rPr>
              <a:t> </a:t>
            </a:r>
            <a:r>
              <a:rPr kumimoji="0" lang="en-US" sz="1200" b="0" i="0" u="none" strike="noStrike" kern="1200" cap="none" spc="0" normalizeH="0" baseline="0" noProof="0" dirty="0">
                <a:ln>
                  <a:noFill/>
                </a:ln>
                <a:effectLst/>
                <a:uLnTx/>
                <a:uFillTx/>
                <a:latin typeface="Segoe UI"/>
                <a:ea typeface="+mn-ea"/>
              </a:rPr>
              <a:t>Continuously structures</a:t>
            </a:r>
            <a:r>
              <a:rPr lang="en-US" sz="1200" dirty="0">
                <a:latin typeface="Segoe UI"/>
              </a:rPr>
              <a:t> </a:t>
            </a:r>
            <a:r>
              <a:rPr kumimoji="0" lang="en-US" sz="1200" b="0" i="0" u="none" strike="noStrike" kern="1200" cap="none" spc="0" normalizeH="0" baseline="0" noProof="0" dirty="0">
                <a:ln>
                  <a:noFill/>
                </a:ln>
                <a:effectLst/>
                <a:uLnTx/>
                <a:uFillTx/>
                <a:latin typeface="Segoe UI"/>
                <a:ea typeface="+mn-ea"/>
              </a:rPr>
              <a:t>high-quality context across your company to enable Microsoft 365 actions for agents at scale</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effectLst/>
                <a:uLnTx/>
                <a:uFillTx/>
                <a:latin typeface="Segoe UI Semibold"/>
                <a:ea typeface="+mn-ea"/>
                <a:cs typeface="Segoe UI Semibold" panose="020B0702040204020203" pitchFamily="34" charset="0"/>
              </a:rPr>
              <a:t>Secure:</a:t>
            </a:r>
            <a:r>
              <a:rPr kumimoji="0" lang="en-US" sz="1200" b="0" i="0" u="none" strike="noStrike" kern="1200" cap="none" spc="0" normalizeH="0" baseline="0" noProof="0" dirty="0">
                <a:ln>
                  <a:noFill/>
                </a:ln>
                <a:effectLst/>
                <a:uLnTx/>
                <a:uFillTx/>
                <a:latin typeface="Segoe UI"/>
                <a:ea typeface="+mn-ea"/>
                <a:cs typeface="Segoe UI Semibold" panose="020B0702040204020203" pitchFamily="34" charset="0"/>
              </a:rPr>
              <a:t> </a:t>
            </a:r>
            <a:r>
              <a:rPr kumimoji="0" lang="en-US" sz="1200" b="0" i="0" u="none" strike="noStrike" kern="1200" cap="none" spc="0" normalizeH="0" baseline="0" noProof="0" dirty="0">
                <a:ln>
                  <a:noFill/>
                </a:ln>
                <a:effectLst/>
                <a:uLnTx/>
                <a:uFillTx/>
                <a:latin typeface="Segoe UI"/>
                <a:ea typeface="+mn-ea"/>
              </a:rPr>
              <a:t>Operates directly on enterprise data in place, eliminating the need to duplicate or</a:t>
            </a:r>
            <a:br>
              <a:rPr kumimoji="0" lang="en-US" sz="1200" b="0" i="0" u="none" strike="noStrike" kern="1200" cap="none" spc="0" normalizeH="0" baseline="0" noProof="0" dirty="0">
                <a:ln>
                  <a:noFill/>
                </a:ln>
                <a:effectLst/>
                <a:uLnTx/>
                <a:uFillTx/>
                <a:latin typeface="Segoe UI"/>
                <a:ea typeface="+mn-ea"/>
              </a:rPr>
            </a:br>
            <a:r>
              <a:rPr kumimoji="0" lang="en-US" sz="1200" b="0" i="0" u="none" strike="noStrike" kern="1200" cap="none" spc="0" normalizeH="0" baseline="0" noProof="0" dirty="0">
                <a:ln>
                  <a:noFill/>
                </a:ln>
                <a:effectLst/>
                <a:uLnTx/>
                <a:uFillTx/>
                <a:latin typeface="Segoe UI"/>
                <a:ea typeface="+mn-ea"/>
              </a:rPr>
              <a:t>re-index data into separate systems</a:t>
            </a:r>
          </a:p>
        </p:txBody>
      </p:sp>
      <p:sp>
        <p:nvSpPr>
          <p:cNvPr id="18" name="Graphic 97">
            <a:extLst>
              <a:ext uri="{FF2B5EF4-FFF2-40B4-BE49-F238E27FC236}">
                <a16:creationId xmlns:a16="http://schemas.microsoft.com/office/drawing/2014/main" id="{9F1A0590-0C32-31B2-DF79-4B054A4A0D66}"/>
              </a:ext>
              <a:ext uri="{C183D7F6-B498-43B3-948B-1728B52AA6E4}">
                <adec:decorative xmlns:adec="http://schemas.microsoft.com/office/drawing/2017/decorative" val="1"/>
              </a:ext>
            </a:extLst>
          </p:cNvPr>
          <p:cNvSpPr/>
          <p:nvPr/>
        </p:nvSpPr>
        <p:spPr>
          <a:xfrm>
            <a:off x="588963" y="424827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19" name="Graphic 97">
            <a:extLst>
              <a:ext uri="{FF2B5EF4-FFF2-40B4-BE49-F238E27FC236}">
                <a16:creationId xmlns:a16="http://schemas.microsoft.com/office/drawing/2014/main" id="{F55FE648-93A4-49AF-A79A-032FE905D2DF}"/>
              </a:ext>
              <a:ext uri="{C183D7F6-B498-43B3-948B-1728B52AA6E4}">
                <adec:decorative xmlns:adec="http://schemas.microsoft.com/office/drawing/2017/decorative" val="1"/>
              </a:ext>
            </a:extLst>
          </p:cNvPr>
          <p:cNvSpPr/>
          <p:nvPr/>
        </p:nvSpPr>
        <p:spPr>
          <a:xfrm>
            <a:off x="588963" y="495292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20" name="Rounded Rectangle 4">
            <a:extLst>
              <a:ext uri="{FF2B5EF4-FFF2-40B4-BE49-F238E27FC236}">
                <a16:creationId xmlns:a16="http://schemas.microsoft.com/office/drawing/2014/main" id="{8AF5F11B-A1E8-B589-5025-4935C491557B}"/>
              </a:ext>
              <a:ext uri="{C183D7F6-B498-43B3-948B-1728B52AA6E4}">
                <adec:decorative xmlns:adec="http://schemas.microsoft.com/office/drawing/2017/decorative" val="1"/>
              </a:ext>
            </a:extLst>
          </p:cNvPr>
          <p:cNvSpPr/>
          <p:nvPr/>
        </p:nvSpPr>
        <p:spPr bwMode="auto">
          <a:xfrm>
            <a:off x="5514748" y="1709879"/>
            <a:ext cx="6263270" cy="4006961"/>
          </a:xfrm>
          <a:prstGeom prst="roundRect">
            <a:avLst>
              <a:gd name="adj" fmla="val 4313"/>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err="1">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grpSp>
        <p:nvGrpSpPr>
          <p:cNvPr id="8" name="Group 7" descr="Screenshot of Copilot Studio showing a Task Management Agent configuration page. The interface highlights AI-suggested tools, including Work IQ, with a tooltip explaining that it helps agents understand and act on work data across Microsoft services.">
            <a:extLst>
              <a:ext uri="{FF2B5EF4-FFF2-40B4-BE49-F238E27FC236}">
                <a16:creationId xmlns:a16="http://schemas.microsoft.com/office/drawing/2014/main" id="{E0A49701-950D-713D-36AC-6D079866E01D}"/>
              </a:ext>
              <a:ext uri="{C183D7F6-B498-43B3-948B-1728B52AA6E4}">
                <adec:decorative xmlns:adec="http://schemas.microsoft.com/office/drawing/2017/decorative" val="0"/>
              </a:ext>
            </a:extLst>
          </p:cNvPr>
          <p:cNvGrpSpPr/>
          <p:nvPr/>
        </p:nvGrpSpPr>
        <p:grpSpPr>
          <a:xfrm>
            <a:off x="5514748" y="1796857"/>
            <a:ext cx="6044747" cy="3693513"/>
            <a:chOff x="5060568" y="1179917"/>
            <a:chExt cx="6904417" cy="4218795"/>
          </a:xfrm>
          <a:effectLst/>
        </p:grpSpPr>
        <p:pic>
          <p:nvPicPr>
            <p:cNvPr id="9" name="Picture 8">
              <a:extLst>
                <a:ext uri="{FF2B5EF4-FFF2-40B4-BE49-F238E27FC236}">
                  <a16:creationId xmlns:a16="http://schemas.microsoft.com/office/drawing/2014/main" id="{41A4C681-50DD-30CD-A4A5-4AB79704026D}"/>
                </a:ext>
                <a:ext uri="{C183D7F6-B498-43B3-948B-1728B52AA6E4}">
                  <adec:decorative xmlns:adec="http://schemas.microsoft.com/office/drawing/2017/decorative" val="1"/>
                </a:ext>
              </a:extLst>
            </p:cNvPr>
            <p:cNvPicPr>
              <a:picLocks noChangeAspect="1"/>
            </p:cNvPicPr>
            <p:nvPr/>
          </p:nvPicPr>
          <p:blipFill>
            <a:blip r:embed="rId2"/>
            <a:srcRect l="454" r="1"/>
            <a:stretch>
              <a:fillRect/>
            </a:stretch>
          </p:blipFill>
          <p:spPr>
            <a:xfrm>
              <a:off x="5060568" y="1179917"/>
              <a:ext cx="6475085" cy="3869679"/>
            </a:xfrm>
            <a:prstGeom prst="rect">
              <a:avLst/>
            </a:prstGeom>
            <a:effectLst/>
          </p:spPr>
        </p:pic>
        <p:pic>
          <p:nvPicPr>
            <p:cNvPr id="10" name="Picture 9">
              <a:extLst>
                <a:ext uri="{FF2B5EF4-FFF2-40B4-BE49-F238E27FC236}">
                  <a16:creationId xmlns:a16="http://schemas.microsoft.com/office/drawing/2014/main" id="{B42783E8-9FBF-D977-6AFB-0789B4490E5B}"/>
                </a:ext>
              </a:extLst>
            </p:cNvPr>
            <p:cNvPicPr>
              <a:picLocks noChangeAspect="1"/>
            </p:cNvPicPr>
            <p:nvPr/>
          </p:nvPicPr>
          <p:blipFill>
            <a:blip r:embed="rId3"/>
            <a:stretch>
              <a:fillRect/>
            </a:stretch>
          </p:blipFill>
          <p:spPr>
            <a:xfrm>
              <a:off x="6134871" y="3293393"/>
              <a:ext cx="5830114" cy="2105319"/>
            </a:xfrm>
            <a:prstGeom prst="roundRect">
              <a:avLst>
                <a:gd name="adj" fmla="val 7360"/>
              </a:avLst>
            </a:prstGeom>
            <a:effectLst>
              <a:outerShdw blurRad="50800" dist="38100" dir="5400000" algn="t" rotWithShape="0">
                <a:prstClr val="black">
                  <a:alpha val="40000"/>
                </a:prstClr>
              </a:outerShdw>
            </a:effectLst>
          </p:spPr>
        </p:pic>
      </p:grpSp>
      <p:sp>
        <p:nvSpPr>
          <p:cNvPr id="9301" name="Extracted - WorkIQ Bottom Label"/>
          <p:cNvSpPr txBox="1"/>
          <p:nvPr/>
        </p:nvSpPr>
        <p:spPr>
          <a:xfrm>
            <a:off x="5872505" y="5850618"/>
            <a:ext cx="5346870" cy="369332"/>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effectLst/>
                <a:uLnTx/>
                <a:uFillTx/>
                <a:latin typeface="Segoe UI" panose="020B0502040204020203" pitchFamily="34" charset="0"/>
                <a:ea typeface="MS Mincho" panose="02020609040205080304" pitchFamily="49" charset="-128"/>
                <a:cs typeface="+mn-cs"/>
              </a:rPr>
              <a:t>Use Work IQ as the intelligence layer for custom agents to unlock additional context understanding and tools</a:t>
            </a:r>
          </a:p>
        </p:txBody>
      </p:sp>
    </p:spTree>
    <p:extLst>
      <p:ext uri="{BB962C8B-B14F-4D97-AF65-F5344CB8AC3E}">
        <p14:creationId xmlns:p14="http://schemas.microsoft.com/office/powerpoint/2010/main" val="487568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42" presetClass="path" presetSubtype="0" decel="100000" fill="hold" grpId="1" nodeType="withEffect">
                                  <p:stCondLst>
                                    <p:cond delay="300"/>
                                  </p:stCondLst>
                                  <p:childTnLst>
                                    <p:animMotion origin="layout" path="M 4.79167E-6 -4.07407E-6 L 4.79167E-6 0.03542 " pathEditMode="relative" rAng="0" ptsTypes="AA">
                                      <p:cBhvr>
                                        <p:cTn id="9" dur="700" spd="-100000" fill="hold"/>
                                        <p:tgtEl>
                                          <p:spTgt spid="17"/>
                                        </p:tgtEl>
                                        <p:attrNameLst>
                                          <p:attrName>ppt_x</p:attrName>
                                          <p:attrName>ppt_y</p:attrName>
                                        </p:attrNameLst>
                                      </p:cBhvr>
                                      <p:rCtr x="0" y="1759"/>
                                    </p:animMotion>
                                  </p:childTnLst>
                                </p:cTn>
                              </p:par>
                              <p:par>
                                <p:cTn id="10" presetID="10" presetClass="entr" presetSubtype="0" fill="hold" grpId="0" nodeType="withEffect">
                                  <p:stCondLst>
                                    <p:cond delay="30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42" presetClass="path" presetSubtype="0" decel="100000" fill="hold" grpId="1" nodeType="withEffect">
                                  <p:stCondLst>
                                    <p:cond delay="300"/>
                                  </p:stCondLst>
                                  <p:childTnLst>
                                    <p:animMotion origin="layout" path="M 4.79167E-6 -1.85185E-6 L 4.79167E-6 0.03542 " pathEditMode="relative" rAng="0" ptsTypes="AA">
                                      <p:cBhvr>
                                        <p:cTn id="14" dur="700" spd="-100000" fill="hold"/>
                                        <p:tgtEl>
                                          <p:spTgt spid="18"/>
                                        </p:tgtEl>
                                        <p:attrNameLst>
                                          <p:attrName>ppt_x</p:attrName>
                                          <p:attrName>ppt_y</p:attrName>
                                        </p:attrNameLst>
                                      </p:cBhvr>
                                      <p:rCtr x="0" y="1759"/>
                                    </p:animMotion>
                                  </p:childTnLst>
                                </p:cTn>
                              </p:par>
                              <p:par>
                                <p:cTn id="15" presetID="10" presetClass="entr" presetSubtype="0" fill="hold" grpId="0" nodeType="withEffect">
                                  <p:stCondLst>
                                    <p:cond delay="3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42" presetClass="path" presetSubtype="0" decel="100000" fill="hold" grpId="1" nodeType="withEffect">
                                  <p:stCondLst>
                                    <p:cond delay="300"/>
                                  </p:stCondLst>
                                  <p:childTnLst>
                                    <p:animMotion origin="layout" path="M 4.79167E-6 3.7037E-7 L 4.79167E-6 0.03542 " pathEditMode="relative" rAng="0" ptsTypes="AA">
                                      <p:cBhvr>
                                        <p:cTn id="19" dur="700" spd="-100000" fill="hold"/>
                                        <p:tgtEl>
                                          <p:spTgt spid="19"/>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00"/>
                                        <p:tgtEl>
                                          <p:spTgt spid="6"/>
                                        </p:tgtEl>
                                      </p:cBhvr>
                                    </p:animEffect>
                                  </p:childTnLst>
                                </p:cTn>
                              </p:par>
                              <p:par>
                                <p:cTn id="23" presetID="42" presetClass="path" presetSubtype="0" decel="100000" fill="hold" grpId="1" nodeType="withEffect">
                                  <p:stCondLst>
                                    <p:cond delay="0"/>
                                  </p:stCondLst>
                                  <p:childTnLst>
                                    <p:animMotion origin="layout" path="M 3.75E-6 0.03889 L 3.75E-6 -1.48148E-6 " pathEditMode="relative" rAng="0" ptsTypes="AA">
                                      <p:cBhvr>
                                        <p:cTn id="24" dur="500" fill="hold"/>
                                        <p:tgtEl>
                                          <p:spTgt spid="6"/>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200"/>
                                        <p:tgtEl>
                                          <p:spTgt spid="5"/>
                                        </p:tgtEl>
                                      </p:cBhvr>
                                    </p:animEffect>
                                  </p:childTnLst>
                                </p:cTn>
                              </p:par>
                              <p:par>
                                <p:cTn id="28" presetID="42" presetClass="path" presetSubtype="0" decel="100000" fill="hold" grpId="1" nodeType="withEffect">
                                  <p:stCondLst>
                                    <p:cond delay="200"/>
                                  </p:stCondLst>
                                  <p:childTnLst>
                                    <p:animMotion origin="layout" path="M -1.25E-6 0.03889 L -1.25E-6 -1.85185E-6 " pathEditMode="relative" rAng="0" ptsTypes="AA">
                                      <p:cBhvr>
                                        <p:cTn id="29" dur="500" fill="hold"/>
                                        <p:tgtEl>
                                          <p:spTgt spid="5"/>
                                        </p:tgtEl>
                                        <p:attrNameLst>
                                          <p:attrName>ppt_x</p:attrName>
                                          <p:attrName>ppt_y</p:attrName>
                                        </p:attrNameLst>
                                      </p:cBhvr>
                                      <p:rCtr x="0" y="-1944"/>
                                    </p:animMotion>
                                  </p:childTnLst>
                                </p:cTn>
                              </p:par>
                              <p:par>
                                <p:cTn id="30" presetID="10" presetClass="entr" presetSubtype="0" fill="hold" nodeType="withEffect">
                                  <p:stCondLst>
                                    <p:cond delay="1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200"/>
                                        <p:tgtEl>
                                          <p:spTgt spid="8"/>
                                        </p:tgtEl>
                                      </p:cBhvr>
                                    </p:animEffect>
                                  </p:childTnLst>
                                </p:cTn>
                              </p:par>
                              <p:par>
                                <p:cTn id="33" presetID="42" presetClass="path" presetSubtype="0" decel="100000" fill="hold" nodeType="withEffect">
                                  <p:stCondLst>
                                    <p:cond delay="100"/>
                                  </p:stCondLst>
                                  <p:childTnLst>
                                    <p:animMotion origin="layout" path="M -4.16667E-7 0.03889 L -4.16667E-7 0 " pathEditMode="relative" rAng="0" ptsTypes="AA">
                                      <p:cBhvr>
                                        <p:cTn id="34" dur="500" fill="hold"/>
                                        <p:tgtEl>
                                          <p:spTgt spid="8"/>
                                        </p:tgtEl>
                                        <p:attrNameLst>
                                          <p:attrName>ppt_x</p:attrName>
                                          <p:attrName>ppt_y</p:attrName>
                                        </p:attrNameLst>
                                      </p:cBhvr>
                                      <p:rCtr x="0" y="-1944"/>
                                    </p:animMotion>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00"/>
                                        <p:tgtEl>
                                          <p:spTgt spid="11"/>
                                        </p:tgtEl>
                                      </p:cBhvr>
                                    </p:animEffect>
                                  </p:childTnLst>
                                </p:cTn>
                              </p:par>
                              <p:par>
                                <p:cTn id="38" presetID="42" presetClass="path" presetSubtype="0" decel="100000" fill="hold" grpId="1" nodeType="withEffect">
                                  <p:stCondLst>
                                    <p:cond delay="0"/>
                                  </p:stCondLst>
                                  <p:childTnLst>
                                    <p:animMotion origin="layout" path="M -2.08333E-7 0.03889 L -2.08333E-7 3.33333E-6 " pathEditMode="relative" rAng="0" ptsTypes="AA">
                                      <p:cBhvr>
                                        <p:cTn id="39" dur="500" fill="hold"/>
                                        <p:tgtEl>
                                          <p:spTgt spid="11"/>
                                        </p:tgtEl>
                                        <p:attrNameLst>
                                          <p:attrName>ppt_x</p:attrName>
                                          <p:attrName>ppt_y</p:attrName>
                                        </p:attrNameLst>
                                      </p:cBhvr>
                                      <p:rCtr x="0" y="-1944"/>
                                    </p:animMotion>
                                  </p:childTnLst>
                                </p:cTn>
                              </p:par>
                              <p:par>
                                <p:cTn id="40" presetID="10" presetClass="entr" presetSubtype="0" fill="hold" grpId="0" nodeType="withEffect">
                                  <p:stCondLst>
                                    <p:cond delay="1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200"/>
                                        <p:tgtEl>
                                          <p:spTgt spid="20"/>
                                        </p:tgtEl>
                                      </p:cBhvr>
                                    </p:animEffect>
                                  </p:childTnLst>
                                </p:cTn>
                              </p:par>
                              <p:par>
                                <p:cTn id="43" presetID="42" presetClass="path" presetSubtype="0" decel="100000" fill="hold" grpId="1" nodeType="withEffect">
                                  <p:stCondLst>
                                    <p:cond delay="100"/>
                                  </p:stCondLst>
                                  <p:childTnLst>
                                    <p:animMotion origin="layout" path="M -4.58333E-6 0.03888 L -4.58333E-6 4.81481E-6 " pathEditMode="relative" rAng="0" ptsTypes="AA">
                                      <p:cBhvr>
                                        <p:cTn id="44" dur="500" fill="hold"/>
                                        <p:tgtEl>
                                          <p:spTgt spid="20"/>
                                        </p:tgtEl>
                                        <p:attrNameLst>
                                          <p:attrName>ppt_x</p:attrName>
                                          <p:attrName>ppt_y</p:attrName>
                                        </p:attrNameLst>
                                      </p:cBhvr>
                                      <p:rCtr x="0" y="-1944"/>
                                    </p:animMotion>
                                  </p:childTnLst>
                                </p:cTn>
                              </p:par>
                              <p:par>
                                <p:cTn id="45" presetID="10" presetClass="entr" presetSubtype="0" fill="hold" grpId="0" nodeType="withEffect">
                                  <p:stCondLst>
                                    <p:cond delay="100"/>
                                  </p:stCondLst>
                                  <p:childTnLst>
                                    <p:set>
                                      <p:cBhvr>
                                        <p:cTn id="46" dur="1" fill="hold">
                                          <p:stCondLst>
                                            <p:cond delay="0"/>
                                          </p:stCondLst>
                                        </p:cTn>
                                        <p:tgtEl>
                                          <p:spTgt spid="9301"/>
                                        </p:tgtEl>
                                        <p:attrNameLst>
                                          <p:attrName>style.visibility</p:attrName>
                                        </p:attrNameLst>
                                      </p:cBhvr>
                                      <p:to>
                                        <p:strVal val="visible"/>
                                      </p:to>
                                    </p:set>
                                    <p:animEffect transition="in" filter="fade">
                                      <p:cBhvr>
                                        <p:cTn id="47" dur="200"/>
                                        <p:tgtEl>
                                          <p:spTgt spid="9301"/>
                                        </p:tgtEl>
                                      </p:cBhvr>
                                    </p:animEffect>
                                  </p:childTnLst>
                                </p:cTn>
                              </p:par>
                              <p:par>
                                <p:cTn id="48" presetID="42" presetClass="path" presetSubtype="0" decel="100000" fill="hold" grpId="1" nodeType="withEffect">
                                  <p:stCondLst>
                                    <p:cond delay="100"/>
                                  </p:stCondLst>
                                  <p:childTnLst>
                                    <p:animMotion origin="layout" path="M -1.45833E-6 0.03889 L -1.45833E-6 -1.11111E-6 " pathEditMode="relative" rAng="0" ptsTypes="AA">
                                      <p:cBhvr>
                                        <p:cTn id="49" dur="500" fill="hold"/>
                                        <p:tgtEl>
                                          <p:spTgt spid="9301"/>
                                        </p:tgtEl>
                                        <p:attrNameLst>
                                          <p:attrName>ppt_x</p:attrName>
                                          <p:attrName>ppt_y</p:attrName>
                                        </p:attrNameLst>
                                      </p:cBhvr>
                                      <p:rCtr x="0" y="-1944"/>
                                    </p:animMotion>
                                  </p:childTnLst>
                                </p:cTn>
                              </p:par>
                              <p:par>
                                <p:cTn id="50" presetID="10" presetClass="entr" presetSubtype="0" fill="hold" grpId="0" nodeType="withEffect">
                                  <p:stCondLst>
                                    <p:cond delay="30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200"/>
                                        <p:tgtEl>
                                          <p:spTgt spid="3"/>
                                        </p:tgtEl>
                                      </p:cBhvr>
                                    </p:animEffect>
                                  </p:childTnLst>
                                </p:cTn>
                              </p:par>
                              <p:par>
                                <p:cTn id="53" presetID="42" presetClass="path" presetSubtype="0" decel="100000" fill="hold" grpId="1" nodeType="withEffect">
                                  <p:stCondLst>
                                    <p:cond delay="300"/>
                                  </p:stCondLst>
                                  <p:childTnLst>
                                    <p:animMotion origin="layout" path="M 8.33333E-7 0.03889 L 8.33333E-7 -1.11111E-6 " pathEditMode="relative" rAng="0" ptsTypes="AA">
                                      <p:cBhvr>
                                        <p:cTn id="54" dur="500" fill="hold"/>
                                        <p:tgtEl>
                                          <p:spTgt spid="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p:bldP spid="11" grpId="1"/>
      <p:bldP spid="5" grpId="0"/>
      <p:bldP spid="5" grpId="1"/>
      <p:bldP spid="17" grpId="0" animBg="1"/>
      <p:bldP spid="17" grpId="1" animBg="1"/>
      <p:bldP spid="3" grpId="0"/>
      <p:bldP spid="3" grpId="1"/>
      <p:bldP spid="18" grpId="0" animBg="1"/>
      <p:bldP spid="18" grpId="1" animBg="1"/>
      <p:bldP spid="19" grpId="0" animBg="1"/>
      <p:bldP spid="19" grpId="1" animBg="1"/>
      <p:bldP spid="20" grpId="0" animBg="1"/>
      <p:bldP spid="20" grpId="1" animBg="1"/>
      <p:bldP spid="9301" grpId="0"/>
      <p:bldP spid="930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BE9A4-BEC3-AD9C-34F4-DDA6891CBCF0}"/>
              </a:ext>
            </a:extLst>
          </p:cNvPr>
          <p:cNvSpPr>
            <a:spLocks noGrp="1"/>
          </p:cNvSpPr>
          <p:nvPr>
            <p:ph type="title"/>
          </p:nvPr>
        </p:nvSpPr>
        <p:spPr/>
        <p:txBody>
          <a:bodyPr/>
          <a:lstStyle/>
          <a:p>
            <a:r>
              <a:rPr lang="en-US">
                <a:solidFill>
                  <a:srgbClr val="091F2C"/>
                </a:solidFill>
                <a:latin typeface="Segoe UI Semibold" panose="020B0702040204020203" pitchFamily="34" charset="0"/>
                <a:cs typeface="Segoe UI Semibold" panose="020B0702040204020203" pitchFamily="34" charset="0"/>
              </a:rPr>
              <a:t>Agent evaluations</a:t>
            </a:r>
            <a:endParaRPr lang="en-UA"/>
          </a:p>
        </p:txBody>
      </p:sp>
      <p:sp>
        <p:nvSpPr>
          <p:cNvPr id="7" name="Graphic 97">
            <a:extLst>
              <a:ext uri="{FF2B5EF4-FFF2-40B4-BE49-F238E27FC236}">
                <a16:creationId xmlns:a16="http://schemas.microsoft.com/office/drawing/2014/main" id="{287445DB-70D4-4AA1-F211-483651A30916}"/>
              </a:ext>
              <a:ext uri="{C183D7F6-B498-43B3-948B-1728B52AA6E4}">
                <adec:decorative xmlns:adec="http://schemas.microsoft.com/office/drawing/2017/decorative" val="1"/>
              </a:ext>
            </a:extLst>
          </p:cNvPr>
          <p:cNvSpPr/>
          <p:nvPr/>
        </p:nvSpPr>
        <p:spPr>
          <a:xfrm>
            <a:off x="588963" y="1309826"/>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3" name="Extracted - Pair1 Header">
            <a:extLst>
              <a:ext uri="{FF2B5EF4-FFF2-40B4-BE49-F238E27FC236}">
                <a16:creationId xmlns:a16="http://schemas.microsoft.com/office/drawing/2014/main" id="{3253B173-6F2F-EA99-1339-9DE04575EA1E}"/>
              </a:ext>
            </a:extLst>
          </p:cNvPr>
          <p:cNvSpPr txBox="1"/>
          <p:nvPr/>
        </p:nvSpPr>
        <p:spPr>
          <a:xfrm>
            <a:off x="972625" y="1323226"/>
            <a:ext cx="4330700" cy="24622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1200"/>
              </a:spcBef>
              <a:spcAft>
                <a:spcPts val="300"/>
              </a:spcAft>
              <a:buClrTx/>
              <a:buSzTx/>
              <a:buFontTx/>
              <a:buNone/>
              <a:tabLst/>
              <a:defRPr/>
            </a:pPr>
            <a:r>
              <a:rPr kumimoji="0" lang="en-US" sz="1600" b="1" i="0" u="none" strike="noStrike" kern="0" cap="none" spc="0" normalizeH="0" baseline="0" noProof="0" dirty="0">
                <a:ln>
                  <a:noFill/>
                </a:ln>
                <a:solidFill>
                  <a:srgbClr val="1F1F1F"/>
                </a:solidFill>
                <a:effectLst/>
                <a:uLnTx/>
                <a:uFillTx/>
                <a:latin typeface="Segoe UI Semibold"/>
                <a:ea typeface="+mn-ea"/>
                <a:cs typeface="Segoe UI"/>
              </a:rPr>
              <a:t>Evaluate agents for M365 Copilot in MCS </a:t>
            </a:r>
          </a:p>
        </p:txBody>
      </p:sp>
      <p:sp>
        <p:nvSpPr>
          <p:cNvPr id="10" name="Rounded Rectangle 4">
            <a:extLst>
              <a:ext uri="{FF2B5EF4-FFF2-40B4-BE49-F238E27FC236}">
                <a16:creationId xmlns:a16="http://schemas.microsoft.com/office/drawing/2014/main" id="{FB5159AC-7459-4E74-FCC2-C95F4AB8AB91}"/>
              </a:ext>
              <a:ext uri="{C183D7F6-B498-43B3-948B-1728B52AA6E4}">
                <adec:decorative xmlns:adec="http://schemas.microsoft.com/office/drawing/2017/decorative" val="1"/>
              </a:ext>
            </a:extLst>
          </p:cNvPr>
          <p:cNvSpPr/>
          <p:nvPr/>
        </p:nvSpPr>
        <p:spPr bwMode="auto">
          <a:xfrm>
            <a:off x="5991225" y="1309826"/>
            <a:ext cx="5726199" cy="4770469"/>
          </a:xfrm>
          <a:prstGeom prst="roundRect">
            <a:avLst>
              <a:gd name="adj" fmla="val 4313"/>
            </a:avLst>
          </a:prstGeom>
          <a:solidFill>
            <a:srgbClr val="222120">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err="1">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5" name="Extracted - Pair1 Body">
            <a:extLst>
              <a:ext uri="{FF2B5EF4-FFF2-40B4-BE49-F238E27FC236}">
                <a16:creationId xmlns:a16="http://schemas.microsoft.com/office/drawing/2014/main" id="{EA24C715-4F9A-4AA9-09A9-E11D8013777B}"/>
              </a:ext>
            </a:extLst>
          </p:cNvPr>
          <p:cNvSpPr txBox="1"/>
          <p:nvPr/>
        </p:nvSpPr>
        <p:spPr>
          <a:xfrm>
            <a:off x="972625" y="1618486"/>
            <a:ext cx="3732725"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highlight>
                  <a:srgbClr val="FFFFFF"/>
                </a:highlight>
                <a:uLnTx/>
                <a:uFillTx/>
                <a:latin typeface="Segoe UI" panose="020B0502040204020203" pitchFamily="34" charset="0"/>
                <a:ea typeface="+mn-ea"/>
                <a:cs typeface="Segoe UI" panose="020B0502040204020203" pitchFamily="34" charset="0"/>
              </a:rPr>
              <a:t>Enables enterprise-grade validation of declarative agents, moving teams from manual testing a scalable, standardized evaluation practice. </a:t>
            </a:r>
          </a:p>
        </p:txBody>
      </p:sp>
      <p:sp>
        <p:nvSpPr>
          <p:cNvPr id="8" name="Graphic 97">
            <a:extLst>
              <a:ext uri="{FF2B5EF4-FFF2-40B4-BE49-F238E27FC236}">
                <a16:creationId xmlns:a16="http://schemas.microsoft.com/office/drawing/2014/main" id="{CA1CEFC2-E99D-C5A8-8041-28FA15E2BE81}"/>
              </a:ext>
              <a:ext uri="{C183D7F6-B498-43B3-948B-1728B52AA6E4}">
                <adec:decorative xmlns:adec="http://schemas.microsoft.com/office/drawing/2017/decorative" val="1"/>
              </a:ext>
            </a:extLst>
          </p:cNvPr>
          <p:cNvSpPr/>
          <p:nvPr/>
        </p:nvSpPr>
        <p:spPr>
          <a:xfrm>
            <a:off x="588963" y="2324748"/>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9403" name="Extracted - Slide13 Pair2 Header"/>
          <p:cNvSpPr txBox="1"/>
          <p:nvPr/>
        </p:nvSpPr>
        <p:spPr>
          <a:xfrm>
            <a:off x="947764" y="2338148"/>
            <a:ext cx="4406900" cy="24622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1200"/>
              </a:spcBef>
              <a:spcAft>
                <a:spcPts val="0"/>
              </a:spcAft>
              <a:buClrTx/>
              <a:buSzTx/>
              <a:buFontTx/>
              <a:buNone/>
              <a:tabLst/>
              <a:defRPr/>
            </a:pPr>
            <a:r>
              <a:rPr kumimoji="0" lang="en-US" sz="1600" b="1" i="0" u="none" strike="noStrike" kern="0" cap="none" spc="0" normalizeH="0" baseline="0" noProof="0" dirty="0">
                <a:ln>
                  <a:noFill/>
                </a:ln>
                <a:solidFill>
                  <a:srgbClr val="1F1F1F"/>
                </a:solidFill>
                <a:effectLst/>
                <a:uLnTx/>
                <a:uFillTx/>
                <a:latin typeface="Segoe UI Semibold"/>
                <a:ea typeface="+mn-ea"/>
                <a:cs typeface="Segoe UI"/>
              </a:rPr>
              <a:t>Evaluations for Workflows</a:t>
            </a:r>
          </a:p>
        </p:txBody>
      </p:sp>
      <p:sp>
        <p:nvSpPr>
          <p:cNvPr id="9404" name="Extracted - Slide13 Pair2 Body"/>
          <p:cNvSpPr txBox="1"/>
          <p:nvPr/>
        </p:nvSpPr>
        <p:spPr>
          <a:xfrm>
            <a:off x="947763" y="2668349"/>
            <a:ext cx="3643287" cy="73866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highlight>
                  <a:srgbClr val="FFFFFF"/>
                </a:highlight>
                <a:uLnTx/>
                <a:uFillTx/>
                <a:latin typeface="Segoe UI" panose="020B0502040204020203" pitchFamily="34" charset="0"/>
                <a:ea typeface="+mn-ea"/>
                <a:cs typeface="Segoe UI" panose="020B0502040204020203" pitchFamily="34" charset="0"/>
              </a:rPr>
              <a:t>Extends Copilot Studio evaluations for workflows, enabling trace-based and AI Nodes evals to measure quality, detect failures, and validate behavior without re-execution.</a:t>
            </a:r>
          </a:p>
        </p:txBody>
      </p:sp>
      <p:sp>
        <p:nvSpPr>
          <p:cNvPr id="9" name="Graphic 97">
            <a:extLst>
              <a:ext uri="{FF2B5EF4-FFF2-40B4-BE49-F238E27FC236}">
                <a16:creationId xmlns:a16="http://schemas.microsoft.com/office/drawing/2014/main" id="{E9DFBEF0-52C9-9765-BC26-F4D922E66022}"/>
              </a:ext>
              <a:ext uri="{C183D7F6-B498-43B3-948B-1728B52AA6E4}">
                <adec:decorative xmlns:adec="http://schemas.microsoft.com/office/drawing/2017/decorative" val="1"/>
              </a:ext>
            </a:extLst>
          </p:cNvPr>
          <p:cNvSpPr/>
          <p:nvPr/>
        </p:nvSpPr>
        <p:spPr>
          <a:xfrm>
            <a:off x="588963" y="3570014"/>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9405" name="Extracted - Slide13 Pair3 Header"/>
          <p:cNvSpPr txBox="1"/>
          <p:nvPr/>
        </p:nvSpPr>
        <p:spPr>
          <a:xfrm>
            <a:off x="947764" y="3583414"/>
            <a:ext cx="4406900" cy="24622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1F1F1F"/>
                </a:solidFill>
                <a:effectLst/>
                <a:uLnTx/>
                <a:uFillTx/>
                <a:latin typeface="Segoe UI Semibold"/>
                <a:ea typeface="+mn-ea"/>
                <a:cs typeface="Segoe UI"/>
              </a:rPr>
              <a:t>Grader library</a:t>
            </a:r>
          </a:p>
        </p:txBody>
      </p:sp>
      <p:sp>
        <p:nvSpPr>
          <p:cNvPr id="9406" name="Extracted - Slide13 Pair3 Body"/>
          <p:cNvSpPr txBox="1"/>
          <p:nvPr/>
        </p:nvSpPr>
        <p:spPr>
          <a:xfrm>
            <a:off x="947765" y="3913615"/>
            <a:ext cx="3865536" cy="55399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highlight>
                  <a:srgbClr val="FFFFFF"/>
                </a:highlight>
                <a:uLnTx/>
                <a:uFillTx/>
                <a:latin typeface="Segoe UI" panose="020B0502040204020203" pitchFamily="34" charset="0"/>
                <a:ea typeface="+mn-ea"/>
                <a:cs typeface="Segoe UI" panose="020B0502040204020203" pitchFamily="34" charset="0"/>
              </a:rPr>
              <a:t>A centralized library for creating, managing, and reusing custom graders across agents, enabling consistent evaluation standards and reducing manual effort.</a:t>
            </a:r>
          </a:p>
        </p:txBody>
      </p:sp>
      <p:pic>
        <p:nvPicPr>
          <p:cNvPr id="6" name="Picture 5" descr="Screenshot of an Agent Ops dashboard showing agent evaluation metrics, score trends, and a list of custom test methods used to assess response quality, compliance, accuracy, reasoning, and robustness.">
            <a:extLst>
              <a:ext uri="{FF2B5EF4-FFF2-40B4-BE49-F238E27FC236}">
                <a16:creationId xmlns:a16="http://schemas.microsoft.com/office/drawing/2014/main" id="{C417F210-44C3-DA46-696C-C54B52CF0B70}"/>
              </a:ext>
            </a:extLst>
          </p:cNvPr>
          <p:cNvPicPr>
            <a:picLocks noChangeAspect="1"/>
          </p:cNvPicPr>
          <p:nvPr/>
        </p:nvPicPr>
        <p:blipFill>
          <a:blip r:embed="rId2"/>
          <a:stretch>
            <a:fillRect/>
          </a:stretch>
        </p:blipFill>
        <p:spPr>
          <a:xfrm>
            <a:off x="6154247" y="1524517"/>
            <a:ext cx="5376435" cy="4368353"/>
          </a:xfrm>
          <a:prstGeom prst="roundRect">
            <a:avLst>
              <a:gd name="adj" fmla="val 5086"/>
            </a:avLst>
          </a:prstGeom>
        </p:spPr>
      </p:pic>
    </p:spTree>
    <p:extLst>
      <p:ext uri="{BB962C8B-B14F-4D97-AF65-F5344CB8AC3E}">
        <p14:creationId xmlns:p14="http://schemas.microsoft.com/office/powerpoint/2010/main" val="2936697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0"/>
                                  </p:stCondLst>
                                  <p:childTnLst>
                                    <p:animMotion origin="layout" path="M -2.08333E-7 0.03889 L -2.08333E-7 -4.44444E-6 " pathEditMode="relative" rAng="0" ptsTypes="AA">
                                      <p:cBhvr>
                                        <p:cTn id="9" dur="500" fill="hold"/>
                                        <p:tgtEl>
                                          <p:spTgt spid="2"/>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par>
                                <p:cTn id="13" presetID="42" presetClass="path" presetSubtype="0" decel="100000" fill="hold" nodeType="withEffect">
                                  <p:stCondLst>
                                    <p:cond delay="100"/>
                                  </p:stCondLst>
                                  <p:childTnLst>
                                    <p:animMotion origin="layout" path="M -4.16667E-7 0.03889 L -4.16667E-7 -7.40741E-7 " pathEditMode="relative" rAng="0" ptsTypes="AA">
                                      <p:cBhvr>
                                        <p:cTn id="14" dur="500" fill="hold"/>
                                        <p:tgtEl>
                                          <p:spTgt spid="6"/>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par>
                                <p:cTn id="18" presetID="42" presetClass="path" presetSubtype="0" decel="100000" fill="hold" grpId="1" nodeType="withEffect">
                                  <p:stCondLst>
                                    <p:cond delay="100"/>
                                  </p:stCondLst>
                                  <p:childTnLst>
                                    <p:animMotion origin="layout" path="M -1.875E-6 0.03889 L -1.875E-6 2.59259E-6 " pathEditMode="relative" rAng="0" ptsTypes="AA">
                                      <p:cBhvr>
                                        <p:cTn id="19" dur="500" fill="hold"/>
                                        <p:tgtEl>
                                          <p:spTgt spid="10"/>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
                                        <p:tgtEl>
                                          <p:spTgt spid="7"/>
                                        </p:tgtEl>
                                      </p:cBhvr>
                                    </p:animEffect>
                                  </p:childTnLst>
                                </p:cTn>
                              </p:par>
                              <p:par>
                                <p:cTn id="23" presetID="42" presetClass="path" presetSubtype="0" decel="100000" fill="hold" grpId="1" nodeType="withEffect">
                                  <p:stCondLst>
                                    <p:cond delay="200"/>
                                  </p:stCondLst>
                                  <p:childTnLst>
                                    <p:animMotion origin="layout" path="M 4.79167E-6 0.03889 L 4.79167E-6 3.7037E-7 " pathEditMode="relative" rAng="0" ptsTypes="AA">
                                      <p:cBhvr>
                                        <p:cTn id="24" dur="500" fill="hold"/>
                                        <p:tgtEl>
                                          <p:spTgt spid="7"/>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200"/>
                                        <p:tgtEl>
                                          <p:spTgt spid="3"/>
                                        </p:tgtEl>
                                      </p:cBhvr>
                                    </p:animEffect>
                                  </p:childTnLst>
                                </p:cTn>
                              </p:par>
                              <p:par>
                                <p:cTn id="28" presetID="42" presetClass="path" presetSubtype="0" decel="100000" fill="hold" grpId="1" nodeType="withEffect">
                                  <p:stCondLst>
                                    <p:cond delay="200"/>
                                  </p:stCondLst>
                                  <p:childTnLst>
                                    <p:animMotion origin="layout" path="M -1.875E-6 0.03889 L -1.875E-6 3.7037E-7 " pathEditMode="relative" rAng="0" ptsTypes="AA">
                                      <p:cBhvr>
                                        <p:cTn id="29" dur="500" fill="hold"/>
                                        <p:tgtEl>
                                          <p:spTgt spid="3"/>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00"/>
                                        <p:tgtEl>
                                          <p:spTgt spid="5"/>
                                        </p:tgtEl>
                                      </p:cBhvr>
                                    </p:animEffect>
                                  </p:childTnLst>
                                </p:cTn>
                              </p:par>
                              <p:par>
                                <p:cTn id="33" presetID="42" presetClass="path" presetSubtype="0" decel="100000" fill="hold" grpId="1" nodeType="withEffect">
                                  <p:stCondLst>
                                    <p:cond delay="200"/>
                                  </p:stCondLst>
                                  <p:childTnLst>
                                    <p:animMotion origin="layout" path="M -2.5E-6 0.03889 L -2.5E-6 1.11111E-6 " pathEditMode="relative" rAng="0" ptsTypes="AA">
                                      <p:cBhvr>
                                        <p:cTn id="34" dur="500" fill="hold"/>
                                        <p:tgtEl>
                                          <p:spTgt spid="5"/>
                                        </p:tgtEl>
                                        <p:attrNameLst>
                                          <p:attrName>ppt_x</p:attrName>
                                          <p:attrName>ppt_y</p:attrName>
                                        </p:attrNameLst>
                                      </p:cBhvr>
                                      <p:rCtr x="0" y="-1944"/>
                                    </p:animMotion>
                                  </p:childTnLst>
                                </p:cTn>
                              </p:par>
                              <p:par>
                                <p:cTn id="35" presetID="10" presetClass="entr" presetSubtype="0" fill="hold" grpId="0" nodeType="withEffect">
                                  <p:stCondLst>
                                    <p:cond delay="3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00"/>
                                        <p:tgtEl>
                                          <p:spTgt spid="8"/>
                                        </p:tgtEl>
                                      </p:cBhvr>
                                    </p:animEffect>
                                  </p:childTnLst>
                                </p:cTn>
                              </p:par>
                              <p:par>
                                <p:cTn id="38" presetID="42" presetClass="path" presetSubtype="0" decel="100000" fill="hold" grpId="1" nodeType="withEffect">
                                  <p:stCondLst>
                                    <p:cond delay="300"/>
                                  </p:stCondLst>
                                  <p:childTnLst>
                                    <p:animMotion origin="layout" path="M 4.79167E-6 0.03889 L 4.79167E-6 3.7037E-6 " pathEditMode="relative" rAng="0" ptsTypes="AA">
                                      <p:cBhvr>
                                        <p:cTn id="39" dur="500" fill="hold"/>
                                        <p:tgtEl>
                                          <p:spTgt spid="8"/>
                                        </p:tgtEl>
                                        <p:attrNameLst>
                                          <p:attrName>ppt_x</p:attrName>
                                          <p:attrName>ppt_y</p:attrName>
                                        </p:attrNameLst>
                                      </p:cBhvr>
                                      <p:rCtr x="0" y="-1944"/>
                                    </p:animMotion>
                                  </p:childTnLst>
                                </p:cTn>
                              </p:par>
                              <p:par>
                                <p:cTn id="40" presetID="10" presetClass="entr" presetSubtype="0" fill="hold" grpId="0" nodeType="withEffect">
                                  <p:stCondLst>
                                    <p:cond delay="300"/>
                                  </p:stCondLst>
                                  <p:childTnLst>
                                    <p:set>
                                      <p:cBhvr>
                                        <p:cTn id="41" dur="1" fill="hold">
                                          <p:stCondLst>
                                            <p:cond delay="0"/>
                                          </p:stCondLst>
                                        </p:cTn>
                                        <p:tgtEl>
                                          <p:spTgt spid="9403"/>
                                        </p:tgtEl>
                                        <p:attrNameLst>
                                          <p:attrName>style.visibility</p:attrName>
                                        </p:attrNameLst>
                                      </p:cBhvr>
                                      <p:to>
                                        <p:strVal val="visible"/>
                                      </p:to>
                                    </p:set>
                                    <p:animEffect transition="in" filter="fade">
                                      <p:cBhvr>
                                        <p:cTn id="42" dur="200"/>
                                        <p:tgtEl>
                                          <p:spTgt spid="9403"/>
                                        </p:tgtEl>
                                      </p:cBhvr>
                                    </p:animEffect>
                                  </p:childTnLst>
                                </p:cTn>
                              </p:par>
                              <p:par>
                                <p:cTn id="43" presetID="42" presetClass="path" presetSubtype="0" decel="100000" fill="hold" grpId="1" nodeType="withEffect">
                                  <p:stCondLst>
                                    <p:cond delay="300"/>
                                  </p:stCondLst>
                                  <p:childTnLst>
                                    <p:animMotion origin="layout" path="M -3.54167E-6 0.03889 L -3.54167E-6 3.7037E-6 " pathEditMode="relative" rAng="0" ptsTypes="AA">
                                      <p:cBhvr>
                                        <p:cTn id="44" dur="500" fill="hold"/>
                                        <p:tgtEl>
                                          <p:spTgt spid="9403"/>
                                        </p:tgtEl>
                                        <p:attrNameLst>
                                          <p:attrName>ppt_x</p:attrName>
                                          <p:attrName>ppt_y</p:attrName>
                                        </p:attrNameLst>
                                      </p:cBhvr>
                                      <p:rCtr x="0" y="-1944"/>
                                    </p:animMotion>
                                  </p:childTnLst>
                                </p:cTn>
                              </p:par>
                              <p:par>
                                <p:cTn id="45" presetID="10" presetClass="entr" presetSubtype="0" fill="hold" grpId="0" nodeType="withEffect">
                                  <p:stCondLst>
                                    <p:cond delay="300"/>
                                  </p:stCondLst>
                                  <p:childTnLst>
                                    <p:set>
                                      <p:cBhvr>
                                        <p:cTn id="46" dur="1" fill="hold">
                                          <p:stCondLst>
                                            <p:cond delay="0"/>
                                          </p:stCondLst>
                                        </p:cTn>
                                        <p:tgtEl>
                                          <p:spTgt spid="9404"/>
                                        </p:tgtEl>
                                        <p:attrNameLst>
                                          <p:attrName>style.visibility</p:attrName>
                                        </p:attrNameLst>
                                      </p:cBhvr>
                                      <p:to>
                                        <p:strVal val="visible"/>
                                      </p:to>
                                    </p:set>
                                    <p:animEffect transition="in" filter="fade">
                                      <p:cBhvr>
                                        <p:cTn id="47" dur="200"/>
                                        <p:tgtEl>
                                          <p:spTgt spid="9404"/>
                                        </p:tgtEl>
                                      </p:cBhvr>
                                    </p:animEffect>
                                  </p:childTnLst>
                                </p:cTn>
                              </p:par>
                              <p:par>
                                <p:cTn id="48" presetID="42" presetClass="path" presetSubtype="0" decel="100000" fill="hold" grpId="1" nodeType="withEffect">
                                  <p:stCondLst>
                                    <p:cond delay="300"/>
                                  </p:stCondLst>
                                  <p:childTnLst>
                                    <p:animMotion origin="layout" path="M -3.33333E-6 0.03889 L -3.33333E-6 -4.07407E-6 " pathEditMode="relative" rAng="0" ptsTypes="AA">
                                      <p:cBhvr>
                                        <p:cTn id="49" dur="500" fill="hold"/>
                                        <p:tgtEl>
                                          <p:spTgt spid="9404"/>
                                        </p:tgtEl>
                                        <p:attrNameLst>
                                          <p:attrName>ppt_x</p:attrName>
                                          <p:attrName>ppt_y</p:attrName>
                                        </p:attrNameLst>
                                      </p:cBhvr>
                                      <p:rCtr x="0" y="-1944"/>
                                    </p:animMotion>
                                  </p:childTnLst>
                                </p:cTn>
                              </p:par>
                              <p:par>
                                <p:cTn id="50" presetID="10" presetClass="entr" presetSubtype="0" fill="hold" grpId="0" nodeType="withEffect">
                                  <p:stCondLst>
                                    <p:cond delay="400"/>
                                  </p:stCondLst>
                                  <p:childTnLst>
                                    <p:set>
                                      <p:cBhvr>
                                        <p:cTn id="51" dur="1" fill="hold">
                                          <p:stCondLst>
                                            <p:cond delay="0"/>
                                          </p:stCondLst>
                                        </p:cTn>
                                        <p:tgtEl>
                                          <p:spTgt spid="9405"/>
                                        </p:tgtEl>
                                        <p:attrNameLst>
                                          <p:attrName>style.visibility</p:attrName>
                                        </p:attrNameLst>
                                      </p:cBhvr>
                                      <p:to>
                                        <p:strVal val="visible"/>
                                      </p:to>
                                    </p:set>
                                    <p:animEffect transition="in" filter="fade">
                                      <p:cBhvr>
                                        <p:cTn id="52" dur="200"/>
                                        <p:tgtEl>
                                          <p:spTgt spid="9405"/>
                                        </p:tgtEl>
                                      </p:cBhvr>
                                    </p:animEffect>
                                  </p:childTnLst>
                                </p:cTn>
                              </p:par>
                              <p:par>
                                <p:cTn id="53" presetID="42" presetClass="path" presetSubtype="0" decel="100000" fill="hold" grpId="1" nodeType="withEffect">
                                  <p:stCondLst>
                                    <p:cond delay="400"/>
                                  </p:stCondLst>
                                  <p:childTnLst>
                                    <p:animMotion origin="layout" path="M -3.54167E-6 0.03889 L -3.54167E-6 2.22222E-6 " pathEditMode="relative" rAng="0" ptsTypes="AA">
                                      <p:cBhvr>
                                        <p:cTn id="54" dur="500" fill="hold"/>
                                        <p:tgtEl>
                                          <p:spTgt spid="9405"/>
                                        </p:tgtEl>
                                        <p:attrNameLst>
                                          <p:attrName>ppt_x</p:attrName>
                                          <p:attrName>ppt_y</p:attrName>
                                        </p:attrNameLst>
                                      </p:cBhvr>
                                      <p:rCtr x="0" y="-1944"/>
                                    </p:animMotion>
                                  </p:childTnLst>
                                </p:cTn>
                              </p:par>
                              <p:par>
                                <p:cTn id="55" presetID="10" presetClass="entr" presetSubtype="0" fill="hold" grpId="0" nodeType="withEffect">
                                  <p:stCondLst>
                                    <p:cond delay="400"/>
                                  </p:stCondLst>
                                  <p:childTnLst>
                                    <p:set>
                                      <p:cBhvr>
                                        <p:cTn id="56" dur="1" fill="hold">
                                          <p:stCondLst>
                                            <p:cond delay="0"/>
                                          </p:stCondLst>
                                        </p:cTn>
                                        <p:tgtEl>
                                          <p:spTgt spid="9406"/>
                                        </p:tgtEl>
                                        <p:attrNameLst>
                                          <p:attrName>style.visibility</p:attrName>
                                        </p:attrNameLst>
                                      </p:cBhvr>
                                      <p:to>
                                        <p:strVal val="visible"/>
                                      </p:to>
                                    </p:set>
                                    <p:animEffect transition="in" filter="fade">
                                      <p:cBhvr>
                                        <p:cTn id="57" dur="200"/>
                                        <p:tgtEl>
                                          <p:spTgt spid="9406"/>
                                        </p:tgtEl>
                                      </p:cBhvr>
                                    </p:animEffect>
                                  </p:childTnLst>
                                </p:cTn>
                              </p:par>
                              <p:par>
                                <p:cTn id="58" presetID="42" presetClass="path" presetSubtype="0" decel="100000" fill="hold" grpId="1" nodeType="withEffect">
                                  <p:stCondLst>
                                    <p:cond delay="400"/>
                                  </p:stCondLst>
                                  <p:childTnLst>
                                    <p:animMotion origin="layout" path="M 2.08333E-6 0.03889 L 2.08333E-6 3.7037E-7 " pathEditMode="relative" rAng="0" ptsTypes="AA">
                                      <p:cBhvr>
                                        <p:cTn id="59" dur="500" fill="hold"/>
                                        <p:tgtEl>
                                          <p:spTgt spid="9406"/>
                                        </p:tgtEl>
                                        <p:attrNameLst>
                                          <p:attrName>ppt_x</p:attrName>
                                          <p:attrName>ppt_y</p:attrName>
                                        </p:attrNameLst>
                                      </p:cBhvr>
                                      <p:rCtr x="0" y="-1944"/>
                                    </p:animMotion>
                                  </p:childTnLst>
                                </p:cTn>
                              </p:par>
                              <p:par>
                                <p:cTn id="60" presetID="10" presetClass="entr" presetSubtype="0" fill="hold" grpId="0" nodeType="withEffect">
                                  <p:stCondLst>
                                    <p:cond delay="40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200"/>
                                        <p:tgtEl>
                                          <p:spTgt spid="9"/>
                                        </p:tgtEl>
                                      </p:cBhvr>
                                    </p:animEffect>
                                  </p:childTnLst>
                                </p:cTn>
                              </p:par>
                              <p:par>
                                <p:cTn id="63" presetID="42" presetClass="path" presetSubtype="0" decel="100000" fill="hold" grpId="1" nodeType="withEffect">
                                  <p:stCondLst>
                                    <p:cond delay="400"/>
                                  </p:stCondLst>
                                  <p:childTnLst>
                                    <p:animMotion origin="layout" path="M 4.79167E-6 0.03889 L 4.79167E-6 7.40741E-7 " pathEditMode="relative" rAng="0" ptsTypes="AA">
                                      <p:cBhvr>
                                        <p:cTn id="64" dur="500" fill="hold"/>
                                        <p:tgtEl>
                                          <p:spTgt spid="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7" grpId="0" animBg="1"/>
      <p:bldP spid="7" grpId="1" animBg="1"/>
      <p:bldP spid="3" grpId="0"/>
      <p:bldP spid="3" grpId="1"/>
      <p:bldP spid="10" grpId="0" animBg="1"/>
      <p:bldP spid="10" grpId="1" animBg="1"/>
      <p:bldP spid="5" grpId="0"/>
      <p:bldP spid="5" grpId="1"/>
      <p:bldP spid="8" grpId="0" animBg="1"/>
      <p:bldP spid="8" grpId="1" animBg="1"/>
      <p:bldP spid="9403" grpId="0"/>
      <p:bldP spid="9403" grpId="1"/>
      <p:bldP spid="9404" grpId="0"/>
      <p:bldP spid="9404" grpId="1"/>
      <p:bldP spid="9" grpId="0" animBg="1"/>
      <p:bldP spid="9" grpId="1" animBg="1"/>
      <p:bldP spid="9405" grpId="0"/>
      <p:bldP spid="9405" grpId="1"/>
      <p:bldP spid="9406" grpId="0"/>
      <p:bldP spid="9406"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1">
            <a:extLst>
              <a:ext uri="{FF2B5EF4-FFF2-40B4-BE49-F238E27FC236}">
                <a16:creationId xmlns:a16="http://schemas.microsoft.com/office/drawing/2014/main" id="{52ABFC8D-637E-5AF7-77CB-5D316F597D34}"/>
              </a:ext>
              <a:ext uri="{C183D7F6-B498-43B3-948B-1728B52AA6E4}">
                <adec:decorative xmlns:adec="http://schemas.microsoft.com/office/drawing/2017/decorative" val="1"/>
              </a:ext>
            </a:extLst>
          </p:cNvPr>
          <p:cNvSpPr/>
          <p:nvPr/>
        </p:nvSpPr>
        <p:spPr bwMode="auto">
          <a:xfrm>
            <a:off x="980069" y="2072304"/>
            <a:ext cx="3305609" cy="4176000"/>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4" name="Rounded Rectangle 12">
            <a:extLst>
              <a:ext uri="{FF2B5EF4-FFF2-40B4-BE49-F238E27FC236}">
                <a16:creationId xmlns:a16="http://schemas.microsoft.com/office/drawing/2014/main" id="{77CAC0B6-B7D7-4842-93E2-500EC2BA3371}"/>
              </a:ext>
              <a:ext uri="{C183D7F6-B498-43B3-948B-1728B52AA6E4}">
                <adec:decorative xmlns:adec="http://schemas.microsoft.com/office/drawing/2017/decorative" val="1"/>
              </a:ext>
            </a:extLst>
          </p:cNvPr>
          <p:cNvSpPr/>
          <p:nvPr/>
        </p:nvSpPr>
        <p:spPr bwMode="auto">
          <a:xfrm>
            <a:off x="4444719" y="2072304"/>
            <a:ext cx="3305609" cy="4176000"/>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5" name="Rounded Rectangle 13">
            <a:extLst>
              <a:ext uri="{FF2B5EF4-FFF2-40B4-BE49-F238E27FC236}">
                <a16:creationId xmlns:a16="http://schemas.microsoft.com/office/drawing/2014/main" id="{3C3BED10-9FD9-7E9D-8876-10C04C911456}"/>
              </a:ext>
              <a:ext uri="{C183D7F6-B498-43B3-948B-1728B52AA6E4}">
                <adec:decorative xmlns:adec="http://schemas.microsoft.com/office/drawing/2017/decorative" val="1"/>
              </a:ext>
            </a:extLst>
          </p:cNvPr>
          <p:cNvSpPr/>
          <p:nvPr/>
        </p:nvSpPr>
        <p:spPr bwMode="auto">
          <a:xfrm>
            <a:off x="7909369" y="2072304"/>
            <a:ext cx="3305609" cy="4176000"/>
          </a:xfrm>
          <a:prstGeom prst="roundRect">
            <a:avLst>
              <a:gd name="adj" fmla="val 9306"/>
            </a:avLst>
          </a:prstGeom>
          <a:solidFill>
            <a:schemeClr val="tx1">
              <a:alpha val="7000"/>
            </a:schemeClr>
          </a:solidFill>
          <a:ln w="127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spcAft>
                <a:spcPts val="600"/>
              </a:spcAft>
            </a:pPr>
            <a:endParaRPr lang="en-US" sz="1400">
              <a:solidFill>
                <a:srgbClr val="000000"/>
              </a:solidFill>
              <a:latin typeface="Segoe UI"/>
            </a:endParaRPr>
          </a:p>
        </p:txBody>
      </p:sp>
      <p:sp>
        <p:nvSpPr>
          <p:cNvPr id="3" name="Title 2">
            <a:extLst>
              <a:ext uri="{FF2B5EF4-FFF2-40B4-BE49-F238E27FC236}">
                <a16:creationId xmlns:a16="http://schemas.microsoft.com/office/drawing/2014/main" id="{836C1743-F27D-1F3F-41E1-BD5177A2B44B}"/>
              </a:ext>
            </a:extLst>
          </p:cNvPr>
          <p:cNvSpPr>
            <a:spLocks noGrp="1"/>
          </p:cNvSpPr>
          <p:nvPr>
            <p:ph type="title"/>
          </p:nvPr>
        </p:nvSpPr>
        <p:spPr>
          <a:xfrm>
            <a:off x="586740" y="457200"/>
            <a:ext cx="11018520" cy="553998"/>
          </a:xfrm>
        </p:spPr>
        <p:txBody>
          <a:bodyPr/>
          <a:lstStyle/>
          <a:p>
            <a:pPr algn="ctr"/>
            <a:r>
              <a:rPr lang="en-US" b="1" spc="-20" err="1">
                <a:solidFill>
                  <a:srgbClr val="08202C"/>
                </a:solidFill>
                <a:latin typeface="Segoe UI Semibold"/>
                <a:cs typeface="Segoe UI Semibold"/>
              </a:rPr>
              <a:t>Caldova</a:t>
            </a:r>
            <a:r>
              <a:rPr lang="en-US" b="1" spc="-20" dirty="0">
                <a:solidFill>
                  <a:srgbClr val="08202C"/>
                </a:solidFill>
                <a:latin typeface="Segoe UI Semibold"/>
                <a:cs typeface="Segoe UI Semibold"/>
              </a:rPr>
              <a:t> scaled fast, </a:t>
            </a:r>
            <a:r>
              <a:rPr lang="en-US" b="1" spc="-20">
                <a:solidFill>
                  <a:srgbClr val="08202C"/>
                </a:solidFill>
                <a:latin typeface="Segoe UI Semibold"/>
                <a:cs typeface="Segoe UI Semibold"/>
              </a:rPr>
              <a:t>supplier assurance</a:t>
            </a:r>
            <a:r>
              <a:rPr lang="en-US" b="1" spc="-20" dirty="0">
                <a:solidFill>
                  <a:srgbClr val="08202C"/>
                </a:solidFill>
                <a:latin typeface="Segoe UI Semibold"/>
                <a:cs typeface="Segoe UI Semibold"/>
              </a:rPr>
              <a:t> didn't</a:t>
            </a:r>
            <a:endParaRPr lang="en-UA" dirty="0">
              <a:latin typeface="Segoe UI Semibold"/>
              <a:cs typeface="Segoe UI Semibold"/>
            </a:endParaRPr>
          </a:p>
        </p:txBody>
      </p:sp>
      <p:sp>
        <p:nvSpPr>
          <p:cNvPr id="9001" name="Extracted - Header Text"/>
          <p:cNvSpPr txBox="1"/>
          <p:nvPr/>
        </p:nvSpPr>
        <p:spPr>
          <a:xfrm>
            <a:off x="1591340" y="1197167"/>
            <a:ext cx="9009320" cy="615553"/>
          </a:xfrm>
          <a:prstGeom prst="rect">
            <a:avLst/>
          </a:prstGeom>
          <a:noFill/>
        </p:spPr>
        <p:txBody>
          <a:bodyPr wrap="square" lIns="0" tIns="0" rIns="0" bIns="0" anchor="t">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rPr>
              <a:t>New contract manufacturers solved the supply problem, but the evidence needed to trust a supplier bill is now scattered across systems</a:t>
            </a:r>
          </a:p>
        </p:txBody>
      </p:sp>
      <p:sp>
        <p:nvSpPr>
          <p:cNvPr id="60" name="!!Work IQ">
            <a:extLst>
              <a:ext uri="{FF2B5EF4-FFF2-40B4-BE49-F238E27FC236}">
                <a16:creationId xmlns:a16="http://schemas.microsoft.com/office/drawing/2014/main" id="{806BB251-FE3D-67E9-7A1F-FD3D188C61C2}"/>
              </a:ext>
              <a:ext uri="{C183D7F6-B498-43B3-948B-1728B52AA6E4}">
                <adec:decorative xmlns:adec="http://schemas.microsoft.com/office/drawing/2017/decorative" val="0"/>
              </a:ext>
            </a:extLst>
          </p:cNvPr>
          <p:cNvSpPr/>
          <p:nvPr/>
        </p:nvSpPr>
        <p:spPr>
          <a:xfrm>
            <a:off x="1325880" y="3544598"/>
            <a:ext cx="2651760"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dirty="0">
                <a:ln w="3175">
                  <a:noFill/>
                </a:ln>
                <a:solidFill>
                  <a:srgbClr val="1A1A1A"/>
                </a:solidFill>
                <a:effectLst/>
                <a:uLnTx/>
                <a:uFillTx/>
                <a:latin typeface="Segoe UI Semibold"/>
                <a:ea typeface="+mn-ea"/>
                <a:cs typeface="Segoe UI" panose="020B0502040204020203" pitchFamily="34" charset="0"/>
              </a:rPr>
              <a:t>The pressure</a:t>
            </a:r>
          </a:p>
        </p:txBody>
      </p:sp>
      <p:sp>
        <p:nvSpPr>
          <p:cNvPr id="61" name="TextBox 60">
            <a:extLst>
              <a:ext uri="{FF2B5EF4-FFF2-40B4-BE49-F238E27FC236}">
                <a16:creationId xmlns:a16="http://schemas.microsoft.com/office/drawing/2014/main" id="{A8D6BAA3-86D7-3005-FD79-376FA40F41EB}"/>
              </a:ext>
            </a:extLst>
          </p:cNvPr>
          <p:cNvSpPr txBox="1"/>
          <p:nvPr/>
        </p:nvSpPr>
        <p:spPr>
          <a:xfrm>
            <a:off x="1554762" y="4086614"/>
            <a:ext cx="2156223" cy="492443"/>
          </a:xfrm>
          <a:prstGeom prst="rect">
            <a:avLst/>
          </a:prstGeom>
          <a:noFill/>
        </p:spPr>
        <p:txBody>
          <a:bodyPr wrap="square" lIns="0" tIns="0" rIns="0" bIns="0" rtlCol="0">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Segoe UI"/>
                <a:ea typeface="+mn-ea"/>
                <a:cs typeface="Segoe UI" panose="020B0502040204020203" pitchFamily="34" charset="0"/>
              </a:rPr>
              <a:t>Growth outpaced oversight</a:t>
            </a:r>
          </a:p>
        </p:txBody>
      </p:sp>
      <p:sp>
        <p:nvSpPr>
          <p:cNvPr id="62" name="TextBox 103, chunk 2">
            <a:extLst>
              <a:ext uri="{FF2B5EF4-FFF2-40B4-BE49-F238E27FC236}">
                <a16:creationId xmlns:a16="http://schemas.microsoft.com/office/drawing/2014/main" id="{9C4D6446-1F28-97CE-6AC6-C8604CDE99DE}"/>
              </a:ext>
            </a:extLst>
          </p:cNvPr>
          <p:cNvSpPr txBox="1"/>
          <p:nvPr/>
        </p:nvSpPr>
        <p:spPr>
          <a:xfrm>
            <a:off x="1576249" y="5159863"/>
            <a:ext cx="2113248" cy="738664"/>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Segoe UI"/>
                <a:ea typeface="+mn-ea"/>
                <a:cs typeface="Segoe UI"/>
              </a:rPr>
              <a:t>Caldova</a:t>
            </a:r>
            <a:r>
              <a:rPr kumimoji="0" lang="en-US" sz="1200" b="0" i="0" u="none" strike="noStrike" kern="1200" cap="none" spc="0" normalizeH="0" baseline="0" noProof="0" dirty="0">
                <a:ln>
                  <a:noFill/>
                </a:ln>
                <a:solidFill>
                  <a:srgbClr val="000000"/>
                </a:solidFill>
                <a:effectLst/>
                <a:uLnTx/>
                <a:uFillTx/>
                <a:latin typeface="Segoe UI"/>
                <a:ea typeface="+mn-ea"/>
                <a:cs typeface="Segoe UI"/>
              </a:rPr>
              <a:t> added manufacturers quickly to protect a flagship medicine. Capacity went up, and so did supplier spend.</a:t>
            </a:r>
          </a:p>
        </p:txBody>
      </p:sp>
      <p:sp>
        <p:nvSpPr>
          <p:cNvPr id="8960" name="!!Fabric IQ">
            <a:extLst>
              <a:ext uri="{FF2B5EF4-FFF2-40B4-BE49-F238E27FC236}">
                <a16:creationId xmlns:a16="http://schemas.microsoft.com/office/drawing/2014/main" id="{7F8BEF5A-7FE2-7422-2591-4F87477C1FB6}"/>
              </a:ext>
              <a:ext uri="{C183D7F6-B498-43B3-948B-1728B52AA6E4}">
                <adec:decorative xmlns:adec="http://schemas.microsoft.com/office/drawing/2017/decorative" val="0"/>
              </a:ext>
            </a:extLst>
          </p:cNvPr>
          <p:cNvSpPr/>
          <p:nvPr/>
        </p:nvSpPr>
        <p:spPr>
          <a:xfrm>
            <a:off x="5228661" y="3544598"/>
            <a:ext cx="1737724"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1A1A1A"/>
                </a:solidFill>
                <a:effectLst/>
                <a:uLnTx/>
                <a:uFillTx/>
                <a:latin typeface="Segoe UI Semibold"/>
                <a:ea typeface="+mn-ea"/>
                <a:cs typeface="Segoe UI" panose="020B0502040204020203" pitchFamily="34" charset="0"/>
              </a:rPr>
              <a:t>The pain</a:t>
            </a:r>
          </a:p>
        </p:txBody>
      </p:sp>
      <p:sp>
        <p:nvSpPr>
          <p:cNvPr id="8961" name="TextBox 8960">
            <a:extLst>
              <a:ext uri="{FF2B5EF4-FFF2-40B4-BE49-F238E27FC236}">
                <a16:creationId xmlns:a16="http://schemas.microsoft.com/office/drawing/2014/main" id="{8F27E2D8-B051-1F17-189C-0C3EB4B789AF}"/>
              </a:ext>
            </a:extLst>
          </p:cNvPr>
          <p:cNvSpPr txBox="1"/>
          <p:nvPr/>
        </p:nvSpPr>
        <p:spPr>
          <a:xfrm>
            <a:off x="5002052" y="4086614"/>
            <a:ext cx="2190944"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A1A1A"/>
                </a:solidFill>
                <a:effectLst/>
                <a:uLnTx/>
                <a:uFillTx/>
                <a:latin typeface="Segoe UI"/>
                <a:ea typeface="+mn-ea"/>
                <a:cs typeface="Segoe UI" panose="020B0502040204020203" pitchFamily="34" charset="0"/>
              </a:rPr>
              <a:t>Evidence lives everywhere</a:t>
            </a:r>
          </a:p>
        </p:txBody>
      </p:sp>
      <p:sp>
        <p:nvSpPr>
          <p:cNvPr id="8962" name="TextBox 103, chunk 2">
            <a:extLst>
              <a:ext uri="{FF2B5EF4-FFF2-40B4-BE49-F238E27FC236}">
                <a16:creationId xmlns:a16="http://schemas.microsoft.com/office/drawing/2014/main" id="{FDF18361-88F6-46C0-25FD-A8C1FDE15CE3}"/>
              </a:ext>
            </a:extLst>
          </p:cNvPr>
          <p:cNvSpPr txBox="1"/>
          <p:nvPr/>
        </p:nvSpPr>
        <p:spPr>
          <a:xfrm>
            <a:off x="4729524" y="5159863"/>
            <a:ext cx="2736000" cy="738664"/>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Contracts, quality events, email commitments, and approvals sit in different places, so every questionable charge becomes manual detective work.</a:t>
            </a:r>
          </a:p>
        </p:txBody>
      </p:sp>
      <p:sp>
        <p:nvSpPr>
          <p:cNvPr id="8963" name="!!Foundry IQ">
            <a:extLst>
              <a:ext uri="{FF2B5EF4-FFF2-40B4-BE49-F238E27FC236}">
                <a16:creationId xmlns:a16="http://schemas.microsoft.com/office/drawing/2014/main" id="{82073188-21D0-0A06-0987-FD88E04BC4CB}"/>
              </a:ext>
              <a:ext uri="{C183D7F6-B498-43B3-948B-1728B52AA6E4}">
                <adec:decorative xmlns:adec="http://schemas.microsoft.com/office/drawing/2017/decorative" val="0"/>
              </a:ext>
            </a:extLst>
          </p:cNvPr>
          <p:cNvSpPr/>
          <p:nvPr/>
        </p:nvSpPr>
        <p:spPr>
          <a:xfrm>
            <a:off x="8453644" y="3544598"/>
            <a:ext cx="2217060" cy="439222"/>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1A1A1A"/>
                </a:solidFill>
                <a:effectLst/>
                <a:uLnTx/>
                <a:uFillTx/>
                <a:latin typeface="Segoe UI Semibold"/>
                <a:ea typeface="+mn-ea"/>
                <a:cs typeface="Segoe UI" panose="020B0502040204020203" pitchFamily="34" charset="0"/>
              </a:rPr>
              <a:t>The payoff</a:t>
            </a:r>
          </a:p>
        </p:txBody>
      </p:sp>
      <p:sp>
        <p:nvSpPr>
          <p:cNvPr id="8964" name="TextBox 8963">
            <a:extLst>
              <a:ext uri="{FF2B5EF4-FFF2-40B4-BE49-F238E27FC236}">
                <a16:creationId xmlns:a16="http://schemas.microsoft.com/office/drawing/2014/main" id="{4A7AA3FE-46F8-5531-F785-D849C1FD50CA}"/>
              </a:ext>
            </a:extLst>
          </p:cNvPr>
          <p:cNvSpPr txBox="1"/>
          <p:nvPr/>
        </p:nvSpPr>
        <p:spPr>
          <a:xfrm>
            <a:off x="8768236" y="4086614"/>
            <a:ext cx="1587876" cy="492443"/>
          </a:xfrm>
          <a:prstGeom prst="rect">
            <a:avLst/>
          </a:prstGeom>
          <a:noFill/>
        </p:spPr>
        <p:txBody>
          <a:bodyPr wrap="square" lIns="0" tIns="0" rIns="0" bIns="0" rtlCol="0" anchor="t">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Segoe UI"/>
                <a:ea typeface="+mn-ea"/>
                <a:cs typeface="Segoe UI" panose="020B0502040204020203" pitchFamily="34" charset="0"/>
              </a:rPr>
              <a:t>An agent you build today</a:t>
            </a:r>
          </a:p>
        </p:txBody>
      </p:sp>
      <p:sp>
        <p:nvSpPr>
          <p:cNvPr id="8965" name="TextBox 103, chunk 2">
            <a:extLst>
              <a:ext uri="{FF2B5EF4-FFF2-40B4-BE49-F238E27FC236}">
                <a16:creationId xmlns:a16="http://schemas.microsoft.com/office/drawing/2014/main" id="{7324E233-45EA-B62C-B59F-11EADB92D7BD}"/>
              </a:ext>
            </a:extLst>
          </p:cNvPr>
          <p:cNvSpPr txBox="1"/>
          <p:nvPr/>
        </p:nvSpPr>
        <p:spPr>
          <a:xfrm>
            <a:off x="8470525" y="5159863"/>
            <a:ext cx="2183298" cy="738664"/>
          </a:xfrm>
          <a:prstGeom prst="rect">
            <a:avLst/>
          </a:prstGeom>
          <a:noFill/>
        </p:spPr>
        <p:txBody>
          <a:bodyPr wrap="square" lIns="0" tIns="0" rIns="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It gathers the evidence, applies </a:t>
            </a:r>
            <a:r>
              <a:rPr kumimoji="0" lang="en-US" sz="1200" b="0" i="0" u="none" strike="noStrike" kern="1200" cap="none" spc="0" normalizeH="0" baseline="0" noProof="0" dirty="0" err="1">
                <a:ln>
                  <a:noFill/>
                </a:ln>
                <a:solidFill>
                  <a:srgbClr val="000000"/>
                </a:solidFill>
                <a:effectLst/>
                <a:uLnTx/>
                <a:uFillTx/>
                <a:latin typeface="Segoe UI"/>
                <a:ea typeface="+mn-ea"/>
                <a:cs typeface="Segoe UI"/>
              </a:rPr>
              <a:t>Caldova's</a:t>
            </a:r>
            <a:r>
              <a:rPr kumimoji="0" lang="en-US" sz="1200" b="0" i="0" u="none" strike="noStrike" kern="1200" cap="none" spc="0" normalizeH="0" baseline="0" noProof="0" dirty="0">
                <a:ln>
                  <a:noFill/>
                </a:ln>
                <a:solidFill>
                  <a:srgbClr val="000000"/>
                </a:solidFill>
                <a:effectLst/>
                <a:uLnTx/>
                <a:uFillTx/>
                <a:latin typeface="Segoe UI"/>
                <a:ea typeface="+mn-ea"/>
                <a:cs typeface="Segoe UI"/>
              </a:rPr>
              <a:t> policy, explains its reasoning, and knows when a person must decide.</a:t>
            </a:r>
          </a:p>
        </p:txBody>
      </p:sp>
      <p:cxnSp>
        <p:nvCxnSpPr>
          <p:cNvPr id="8971" name="Straight Connector 8970">
            <a:extLst>
              <a:ext uri="{FF2B5EF4-FFF2-40B4-BE49-F238E27FC236}">
                <a16:creationId xmlns:a16="http://schemas.microsoft.com/office/drawing/2014/main" id="{0124E597-E353-9B4B-2002-8742FC515B5A}"/>
              </a:ext>
              <a:ext uri="{C183D7F6-B498-43B3-948B-1728B52AA6E4}">
                <adec:decorative xmlns:adec="http://schemas.microsoft.com/office/drawing/2017/decorative" val="1"/>
              </a:ext>
            </a:extLst>
          </p:cNvPr>
          <p:cNvCxnSpPr>
            <a:cxnSpLocks/>
          </p:cNvCxnSpPr>
          <p:nvPr/>
        </p:nvCxnSpPr>
        <p:spPr>
          <a:xfrm>
            <a:off x="1215553"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72" name="Straight Connector 8971">
            <a:extLst>
              <a:ext uri="{FF2B5EF4-FFF2-40B4-BE49-F238E27FC236}">
                <a16:creationId xmlns:a16="http://schemas.microsoft.com/office/drawing/2014/main" id="{D471511A-2A26-DE9C-6C8F-4CE152B084F7}"/>
              </a:ext>
              <a:ext uri="{C183D7F6-B498-43B3-948B-1728B52AA6E4}">
                <adec:decorative xmlns:adec="http://schemas.microsoft.com/office/drawing/2017/decorative" val="1"/>
              </a:ext>
            </a:extLst>
          </p:cNvPr>
          <p:cNvCxnSpPr>
            <a:cxnSpLocks/>
          </p:cNvCxnSpPr>
          <p:nvPr/>
        </p:nvCxnSpPr>
        <p:spPr>
          <a:xfrm>
            <a:off x="4680203"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73" name="Straight Connector 8972">
            <a:extLst>
              <a:ext uri="{FF2B5EF4-FFF2-40B4-BE49-F238E27FC236}">
                <a16:creationId xmlns:a16="http://schemas.microsoft.com/office/drawing/2014/main" id="{ABB63449-701E-487E-8B8D-44A866C8019B}"/>
              </a:ext>
              <a:ext uri="{C183D7F6-B498-43B3-948B-1728B52AA6E4}">
                <adec:decorative xmlns:adec="http://schemas.microsoft.com/office/drawing/2017/decorative" val="1"/>
              </a:ext>
            </a:extLst>
          </p:cNvPr>
          <p:cNvCxnSpPr>
            <a:cxnSpLocks/>
          </p:cNvCxnSpPr>
          <p:nvPr/>
        </p:nvCxnSpPr>
        <p:spPr>
          <a:xfrm>
            <a:off x="8144854" y="4880591"/>
            <a:ext cx="2834640" cy="0"/>
          </a:xfrm>
          <a:prstGeom prst="line">
            <a:avLst/>
          </a:prstGeom>
          <a:ln w="9525">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976" name="Oval 8975">
            <a:extLst>
              <a:ext uri="{FF2B5EF4-FFF2-40B4-BE49-F238E27FC236}">
                <a16:creationId xmlns:a16="http://schemas.microsoft.com/office/drawing/2014/main" id="{5184B4CE-4A22-7273-9940-0E0B82A3A0CC}"/>
              </a:ext>
              <a:ext uri="{C183D7F6-B498-43B3-948B-1728B52AA6E4}">
                <adec:decorative xmlns:adec="http://schemas.microsoft.com/office/drawing/2017/decorative" val="1"/>
              </a:ext>
            </a:extLst>
          </p:cNvPr>
          <p:cNvSpPr/>
          <p:nvPr/>
        </p:nvSpPr>
        <p:spPr bwMode="auto">
          <a:xfrm>
            <a:off x="9147159" y="2487896"/>
            <a:ext cx="830028" cy="830028"/>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sp>
        <p:nvSpPr>
          <p:cNvPr id="8975" name="Oval 8974">
            <a:extLst>
              <a:ext uri="{FF2B5EF4-FFF2-40B4-BE49-F238E27FC236}">
                <a16:creationId xmlns:a16="http://schemas.microsoft.com/office/drawing/2014/main" id="{EE47E90A-5DF0-56CC-2EA8-25BB2C24A4CD}"/>
              </a:ext>
              <a:ext uri="{C183D7F6-B498-43B3-948B-1728B52AA6E4}">
                <adec:decorative xmlns:adec="http://schemas.microsoft.com/office/drawing/2017/decorative" val="1"/>
              </a:ext>
            </a:extLst>
          </p:cNvPr>
          <p:cNvSpPr/>
          <p:nvPr/>
        </p:nvSpPr>
        <p:spPr bwMode="auto">
          <a:xfrm>
            <a:off x="5672701" y="2487896"/>
            <a:ext cx="830028" cy="830028"/>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sp>
        <p:nvSpPr>
          <p:cNvPr id="8974" name="Oval 8973">
            <a:extLst>
              <a:ext uri="{FF2B5EF4-FFF2-40B4-BE49-F238E27FC236}">
                <a16:creationId xmlns:a16="http://schemas.microsoft.com/office/drawing/2014/main" id="{BAD587A2-2DE4-BC8B-5560-0DC5C3F1F069}"/>
              </a:ext>
              <a:ext uri="{C183D7F6-B498-43B3-948B-1728B52AA6E4}">
                <adec:decorative xmlns:adec="http://schemas.microsoft.com/office/drawing/2017/decorative" val="1"/>
              </a:ext>
            </a:extLst>
          </p:cNvPr>
          <p:cNvSpPr/>
          <p:nvPr/>
        </p:nvSpPr>
        <p:spPr bwMode="auto">
          <a:xfrm>
            <a:off x="2217859" y="2470337"/>
            <a:ext cx="830028" cy="830028"/>
          </a:xfrm>
          <a:prstGeom prst="ellipse">
            <a:avLst/>
          </a:prstGeom>
          <a:gradFill flip="none" rotWithShape="1">
            <a:gsLst>
              <a:gs pos="0">
                <a:srgbClr val="7FC0E6"/>
              </a:gs>
              <a:gs pos="100000">
                <a:srgbClr val="B9DCD2"/>
              </a:gs>
              <a:gs pos="35000">
                <a:srgbClr val="8DC8E8"/>
              </a:gs>
            </a:gsLst>
            <a:path path="circle">
              <a:fillToRect t="100000" r="100000"/>
            </a:path>
            <a:tileRect l="-100000" b="-100000"/>
          </a:gra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FFFFFF"/>
              </a:solidFill>
              <a:effectLst/>
              <a:uLnTx/>
              <a:uFillTx/>
              <a:latin typeface="Segoe UI Semibold"/>
              <a:ea typeface="+mn-ea"/>
              <a:cs typeface="Segoe UI" pitchFamily="34" charset="0"/>
            </a:endParaRPr>
          </a:p>
        </p:txBody>
      </p:sp>
      <p:grpSp>
        <p:nvGrpSpPr>
          <p:cNvPr id="8979" name="Group 8978">
            <a:extLst>
              <a:ext uri="{FF2B5EF4-FFF2-40B4-BE49-F238E27FC236}">
                <a16:creationId xmlns:a16="http://schemas.microsoft.com/office/drawing/2014/main" id="{476DA44A-7918-C44D-6723-68DBCEF9661D}"/>
              </a:ext>
              <a:ext uri="{C183D7F6-B498-43B3-948B-1728B52AA6E4}">
                <adec:decorative xmlns:adec="http://schemas.microsoft.com/office/drawing/2017/decorative" val="1"/>
              </a:ext>
            </a:extLst>
          </p:cNvPr>
          <p:cNvGrpSpPr/>
          <p:nvPr/>
        </p:nvGrpSpPr>
        <p:grpSpPr>
          <a:xfrm>
            <a:off x="4086532" y="3778976"/>
            <a:ext cx="557333" cy="557333"/>
            <a:chOff x="4427191" y="3801458"/>
            <a:chExt cx="557333" cy="557333"/>
          </a:xfrm>
        </p:grpSpPr>
        <p:sp useBgFill="1">
          <p:nvSpPr>
            <p:cNvPr id="8967" name="Oval 8966">
              <a:extLst>
                <a:ext uri="{FF2B5EF4-FFF2-40B4-BE49-F238E27FC236}">
                  <a16:creationId xmlns:a16="http://schemas.microsoft.com/office/drawing/2014/main" id="{A83FA1BB-DCB1-ED4F-1E4A-9682712D2316}"/>
                </a:ext>
              </a:extLst>
            </p:cNvPr>
            <p:cNvSpPr/>
            <p:nvPr/>
          </p:nvSpPr>
          <p:spPr bwMode="auto">
            <a:xfrm>
              <a:off x="4427191" y="3801458"/>
              <a:ext cx="557333" cy="557333"/>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panose="020B0502040204020203" pitchFamily="34" charset="0"/>
                <a:ea typeface="Segoe UI" pitchFamily="34" charset="0"/>
                <a:cs typeface="Segoe UI" panose="020B0502040204020203" pitchFamily="34" charset="0"/>
              </a:endParaRPr>
            </a:p>
          </p:txBody>
        </p:sp>
        <p:sp>
          <p:nvSpPr>
            <p:cNvPr id="8977" name="Graphic 29" descr="Arrow">
              <a:extLst>
                <a:ext uri="{FF2B5EF4-FFF2-40B4-BE49-F238E27FC236}">
                  <a16:creationId xmlns:a16="http://schemas.microsoft.com/office/drawing/2014/main" id="{6D7E0FBB-49F9-E235-60DD-219EF7F23853}"/>
                </a:ext>
                <a:ext uri="{C183D7F6-B498-43B3-948B-1728B52AA6E4}">
                  <adec:decorative xmlns:adec="http://schemas.microsoft.com/office/drawing/2017/decorative" val="0"/>
                </a:ext>
              </a:extLst>
            </p:cNvPr>
            <p:cNvSpPr/>
            <p:nvPr/>
          </p:nvSpPr>
          <p:spPr>
            <a:xfrm>
              <a:off x="4544105" y="3922863"/>
              <a:ext cx="318613" cy="316760"/>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6000" y="49525"/>
                    <a:pt x="93478" y="51330"/>
                  </a:cubicBezTo>
                  <a:lnTo>
                    <a:pt x="92583" y="52092"/>
                  </a:lnTo>
                  <a:lnTo>
                    <a:pt x="91897" y="52892"/>
                  </a:lnTo>
                  <a:cubicBezTo>
                    <a:pt x="90052" y="55384"/>
                    <a:pt x="90026" y="58782"/>
                    <a:pt x="91831" y="61303"/>
                  </a:cubicBezTo>
                  <a:lnTo>
                    <a:pt x="92593" y="62198"/>
                  </a:lnTo>
                  <a:lnTo>
                    <a:pt x="118491" y="88106"/>
                  </a:lnTo>
                  <a:lnTo>
                    <a:pt x="54769" y="88106"/>
                  </a:lnTo>
                  <a:lnTo>
                    <a:pt x="53797" y="88163"/>
                  </a:lnTo>
                  <a:cubicBezTo>
                    <a:pt x="50620" y="88601"/>
                    <a:pt x="48124" y="91101"/>
                    <a:pt x="47692" y="94278"/>
                  </a:cubicBezTo>
                  <a:lnTo>
                    <a:pt x="47625" y="95240"/>
                  </a:lnTo>
                  <a:lnTo>
                    <a:pt x="47692" y="96212"/>
                  </a:lnTo>
                  <a:cubicBezTo>
                    <a:pt x="48128" y="99386"/>
                    <a:pt x="50623" y="101881"/>
                    <a:pt x="53797" y="102318"/>
                  </a:cubicBezTo>
                  <a:lnTo>
                    <a:pt x="54769" y="102384"/>
                  </a:lnTo>
                  <a:lnTo>
                    <a:pt x="118491" y="102384"/>
                  </a:lnTo>
                  <a:lnTo>
                    <a:pt x="92583" y="128292"/>
                  </a:lnTo>
                  <a:lnTo>
                    <a:pt x="91888" y="129102"/>
                  </a:lnTo>
                  <a:cubicBezTo>
                    <a:pt x="89521" y="132258"/>
                    <a:pt x="90160" y="136736"/>
                    <a:pt x="93316" y="139103"/>
                  </a:cubicBezTo>
                  <a:cubicBezTo>
                    <a:pt x="95857" y="141008"/>
                    <a:pt x="99349" y="141008"/>
                    <a:pt x="101889" y="139103"/>
                  </a:cubicBezTo>
                  <a:lnTo>
                    <a:pt x="102680" y="138408"/>
                  </a:lnTo>
                  <a:lnTo>
                    <a:pt x="140799" y="100308"/>
                  </a:lnTo>
                  <a:lnTo>
                    <a:pt x="141484" y="99498"/>
                  </a:lnTo>
                  <a:cubicBezTo>
                    <a:pt x="143327" y="97010"/>
                    <a:pt x="143359" y="93618"/>
                    <a:pt x="141561" y="91097"/>
                  </a:cubicBezTo>
                  <a:lnTo>
                    <a:pt x="140799" y="90202"/>
                  </a:lnTo>
                  <a:lnTo>
                    <a:pt x="102699" y="52092"/>
                  </a:lnTo>
                  <a:lnTo>
                    <a:pt x="101889" y="51397"/>
                  </a:lnTo>
                  <a:lnTo>
                    <a:pt x="102689" y="52092"/>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grpSp>
      <p:grpSp>
        <p:nvGrpSpPr>
          <p:cNvPr id="8980" name="Group 8979">
            <a:extLst>
              <a:ext uri="{FF2B5EF4-FFF2-40B4-BE49-F238E27FC236}">
                <a16:creationId xmlns:a16="http://schemas.microsoft.com/office/drawing/2014/main" id="{749E91B9-4886-5675-26C5-67AF18EBDB4A}"/>
              </a:ext>
              <a:ext uri="{C183D7F6-B498-43B3-948B-1728B52AA6E4}">
                <adec:decorative xmlns:adec="http://schemas.microsoft.com/office/drawing/2017/decorative" val="1"/>
              </a:ext>
            </a:extLst>
          </p:cNvPr>
          <p:cNvGrpSpPr/>
          <p:nvPr/>
        </p:nvGrpSpPr>
        <p:grpSpPr>
          <a:xfrm>
            <a:off x="7551182" y="3778976"/>
            <a:ext cx="557333" cy="557333"/>
            <a:chOff x="7184917" y="3801458"/>
            <a:chExt cx="557333" cy="557333"/>
          </a:xfrm>
        </p:grpSpPr>
        <p:sp useBgFill="1">
          <p:nvSpPr>
            <p:cNvPr id="8969" name="Oval 8968">
              <a:extLst>
                <a:ext uri="{FF2B5EF4-FFF2-40B4-BE49-F238E27FC236}">
                  <a16:creationId xmlns:a16="http://schemas.microsoft.com/office/drawing/2014/main" id="{2854C862-FB23-C548-C567-348C0BFC0E54}"/>
                </a:ext>
              </a:extLst>
            </p:cNvPr>
            <p:cNvSpPr/>
            <p:nvPr/>
          </p:nvSpPr>
          <p:spPr bwMode="auto">
            <a:xfrm>
              <a:off x="7184917" y="3801458"/>
              <a:ext cx="557333" cy="557333"/>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panose="020B0502040204020203" pitchFamily="34" charset="0"/>
                <a:ea typeface="Segoe UI" pitchFamily="34" charset="0"/>
                <a:cs typeface="Segoe UI" panose="020B0502040204020203" pitchFamily="34" charset="0"/>
              </a:endParaRPr>
            </a:p>
          </p:txBody>
        </p:sp>
        <p:sp>
          <p:nvSpPr>
            <p:cNvPr id="8978" name="Graphic 29" descr="Arrow">
              <a:extLst>
                <a:ext uri="{FF2B5EF4-FFF2-40B4-BE49-F238E27FC236}">
                  <a16:creationId xmlns:a16="http://schemas.microsoft.com/office/drawing/2014/main" id="{D872F57E-C173-B01F-4311-3E278817104F}"/>
                </a:ext>
                <a:ext uri="{C183D7F6-B498-43B3-948B-1728B52AA6E4}">
                  <adec:decorative xmlns:adec="http://schemas.microsoft.com/office/drawing/2017/decorative" val="0"/>
                </a:ext>
              </a:extLst>
            </p:cNvPr>
            <p:cNvSpPr/>
            <p:nvPr/>
          </p:nvSpPr>
          <p:spPr>
            <a:xfrm>
              <a:off x="7305777" y="3922863"/>
              <a:ext cx="318613" cy="316760"/>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6000" y="49525"/>
                    <a:pt x="93478" y="51330"/>
                  </a:cubicBezTo>
                  <a:lnTo>
                    <a:pt x="92583" y="52092"/>
                  </a:lnTo>
                  <a:lnTo>
                    <a:pt x="91897" y="52892"/>
                  </a:lnTo>
                  <a:cubicBezTo>
                    <a:pt x="90052" y="55384"/>
                    <a:pt x="90026" y="58782"/>
                    <a:pt x="91831" y="61303"/>
                  </a:cubicBezTo>
                  <a:lnTo>
                    <a:pt x="92593" y="62198"/>
                  </a:lnTo>
                  <a:lnTo>
                    <a:pt x="118491" y="88106"/>
                  </a:lnTo>
                  <a:lnTo>
                    <a:pt x="54769" y="88106"/>
                  </a:lnTo>
                  <a:lnTo>
                    <a:pt x="53797" y="88163"/>
                  </a:lnTo>
                  <a:cubicBezTo>
                    <a:pt x="50620" y="88601"/>
                    <a:pt x="48124" y="91101"/>
                    <a:pt x="47692" y="94278"/>
                  </a:cubicBezTo>
                  <a:lnTo>
                    <a:pt x="47625" y="95240"/>
                  </a:lnTo>
                  <a:lnTo>
                    <a:pt x="47692" y="96212"/>
                  </a:lnTo>
                  <a:cubicBezTo>
                    <a:pt x="48128" y="99386"/>
                    <a:pt x="50623" y="101881"/>
                    <a:pt x="53797" y="102318"/>
                  </a:cubicBezTo>
                  <a:lnTo>
                    <a:pt x="54769" y="102384"/>
                  </a:lnTo>
                  <a:lnTo>
                    <a:pt x="118491" y="102384"/>
                  </a:lnTo>
                  <a:lnTo>
                    <a:pt x="92583" y="128292"/>
                  </a:lnTo>
                  <a:lnTo>
                    <a:pt x="91888" y="129102"/>
                  </a:lnTo>
                  <a:cubicBezTo>
                    <a:pt x="89521" y="132258"/>
                    <a:pt x="90160" y="136736"/>
                    <a:pt x="93316" y="139103"/>
                  </a:cubicBezTo>
                  <a:cubicBezTo>
                    <a:pt x="95857" y="141008"/>
                    <a:pt x="99349" y="141008"/>
                    <a:pt x="101889" y="139103"/>
                  </a:cubicBezTo>
                  <a:lnTo>
                    <a:pt x="102680" y="138408"/>
                  </a:lnTo>
                  <a:lnTo>
                    <a:pt x="140799" y="100308"/>
                  </a:lnTo>
                  <a:lnTo>
                    <a:pt x="141484" y="99498"/>
                  </a:lnTo>
                  <a:cubicBezTo>
                    <a:pt x="143327" y="97010"/>
                    <a:pt x="143359" y="93618"/>
                    <a:pt x="141561" y="91097"/>
                  </a:cubicBezTo>
                  <a:lnTo>
                    <a:pt x="140799" y="90202"/>
                  </a:lnTo>
                  <a:lnTo>
                    <a:pt x="102699" y="52092"/>
                  </a:lnTo>
                  <a:lnTo>
                    <a:pt x="101889" y="51397"/>
                  </a:lnTo>
                  <a:lnTo>
                    <a:pt x="102689" y="52092"/>
                  </a:lnTo>
                  <a:close/>
                </a:path>
              </a:pathLst>
            </a:custGeom>
            <a:gradFill>
              <a:gsLst>
                <a:gs pos="0">
                  <a:srgbClr val="175B9C"/>
                </a:gs>
                <a:gs pos="100000">
                  <a:srgbClr val="B9DCD2"/>
                </a:gs>
                <a:gs pos="35000">
                  <a:srgbClr val="0078D4"/>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grpSp>
      <p:pic>
        <p:nvPicPr>
          <p:cNvPr id="8" name="Graphic 7">
            <a:extLst>
              <a:ext uri="{FF2B5EF4-FFF2-40B4-BE49-F238E27FC236}">
                <a16:creationId xmlns:a16="http://schemas.microsoft.com/office/drawing/2014/main" id="{C927F253-684A-5DBD-8D67-7BC3A60D20A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31297" y="2672035"/>
            <a:ext cx="461751" cy="461751"/>
          </a:xfrm>
          <a:prstGeom prst="rect">
            <a:avLst/>
          </a:prstGeom>
        </p:spPr>
      </p:pic>
      <p:pic>
        <p:nvPicPr>
          <p:cNvPr id="10" name="Graphic 9">
            <a:extLst>
              <a:ext uri="{FF2B5EF4-FFF2-40B4-BE49-F238E27FC236}">
                <a16:creationId xmlns:a16="http://schemas.microsoft.com/office/drawing/2014/main" id="{44E5CE68-D112-0931-0758-AE39F524E8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01998" y="2633210"/>
            <a:ext cx="461751" cy="461751"/>
          </a:xfrm>
          <a:prstGeom prst="rect">
            <a:avLst/>
          </a:prstGeom>
        </p:spPr>
      </p:pic>
      <p:pic>
        <p:nvPicPr>
          <p:cNvPr id="12" name="Graphic 11">
            <a:extLst>
              <a:ext uri="{FF2B5EF4-FFF2-40B4-BE49-F238E27FC236}">
                <a16:creationId xmlns:a16="http://schemas.microsoft.com/office/drawing/2014/main" id="{88636D5A-A56D-EE29-540D-705C19CD69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6840" y="2661402"/>
            <a:ext cx="461751" cy="46175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42" presetClass="path" presetSubtype="0" decel="100000" fill="hold" grpId="1" nodeType="withEffect">
                                  <p:stCondLst>
                                    <p:cond delay="0"/>
                                  </p:stCondLst>
                                  <p:childTnLst>
                                    <p:animMotion origin="layout" path="M 0 0.03889 L 0 -4.44444E-6 " pathEditMode="relative" rAng="0" ptsTypes="AA">
                                      <p:cBhvr>
                                        <p:cTn id="9" dur="500" fill="hold"/>
                                        <p:tgtEl>
                                          <p:spTgt spid="3"/>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9001"/>
                                        </p:tgtEl>
                                        <p:attrNameLst>
                                          <p:attrName>style.visibility</p:attrName>
                                        </p:attrNameLst>
                                      </p:cBhvr>
                                      <p:to>
                                        <p:strVal val="visible"/>
                                      </p:to>
                                    </p:set>
                                    <p:animEffect transition="in" filter="fade">
                                      <p:cBhvr>
                                        <p:cTn id="12" dur="200"/>
                                        <p:tgtEl>
                                          <p:spTgt spid="9001"/>
                                        </p:tgtEl>
                                      </p:cBhvr>
                                    </p:animEffect>
                                  </p:childTnLst>
                                </p:cTn>
                              </p:par>
                              <p:par>
                                <p:cTn id="13" presetID="42" presetClass="path" presetSubtype="0" decel="100000" fill="hold" grpId="1" nodeType="withEffect">
                                  <p:stCondLst>
                                    <p:cond delay="100"/>
                                  </p:stCondLst>
                                  <p:childTnLst>
                                    <p:animMotion origin="layout" path="M 0 0.03889 L 0 -4.44444E-6 " pathEditMode="relative" rAng="0" ptsTypes="AA">
                                      <p:cBhvr>
                                        <p:cTn id="14" dur="500" fill="hold"/>
                                        <p:tgtEl>
                                          <p:spTgt spid="9001"/>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200"/>
                                        <p:tgtEl>
                                          <p:spTgt spid="60"/>
                                        </p:tgtEl>
                                      </p:cBhvr>
                                    </p:animEffect>
                                  </p:childTnLst>
                                </p:cTn>
                              </p:par>
                              <p:par>
                                <p:cTn id="18" presetID="42" presetClass="path" presetSubtype="0" decel="100000" fill="hold" grpId="1" nodeType="withEffect">
                                  <p:stCondLst>
                                    <p:cond delay="200"/>
                                  </p:stCondLst>
                                  <p:childTnLst>
                                    <p:animMotion origin="layout" path="M 4.58333E-6 0.03889 L 4.58333E-6 -2.59259E-6 " pathEditMode="relative" rAng="0" ptsTypes="AA">
                                      <p:cBhvr>
                                        <p:cTn id="19" dur="500" fill="hold"/>
                                        <p:tgtEl>
                                          <p:spTgt spid="60"/>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200"/>
                                        <p:tgtEl>
                                          <p:spTgt spid="61"/>
                                        </p:tgtEl>
                                      </p:cBhvr>
                                    </p:animEffect>
                                  </p:childTnLst>
                                </p:cTn>
                              </p:par>
                              <p:par>
                                <p:cTn id="23" presetID="42" presetClass="path" presetSubtype="0" decel="100000" fill="hold" grpId="1" nodeType="withEffect">
                                  <p:stCondLst>
                                    <p:cond delay="200"/>
                                  </p:stCondLst>
                                  <p:childTnLst>
                                    <p:animMotion origin="layout" path="M 4.58333E-6 0.03889 L 4.58333E-6 -2.96296E-6 " pathEditMode="relative" rAng="0" ptsTypes="AA">
                                      <p:cBhvr>
                                        <p:cTn id="24" dur="500" fill="hold"/>
                                        <p:tgtEl>
                                          <p:spTgt spid="61"/>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200"/>
                                        <p:tgtEl>
                                          <p:spTgt spid="62"/>
                                        </p:tgtEl>
                                      </p:cBhvr>
                                    </p:animEffect>
                                  </p:childTnLst>
                                </p:cTn>
                              </p:par>
                              <p:par>
                                <p:cTn id="28" presetID="42" presetClass="path" presetSubtype="0" decel="100000" fill="hold" grpId="1" nodeType="withEffect">
                                  <p:stCondLst>
                                    <p:cond delay="200"/>
                                  </p:stCondLst>
                                  <p:childTnLst>
                                    <p:animMotion origin="layout" path="M 4.58333E-6 0.03889 L 4.58333E-6 0 " pathEditMode="relative" rAng="0" ptsTypes="AA">
                                      <p:cBhvr>
                                        <p:cTn id="29" dur="500" fill="hold"/>
                                        <p:tgtEl>
                                          <p:spTgt spid="62"/>
                                        </p:tgtEl>
                                        <p:attrNameLst>
                                          <p:attrName>ppt_x</p:attrName>
                                          <p:attrName>ppt_y</p:attrName>
                                        </p:attrNameLst>
                                      </p:cBhvr>
                                      <p:rCtr x="0" y="-1944"/>
                                    </p:animMotion>
                                  </p:childTnLst>
                                </p:cTn>
                              </p:par>
                              <p:par>
                                <p:cTn id="30" presetID="10" presetClass="entr" presetSubtype="0" fill="hold" nodeType="withEffect">
                                  <p:stCondLst>
                                    <p:cond delay="200"/>
                                  </p:stCondLst>
                                  <p:childTnLst>
                                    <p:set>
                                      <p:cBhvr>
                                        <p:cTn id="31" dur="1" fill="hold">
                                          <p:stCondLst>
                                            <p:cond delay="0"/>
                                          </p:stCondLst>
                                        </p:cTn>
                                        <p:tgtEl>
                                          <p:spTgt spid="8971"/>
                                        </p:tgtEl>
                                        <p:attrNameLst>
                                          <p:attrName>style.visibility</p:attrName>
                                        </p:attrNameLst>
                                      </p:cBhvr>
                                      <p:to>
                                        <p:strVal val="visible"/>
                                      </p:to>
                                    </p:set>
                                    <p:animEffect transition="in" filter="fade">
                                      <p:cBhvr>
                                        <p:cTn id="32" dur="200"/>
                                        <p:tgtEl>
                                          <p:spTgt spid="8971"/>
                                        </p:tgtEl>
                                      </p:cBhvr>
                                    </p:animEffect>
                                  </p:childTnLst>
                                </p:cTn>
                              </p:par>
                              <p:par>
                                <p:cTn id="33" presetID="42" presetClass="path" presetSubtype="0" decel="100000" fill="hold" nodeType="withEffect">
                                  <p:stCondLst>
                                    <p:cond delay="200"/>
                                  </p:stCondLst>
                                  <p:childTnLst>
                                    <p:animMotion origin="layout" path="M 4.58333E-6 0.03889 L 4.58333E-6 -4.07407E-6 " pathEditMode="relative" rAng="0" ptsTypes="AA">
                                      <p:cBhvr>
                                        <p:cTn id="34" dur="500" fill="hold"/>
                                        <p:tgtEl>
                                          <p:spTgt spid="8971"/>
                                        </p:tgtEl>
                                        <p:attrNameLst>
                                          <p:attrName>ppt_x</p:attrName>
                                          <p:attrName>ppt_y</p:attrName>
                                        </p:attrNameLst>
                                      </p:cBhvr>
                                      <p:rCtr x="0" y="-1944"/>
                                    </p:animMotion>
                                  </p:childTnLst>
                                </p:cTn>
                              </p:par>
                              <p:par>
                                <p:cTn id="35" presetID="10" presetClass="entr" presetSubtype="0" fill="hold" nodeType="withEffect">
                                  <p:stCondLst>
                                    <p:cond delay="300"/>
                                  </p:stCondLst>
                                  <p:childTnLst>
                                    <p:set>
                                      <p:cBhvr>
                                        <p:cTn id="36" dur="1" fill="hold">
                                          <p:stCondLst>
                                            <p:cond delay="0"/>
                                          </p:stCondLst>
                                        </p:cTn>
                                        <p:tgtEl>
                                          <p:spTgt spid="8979"/>
                                        </p:tgtEl>
                                        <p:attrNameLst>
                                          <p:attrName>style.visibility</p:attrName>
                                        </p:attrNameLst>
                                      </p:cBhvr>
                                      <p:to>
                                        <p:strVal val="visible"/>
                                      </p:to>
                                    </p:set>
                                    <p:animEffect transition="in" filter="fade">
                                      <p:cBhvr>
                                        <p:cTn id="37" dur="200"/>
                                        <p:tgtEl>
                                          <p:spTgt spid="8979"/>
                                        </p:tgtEl>
                                      </p:cBhvr>
                                    </p:animEffect>
                                  </p:childTnLst>
                                </p:cTn>
                              </p:par>
                              <p:par>
                                <p:cTn id="38" presetID="42" presetClass="path" presetSubtype="0" decel="100000" fill="hold" nodeType="withEffect">
                                  <p:stCondLst>
                                    <p:cond delay="300"/>
                                  </p:stCondLst>
                                  <p:childTnLst>
                                    <p:animMotion origin="layout" path="M -2.70833E-6 0.03889 L -2.70833E-6 3.33333E-6 " pathEditMode="relative" rAng="0" ptsTypes="AA">
                                      <p:cBhvr>
                                        <p:cTn id="39" dur="500" fill="hold"/>
                                        <p:tgtEl>
                                          <p:spTgt spid="8979"/>
                                        </p:tgtEl>
                                        <p:attrNameLst>
                                          <p:attrName>ppt_x</p:attrName>
                                          <p:attrName>ppt_y</p:attrName>
                                        </p:attrNameLst>
                                      </p:cBhvr>
                                      <p:rCtr x="0" y="-1944"/>
                                    </p:animMotion>
                                  </p:childTnLst>
                                </p:cTn>
                              </p:par>
                              <p:par>
                                <p:cTn id="40" presetID="10" presetClass="entr" presetSubtype="0" fill="hold" grpId="0" nodeType="withEffect">
                                  <p:stCondLst>
                                    <p:cond delay="400"/>
                                  </p:stCondLst>
                                  <p:childTnLst>
                                    <p:set>
                                      <p:cBhvr>
                                        <p:cTn id="41" dur="1" fill="hold">
                                          <p:stCondLst>
                                            <p:cond delay="0"/>
                                          </p:stCondLst>
                                        </p:cTn>
                                        <p:tgtEl>
                                          <p:spTgt spid="8960"/>
                                        </p:tgtEl>
                                        <p:attrNameLst>
                                          <p:attrName>style.visibility</p:attrName>
                                        </p:attrNameLst>
                                      </p:cBhvr>
                                      <p:to>
                                        <p:strVal val="visible"/>
                                      </p:to>
                                    </p:set>
                                    <p:animEffect transition="in" filter="fade">
                                      <p:cBhvr>
                                        <p:cTn id="42" dur="200"/>
                                        <p:tgtEl>
                                          <p:spTgt spid="8960"/>
                                        </p:tgtEl>
                                      </p:cBhvr>
                                    </p:animEffect>
                                  </p:childTnLst>
                                </p:cTn>
                              </p:par>
                              <p:par>
                                <p:cTn id="43" presetID="42" presetClass="path" presetSubtype="0" decel="100000" fill="hold" grpId="1" nodeType="withEffect">
                                  <p:stCondLst>
                                    <p:cond delay="400"/>
                                  </p:stCondLst>
                                  <p:childTnLst>
                                    <p:animMotion origin="layout" path="M -2.08333E-7 0.03889 L -2.08333E-7 -2.59259E-6 " pathEditMode="relative" rAng="0" ptsTypes="AA">
                                      <p:cBhvr>
                                        <p:cTn id="44" dur="500" fill="hold"/>
                                        <p:tgtEl>
                                          <p:spTgt spid="8960"/>
                                        </p:tgtEl>
                                        <p:attrNameLst>
                                          <p:attrName>ppt_x</p:attrName>
                                          <p:attrName>ppt_y</p:attrName>
                                        </p:attrNameLst>
                                      </p:cBhvr>
                                      <p:rCtr x="0" y="-1944"/>
                                    </p:animMotion>
                                  </p:childTnLst>
                                </p:cTn>
                              </p:par>
                              <p:par>
                                <p:cTn id="45" presetID="10" presetClass="entr" presetSubtype="0" fill="hold" grpId="0" nodeType="withEffect">
                                  <p:stCondLst>
                                    <p:cond delay="400"/>
                                  </p:stCondLst>
                                  <p:childTnLst>
                                    <p:set>
                                      <p:cBhvr>
                                        <p:cTn id="46" dur="1" fill="hold">
                                          <p:stCondLst>
                                            <p:cond delay="0"/>
                                          </p:stCondLst>
                                        </p:cTn>
                                        <p:tgtEl>
                                          <p:spTgt spid="8961"/>
                                        </p:tgtEl>
                                        <p:attrNameLst>
                                          <p:attrName>style.visibility</p:attrName>
                                        </p:attrNameLst>
                                      </p:cBhvr>
                                      <p:to>
                                        <p:strVal val="visible"/>
                                      </p:to>
                                    </p:set>
                                    <p:animEffect transition="in" filter="fade">
                                      <p:cBhvr>
                                        <p:cTn id="47" dur="200"/>
                                        <p:tgtEl>
                                          <p:spTgt spid="8961"/>
                                        </p:tgtEl>
                                      </p:cBhvr>
                                    </p:animEffect>
                                  </p:childTnLst>
                                </p:cTn>
                              </p:par>
                              <p:par>
                                <p:cTn id="48" presetID="42" presetClass="path" presetSubtype="0" decel="100000" fill="hold" grpId="1" nodeType="withEffect">
                                  <p:stCondLst>
                                    <p:cond delay="400"/>
                                  </p:stCondLst>
                                  <p:childTnLst>
                                    <p:animMotion origin="layout" path="M -2.08333E-7 0.03889 L -2.08333E-7 -2.96296E-6 " pathEditMode="relative" rAng="0" ptsTypes="AA">
                                      <p:cBhvr>
                                        <p:cTn id="49" dur="500" fill="hold"/>
                                        <p:tgtEl>
                                          <p:spTgt spid="8961"/>
                                        </p:tgtEl>
                                        <p:attrNameLst>
                                          <p:attrName>ppt_x</p:attrName>
                                          <p:attrName>ppt_y</p:attrName>
                                        </p:attrNameLst>
                                      </p:cBhvr>
                                      <p:rCtr x="0" y="-1944"/>
                                    </p:animMotion>
                                  </p:childTnLst>
                                </p:cTn>
                              </p:par>
                              <p:par>
                                <p:cTn id="50" presetID="10" presetClass="entr" presetSubtype="0" fill="hold" nodeType="withEffect">
                                  <p:stCondLst>
                                    <p:cond delay="400"/>
                                  </p:stCondLst>
                                  <p:childTnLst>
                                    <p:set>
                                      <p:cBhvr>
                                        <p:cTn id="51" dur="1" fill="hold">
                                          <p:stCondLst>
                                            <p:cond delay="0"/>
                                          </p:stCondLst>
                                        </p:cTn>
                                        <p:tgtEl>
                                          <p:spTgt spid="8972"/>
                                        </p:tgtEl>
                                        <p:attrNameLst>
                                          <p:attrName>style.visibility</p:attrName>
                                        </p:attrNameLst>
                                      </p:cBhvr>
                                      <p:to>
                                        <p:strVal val="visible"/>
                                      </p:to>
                                    </p:set>
                                    <p:animEffect transition="in" filter="fade">
                                      <p:cBhvr>
                                        <p:cTn id="52" dur="200"/>
                                        <p:tgtEl>
                                          <p:spTgt spid="8972"/>
                                        </p:tgtEl>
                                      </p:cBhvr>
                                    </p:animEffect>
                                  </p:childTnLst>
                                </p:cTn>
                              </p:par>
                              <p:par>
                                <p:cTn id="53" presetID="42" presetClass="path" presetSubtype="0" decel="100000" fill="hold" nodeType="withEffect">
                                  <p:stCondLst>
                                    <p:cond delay="400"/>
                                  </p:stCondLst>
                                  <p:childTnLst>
                                    <p:animMotion origin="layout" path="M -2.08333E-7 0.03889 L -2.08333E-7 -4.07407E-6 " pathEditMode="relative" rAng="0" ptsTypes="AA">
                                      <p:cBhvr>
                                        <p:cTn id="54" dur="500" fill="hold"/>
                                        <p:tgtEl>
                                          <p:spTgt spid="8972"/>
                                        </p:tgtEl>
                                        <p:attrNameLst>
                                          <p:attrName>ppt_x</p:attrName>
                                          <p:attrName>ppt_y</p:attrName>
                                        </p:attrNameLst>
                                      </p:cBhvr>
                                      <p:rCtr x="0" y="-1944"/>
                                    </p:animMotion>
                                  </p:childTnLst>
                                </p:cTn>
                              </p:par>
                              <p:par>
                                <p:cTn id="55" presetID="10" presetClass="entr" presetSubtype="0" fill="hold" grpId="0" nodeType="withEffect">
                                  <p:stCondLst>
                                    <p:cond delay="400"/>
                                  </p:stCondLst>
                                  <p:childTnLst>
                                    <p:set>
                                      <p:cBhvr>
                                        <p:cTn id="56" dur="1" fill="hold">
                                          <p:stCondLst>
                                            <p:cond delay="0"/>
                                          </p:stCondLst>
                                        </p:cTn>
                                        <p:tgtEl>
                                          <p:spTgt spid="8962"/>
                                        </p:tgtEl>
                                        <p:attrNameLst>
                                          <p:attrName>style.visibility</p:attrName>
                                        </p:attrNameLst>
                                      </p:cBhvr>
                                      <p:to>
                                        <p:strVal val="visible"/>
                                      </p:to>
                                    </p:set>
                                    <p:animEffect transition="in" filter="fade">
                                      <p:cBhvr>
                                        <p:cTn id="57" dur="200"/>
                                        <p:tgtEl>
                                          <p:spTgt spid="8962"/>
                                        </p:tgtEl>
                                      </p:cBhvr>
                                    </p:animEffect>
                                  </p:childTnLst>
                                </p:cTn>
                              </p:par>
                              <p:par>
                                <p:cTn id="58" presetID="42" presetClass="path" presetSubtype="0" decel="100000" fill="hold" grpId="1" nodeType="withEffect">
                                  <p:stCondLst>
                                    <p:cond delay="400"/>
                                  </p:stCondLst>
                                  <p:childTnLst>
                                    <p:animMotion origin="layout" path="M -2.08333E-7 0.03889 L -2.08333E-7 0 " pathEditMode="relative" rAng="0" ptsTypes="AA">
                                      <p:cBhvr>
                                        <p:cTn id="59" dur="500" fill="hold"/>
                                        <p:tgtEl>
                                          <p:spTgt spid="8962"/>
                                        </p:tgtEl>
                                        <p:attrNameLst>
                                          <p:attrName>ppt_x</p:attrName>
                                          <p:attrName>ppt_y</p:attrName>
                                        </p:attrNameLst>
                                      </p:cBhvr>
                                      <p:rCtr x="0" y="-1944"/>
                                    </p:animMotion>
                                  </p:childTnLst>
                                </p:cTn>
                              </p:par>
                              <p:par>
                                <p:cTn id="60" presetID="10" presetClass="entr" presetSubtype="0" fill="hold" nodeType="withEffect">
                                  <p:stCondLst>
                                    <p:cond delay="500"/>
                                  </p:stCondLst>
                                  <p:childTnLst>
                                    <p:set>
                                      <p:cBhvr>
                                        <p:cTn id="61" dur="1" fill="hold">
                                          <p:stCondLst>
                                            <p:cond delay="0"/>
                                          </p:stCondLst>
                                        </p:cTn>
                                        <p:tgtEl>
                                          <p:spTgt spid="8980"/>
                                        </p:tgtEl>
                                        <p:attrNameLst>
                                          <p:attrName>style.visibility</p:attrName>
                                        </p:attrNameLst>
                                      </p:cBhvr>
                                      <p:to>
                                        <p:strVal val="visible"/>
                                      </p:to>
                                    </p:set>
                                    <p:animEffect transition="in" filter="fade">
                                      <p:cBhvr>
                                        <p:cTn id="62" dur="200"/>
                                        <p:tgtEl>
                                          <p:spTgt spid="8980"/>
                                        </p:tgtEl>
                                      </p:cBhvr>
                                    </p:animEffect>
                                  </p:childTnLst>
                                </p:cTn>
                              </p:par>
                              <p:par>
                                <p:cTn id="63" presetID="42" presetClass="path" presetSubtype="0" decel="100000" fill="hold" nodeType="withEffect">
                                  <p:stCondLst>
                                    <p:cond delay="500"/>
                                  </p:stCondLst>
                                  <p:childTnLst>
                                    <p:animMotion origin="layout" path="M 2.5E-6 0.03889 L 2.5E-6 3.33333E-6 " pathEditMode="relative" rAng="0" ptsTypes="AA">
                                      <p:cBhvr>
                                        <p:cTn id="64" dur="500" fill="hold"/>
                                        <p:tgtEl>
                                          <p:spTgt spid="8980"/>
                                        </p:tgtEl>
                                        <p:attrNameLst>
                                          <p:attrName>ppt_x</p:attrName>
                                          <p:attrName>ppt_y</p:attrName>
                                        </p:attrNameLst>
                                      </p:cBhvr>
                                      <p:rCtr x="0" y="-1944"/>
                                    </p:animMotion>
                                  </p:childTnLst>
                                </p:cTn>
                              </p:par>
                              <p:par>
                                <p:cTn id="65" presetID="10" presetClass="entr" presetSubtype="0" fill="hold" grpId="0" nodeType="withEffect">
                                  <p:stCondLst>
                                    <p:cond delay="600"/>
                                  </p:stCondLst>
                                  <p:childTnLst>
                                    <p:set>
                                      <p:cBhvr>
                                        <p:cTn id="66" dur="1" fill="hold">
                                          <p:stCondLst>
                                            <p:cond delay="0"/>
                                          </p:stCondLst>
                                        </p:cTn>
                                        <p:tgtEl>
                                          <p:spTgt spid="8963"/>
                                        </p:tgtEl>
                                        <p:attrNameLst>
                                          <p:attrName>style.visibility</p:attrName>
                                        </p:attrNameLst>
                                      </p:cBhvr>
                                      <p:to>
                                        <p:strVal val="visible"/>
                                      </p:to>
                                    </p:set>
                                    <p:animEffect transition="in" filter="fade">
                                      <p:cBhvr>
                                        <p:cTn id="67" dur="200"/>
                                        <p:tgtEl>
                                          <p:spTgt spid="8963"/>
                                        </p:tgtEl>
                                      </p:cBhvr>
                                    </p:animEffect>
                                  </p:childTnLst>
                                </p:cTn>
                              </p:par>
                              <p:par>
                                <p:cTn id="68" presetID="42" presetClass="path" presetSubtype="0" decel="100000" fill="hold" grpId="1" nodeType="withEffect">
                                  <p:stCondLst>
                                    <p:cond delay="600"/>
                                  </p:stCondLst>
                                  <p:childTnLst>
                                    <p:animMotion origin="layout" path="M -4.79167E-6 0.03889 L -4.79167E-6 -2.59259E-6 " pathEditMode="relative" rAng="0" ptsTypes="AA">
                                      <p:cBhvr>
                                        <p:cTn id="69" dur="500" fill="hold"/>
                                        <p:tgtEl>
                                          <p:spTgt spid="8963"/>
                                        </p:tgtEl>
                                        <p:attrNameLst>
                                          <p:attrName>ppt_x</p:attrName>
                                          <p:attrName>ppt_y</p:attrName>
                                        </p:attrNameLst>
                                      </p:cBhvr>
                                      <p:rCtr x="0" y="-1944"/>
                                    </p:animMotion>
                                  </p:childTnLst>
                                </p:cTn>
                              </p:par>
                              <p:par>
                                <p:cTn id="70" presetID="10" presetClass="entr" presetSubtype="0" fill="hold" grpId="0" nodeType="withEffect">
                                  <p:stCondLst>
                                    <p:cond delay="600"/>
                                  </p:stCondLst>
                                  <p:childTnLst>
                                    <p:set>
                                      <p:cBhvr>
                                        <p:cTn id="71" dur="1" fill="hold">
                                          <p:stCondLst>
                                            <p:cond delay="0"/>
                                          </p:stCondLst>
                                        </p:cTn>
                                        <p:tgtEl>
                                          <p:spTgt spid="8964"/>
                                        </p:tgtEl>
                                        <p:attrNameLst>
                                          <p:attrName>style.visibility</p:attrName>
                                        </p:attrNameLst>
                                      </p:cBhvr>
                                      <p:to>
                                        <p:strVal val="visible"/>
                                      </p:to>
                                    </p:set>
                                    <p:animEffect transition="in" filter="fade">
                                      <p:cBhvr>
                                        <p:cTn id="72" dur="200"/>
                                        <p:tgtEl>
                                          <p:spTgt spid="8964"/>
                                        </p:tgtEl>
                                      </p:cBhvr>
                                    </p:animEffect>
                                  </p:childTnLst>
                                </p:cTn>
                              </p:par>
                              <p:par>
                                <p:cTn id="73" presetID="42" presetClass="path" presetSubtype="0" decel="100000" fill="hold" grpId="1" nodeType="withEffect">
                                  <p:stCondLst>
                                    <p:cond delay="600"/>
                                  </p:stCondLst>
                                  <p:childTnLst>
                                    <p:animMotion origin="layout" path="M -4.79167E-6 0.03889 L -4.79167E-6 -2.96296E-6 " pathEditMode="relative" rAng="0" ptsTypes="AA">
                                      <p:cBhvr>
                                        <p:cTn id="74" dur="500" fill="hold"/>
                                        <p:tgtEl>
                                          <p:spTgt spid="8964"/>
                                        </p:tgtEl>
                                        <p:attrNameLst>
                                          <p:attrName>ppt_x</p:attrName>
                                          <p:attrName>ppt_y</p:attrName>
                                        </p:attrNameLst>
                                      </p:cBhvr>
                                      <p:rCtr x="0" y="-1944"/>
                                    </p:animMotion>
                                  </p:childTnLst>
                                </p:cTn>
                              </p:par>
                              <p:par>
                                <p:cTn id="75" presetID="10" presetClass="entr" presetSubtype="0" fill="hold" grpId="0" nodeType="withEffect">
                                  <p:stCondLst>
                                    <p:cond delay="600"/>
                                  </p:stCondLst>
                                  <p:childTnLst>
                                    <p:set>
                                      <p:cBhvr>
                                        <p:cTn id="76" dur="1" fill="hold">
                                          <p:stCondLst>
                                            <p:cond delay="0"/>
                                          </p:stCondLst>
                                        </p:cTn>
                                        <p:tgtEl>
                                          <p:spTgt spid="8965"/>
                                        </p:tgtEl>
                                        <p:attrNameLst>
                                          <p:attrName>style.visibility</p:attrName>
                                        </p:attrNameLst>
                                      </p:cBhvr>
                                      <p:to>
                                        <p:strVal val="visible"/>
                                      </p:to>
                                    </p:set>
                                    <p:animEffect transition="in" filter="fade">
                                      <p:cBhvr>
                                        <p:cTn id="77" dur="200"/>
                                        <p:tgtEl>
                                          <p:spTgt spid="8965"/>
                                        </p:tgtEl>
                                      </p:cBhvr>
                                    </p:animEffect>
                                  </p:childTnLst>
                                </p:cTn>
                              </p:par>
                              <p:par>
                                <p:cTn id="78" presetID="42" presetClass="path" presetSubtype="0" decel="100000" fill="hold" grpId="1" nodeType="withEffect">
                                  <p:stCondLst>
                                    <p:cond delay="600"/>
                                  </p:stCondLst>
                                  <p:childTnLst>
                                    <p:animMotion origin="layout" path="M -4.79167E-6 0.03889 L -4.79167E-6 0 " pathEditMode="relative" rAng="0" ptsTypes="AA">
                                      <p:cBhvr>
                                        <p:cTn id="79" dur="500" fill="hold"/>
                                        <p:tgtEl>
                                          <p:spTgt spid="8965"/>
                                        </p:tgtEl>
                                        <p:attrNameLst>
                                          <p:attrName>ppt_x</p:attrName>
                                          <p:attrName>ppt_y</p:attrName>
                                        </p:attrNameLst>
                                      </p:cBhvr>
                                      <p:rCtr x="0" y="-1944"/>
                                    </p:animMotion>
                                  </p:childTnLst>
                                </p:cTn>
                              </p:par>
                              <p:par>
                                <p:cTn id="80" presetID="10" presetClass="entr" presetSubtype="0" fill="hold" nodeType="withEffect">
                                  <p:stCondLst>
                                    <p:cond delay="600"/>
                                  </p:stCondLst>
                                  <p:childTnLst>
                                    <p:set>
                                      <p:cBhvr>
                                        <p:cTn id="81" dur="1" fill="hold">
                                          <p:stCondLst>
                                            <p:cond delay="0"/>
                                          </p:stCondLst>
                                        </p:cTn>
                                        <p:tgtEl>
                                          <p:spTgt spid="8973"/>
                                        </p:tgtEl>
                                        <p:attrNameLst>
                                          <p:attrName>style.visibility</p:attrName>
                                        </p:attrNameLst>
                                      </p:cBhvr>
                                      <p:to>
                                        <p:strVal val="visible"/>
                                      </p:to>
                                    </p:set>
                                    <p:animEffect transition="in" filter="fade">
                                      <p:cBhvr>
                                        <p:cTn id="82" dur="200"/>
                                        <p:tgtEl>
                                          <p:spTgt spid="8973"/>
                                        </p:tgtEl>
                                      </p:cBhvr>
                                    </p:animEffect>
                                  </p:childTnLst>
                                </p:cTn>
                              </p:par>
                              <p:par>
                                <p:cTn id="83" presetID="42" presetClass="path" presetSubtype="0" decel="100000" fill="hold" nodeType="withEffect">
                                  <p:stCondLst>
                                    <p:cond delay="600"/>
                                  </p:stCondLst>
                                  <p:childTnLst>
                                    <p:animMotion origin="layout" path="M -4.79167E-6 0.03889 L -4.79167E-6 -4.07407E-6 " pathEditMode="relative" rAng="0" ptsTypes="AA">
                                      <p:cBhvr>
                                        <p:cTn id="84" dur="500" fill="hold"/>
                                        <p:tgtEl>
                                          <p:spTgt spid="8973"/>
                                        </p:tgtEl>
                                        <p:attrNameLst>
                                          <p:attrName>ppt_x</p:attrName>
                                          <p:attrName>ppt_y</p:attrName>
                                        </p:attrNameLst>
                                      </p:cBhvr>
                                      <p:rCtr x="0" y="-1944"/>
                                    </p:animMotion>
                                  </p:childTnLst>
                                </p:cTn>
                              </p:par>
                              <p:par>
                                <p:cTn id="85" presetID="10" presetClass="entr" presetSubtype="0" fill="hold" grpId="0" nodeType="withEffect">
                                  <p:stCondLst>
                                    <p:cond delay="100"/>
                                  </p:stCondLst>
                                  <p:childTnLst>
                                    <p:set>
                                      <p:cBhvr>
                                        <p:cTn id="86" dur="1" fill="hold">
                                          <p:stCondLst>
                                            <p:cond delay="0"/>
                                          </p:stCondLst>
                                        </p:cTn>
                                        <p:tgtEl>
                                          <p:spTgt spid="2"/>
                                        </p:tgtEl>
                                        <p:attrNameLst>
                                          <p:attrName>style.visibility</p:attrName>
                                        </p:attrNameLst>
                                      </p:cBhvr>
                                      <p:to>
                                        <p:strVal val="visible"/>
                                      </p:to>
                                    </p:set>
                                    <p:animEffect transition="in" filter="fade">
                                      <p:cBhvr>
                                        <p:cTn id="87" dur="500"/>
                                        <p:tgtEl>
                                          <p:spTgt spid="2"/>
                                        </p:tgtEl>
                                      </p:cBhvr>
                                    </p:animEffect>
                                  </p:childTnLst>
                                </p:cTn>
                              </p:par>
                              <p:par>
                                <p:cTn id="88" presetID="42" presetClass="path" presetSubtype="0" decel="100000" fill="hold" grpId="1" nodeType="withEffect">
                                  <p:stCondLst>
                                    <p:cond delay="100"/>
                                  </p:stCondLst>
                                  <p:childTnLst>
                                    <p:animMotion origin="layout" path="M 4.58333E-6 -1.48148E-6 L 4.58333E-6 0.03542 " pathEditMode="relative" rAng="0" ptsTypes="AA">
                                      <p:cBhvr>
                                        <p:cTn id="89" dur="700" spd="-100000" fill="hold"/>
                                        <p:tgtEl>
                                          <p:spTgt spid="2"/>
                                        </p:tgtEl>
                                        <p:attrNameLst>
                                          <p:attrName>ppt_x</p:attrName>
                                          <p:attrName>ppt_y</p:attrName>
                                        </p:attrNameLst>
                                      </p:cBhvr>
                                      <p:rCtr x="0" y="1759"/>
                                    </p:animMotion>
                                  </p:childTnLst>
                                </p:cTn>
                              </p:par>
                              <p:par>
                                <p:cTn id="90" presetID="10" presetClass="entr" presetSubtype="0" fill="hold" grpId="0" nodeType="withEffect">
                                  <p:stCondLst>
                                    <p:cond delay="200"/>
                                  </p:stCondLst>
                                  <p:childTnLst>
                                    <p:set>
                                      <p:cBhvr>
                                        <p:cTn id="91" dur="1" fill="hold">
                                          <p:stCondLst>
                                            <p:cond delay="0"/>
                                          </p:stCondLst>
                                        </p:cTn>
                                        <p:tgtEl>
                                          <p:spTgt spid="4"/>
                                        </p:tgtEl>
                                        <p:attrNameLst>
                                          <p:attrName>style.visibility</p:attrName>
                                        </p:attrNameLst>
                                      </p:cBhvr>
                                      <p:to>
                                        <p:strVal val="visible"/>
                                      </p:to>
                                    </p:set>
                                    <p:animEffect transition="in" filter="fade">
                                      <p:cBhvr>
                                        <p:cTn id="92" dur="500"/>
                                        <p:tgtEl>
                                          <p:spTgt spid="4"/>
                                        </p:tgtEl>
                                      </p:cBhvr>
                                    </p:animEffect>
                                  </p:childTnLst>
                                </p:cTn>
                              </p:par>
                              <p:par>
                                <p:cTn id="93" presetID="42" presetClass="path" presetSubtype="0" decel="100000" fill="hold" grpId="1" nodeType="withEffect">
                                  <p:stCondLst>
                                    <p:cond delay="200"/>
                                  </p:stCondLst>
                                  <p:childTnLst>
                                    <p:animMotion origin="layout" path="M -2.08333E-7 -1.48148E-6 L -2.08333E-7 0.03542 " pathEditMode="relative" rAng="0" ptsTypes="AA">
                                      <p:cBhvr>
                                        <p:cTn id="94" dur="700" spd="-100000" fill="hold"/>
                                        <p:tgtEl>
                                          <p:spTgt spid="4"/>
                                        </p:tgtEl>
                                        <p:attrNameLst>
                                          <p:attrName>ppt_x</p:attrName>
                                          <p:attrName>ppt_y</p:attrName>
                                        </p:attrNameLst>
                                      </p:cBhvr>
                                      <p:rCtr x="0" y="1759"/>
                                    </p:animMotion>
                                  </p:childTnLst>
                                </p:cTn>
                              </p:par>
                              <p:par>
                                <p:cTn id="95" presetID="10" presetClass="entr" presetSubtype="0" fill="hold" grpId="0" nodeType="withEffect">
                                  <p:stCondLst>
                                    <p:cond delay="300"/>
                                  </p:stCondLst>
                                  <p:childTnLst>
                                    <p:set>
                                      <p:cBhvr>
                                        <p:cTn id="96" dur="1" fill="hold">
                                          <p:stCondLst>
                                            <p:cond delay="0"/>
                                          </p:stCondLst>
                                        </p:cTn>
                                        <p:tgtEl>
                                          <p:spTgt spid="5"/>
                                        </p:tgtEl>
                                        <p:attrNameLst>
                                          <p:attrName>style.visibility</p:attrName>
                                        </p:attrNameLst>
                                      </p:cBhvr>
                                      <p:to>
                                        <p:strVal val="visible"/>
                                      </p:to>
                                    </p:set>
                                    <p:animEffect transition="in" filter="fade">
                                      <p:cBhvr>
                                        <p:cTn id="97" dur="500"/>
                                        <p:tgtEl>
                                          <p:spTgt spid="5"/>
                                        </p:tgtEl>
                                      </p:cBhvr>
                                    </p:animEffect>
                                  </p:childTnLst>
                                </p:cTn>
                              </p:par>
                              <p:par>
                                <p:cTn id="98" presetID="42" presetClass="path" presetSubtype="0" decel="100000" fill="hold" grpId="1" nodeType="withEffect">
                                  <p:stCondLst>
                                    <p:cond delay="300"/>
                                  </p:stCondLst>
                                  <p:childTnLst>
                                    <p:animMotion origin="layout" path="M -4.79167E-6 -1.48148E-6 L -4.79167E-6 0.03542 " pathEditMode="relative" rAng="0" ptsTypes="AA">
                                      <p:cBhvr>
                                        <p:cTn id="99" dur="700" spd="-100000" fill="hold"/>
                                        <p:tgtEl>
                                          <p:spTgt spid="5"/>
                                        </p:tgtEl>
                                        <p:attrNameLst>
                                          <p:attrName>ppt_x</p:attrName>
                                          <p:attrName>ppt_y</p:attrName>
                                        </p:attrNameLst>
                                      </p:cBhvr>
                                      <p:rCtr x="0" y="1759"/>
                                    </p:animMotion>
                                  </p:childTnLst>
                                </p:cTn>
                              </p:par>
                              <p:par>
                                <p:cTn id="100" presetID="10" presetClass="entr" presetSubtype="0" fill="hold" grpId="0" nodeType="withEffect">
                                  <p:stCondLst>
                                    <p:cond delay="600"/>
                                  </p:stCondLst>
                                  <p:childTnLst>
                                    <p:set>
                                      <p:cBhvr>
                                        <p:cTn id="101" dur="1" fill="hold">
                                          <p:stCondLst>
                                            <p:cond delay="0"/>
                                          </p:stCondLst>
                                        </p:cTn>
                                        <p:tgtEl>
                                          <p:spTgt spid="8976"/>
                                        </p:tgtEl>
                                        <p:attrNameLst>
                                          <p:attrName>style.visibility</p:attrName>
                                        </p:attrNameLst>
                                      </p:cBhvr>
                                      <p:to>
                                        <p:strVal val="visible"/>
                                      </p:to>
                                    </p:set>
                                    <p:animEffect transition="in" filter="fade">
                                      <p:cBhvr>
                                        <p:cTn id="102" dur="200"/>
                                        <p:tgtEl>
                                          <p:spTgt spid="8976"/>
                                        </p:tgtEl>
                                      </p:cBhvr>
                                    </p:animEffect>
                                  </p:childTnLst>
                                </p:cTn>
                              </p:par>
                              <p:par>
                                <p:cTn id="103" presetID="42" presetClass="path" presetSubtype="0" decel="100000" fill="hold" grpId="1" nodeType="withEffect">
                                  <p:stCondLst>
                                    <p:cond delay="600"/>
                                  </p:stCondLst>
                                  <p:childTnLst>
                                    <p:animMotion origin="layout" path="M 2.08333E-7 1.48148E-6 L 2.08333E-7 0.03542 " pathEditMode="relative" rAng="0" ptsTypes="AA">
                                      <p:cBhvr>
                                        <p:cTn id="104" dur="500" spd="-100000" fill="hold"/>
                                        <p:tgtEl>
                                          <p:spTgt spid="8976"/>
                                        </p:tgtEl>
                                        <p:attrNameLst>
                                          <p:attrName>ppt_x</p:attrName>
                                          <p:attrName>ppt_y</p:attrName>
                                        </p:attrNameLst>
                                      </p:cBhvr>
                                      <p:rCtr x="0" y="1759"/>
                                    </p:animMotion>
                                  </p:childTnLst>
                                </p:cTn>
                              </p:par>
                              <p:par>
                                <p:cTn id="105" presetID="10" presetClass="entr" presetSubtype="0" fill="hold" grpId="0" nodeType="withEffect">
                                  <p:stCondLst>
                                    <p:cond delay="400"/>
                                  </p:stCondLst>
                                  <p:childTnLst>
                                    <p:set>
                                      <p:cBhvr>
                                        <p:cTn id="106" dur="1" fill="hold">
                                          <p:stCondLst>
                                            <p:cond delay="0"/>
                                          </p:stCondLst>
                                        </p:cTn>
                                        <p:tgtEl>
                                          <p:spTgt spid="8975"/>
                                        </p:tgtEl>
                                        <p:attrNameLst>
                                          <p:attrName>style.visibility</p:attrName>
                                        </p:attrNameLst>
                                      </p:cBhvr>
                                      <p:to>
                                        <p:strVal val="visible"/>
                                      </p:to>
                                    </p:set>
                                    <p:animEffect transition="in" filter="fade">
                                      <p:cBhvr>
                                        <p:cTn id="107" dur="200"/>
                                        <p:tgtEl>
                                          <p:spTgt spid="8975"/>
                                        </p:tgtEl>
                                      </p:cBhvr>
                                    </p:animEffect>
                                  </p:childTnLst>
                                </p:cTn>
                              </p:par>
                              <p:par>
                                <p:cTn id="108" presetID="42" presetClass="path" presetSubtype="0" decel="100000" fill="hold" grpId="1" nodeType="withEffect">
                                  <p:stCondLst>
                                    <p:cond delay="400"/>
                                  </p:stCondLst>
                                  <p:childTnLst>
                                    <p:animMotion origin="layout" path="M 2.08333E-7 1.48148E-6 L 2.08333E-7 0.03542 " pathEditMode="relative" rAng="0" ptsTypes="AA">
                                      <p:cBhvr>
                                        <p:cTn id="109" dur="500" spd="-100000" fill="hold"/>
                                        <p:tgtEl>
                                          <p:spTgt spid="8975"/>
                                        </p:tgtEl>
                                        <p:attrNameLst>
                                          <p:attrName>ppt_x</p:attrName>
                                          <p:attrName>ppt_y</p:attrName>
                                        </p:attrNameLst>
                                      </p:cBhvr>
                                      <p:rCtr x="0" y="1759"/>
                                    </p:animMotion>
                                  </p:childTnLst>
                                </p:cTn>
                              </p:par>
                              <p:par>
                                <p:cTn id="110" presetID="10" presetClass="entr" presetSubtype="0" fill="hold" grpId="0" nodeType="withEffect">
                                  <p:stCondLst>
                                    <p:cond delay="200"/>
                                  </p:stCondLst>
                                  <p:childTnLst>
                                    <p:set>
                                      <p:cBhvr>
                                        <p:cTn id="111" dur="1" fill="hold">
                                          <p:stCondLst>
                                            <p:cond delay="0"/>
                                          </p:stCondLst>
                                        </p:cTn>
                                        <p:tgtEl>
                                          <p:spTgt spid="8974"/>
                                        </p:tgtEl>
                                        <p:attrNameLst>
                                          <p:attrName>style.visibility</p:attrName>
                                        </p:attrNameLst>
                                      </p:cBhvr>
                                      <p:to>
                                        <p:strVal val="visible"/>
                                      </p:to>
                                    </p:set>
                                    <p:animEffect transition="in" filter="fade">
                                      <p:cBhvr>
                                        <p:cTn id="112" dur="200"/>
                                        <p:tgtEl>
                                          <p:spTgt spid="8974"/>
                                        </p:tgtEl>
                                      </p:cBhvr>
                                    </p:animEffect>
                                  </p:childTnLst>
                                </p:cTn>
                              </p:par>
                              <p:par>
                                <p:cTn id="113" presetID="42" presetClass="path" presetSubtype="0" decel="100000" fill="hold" grpId="1" nodeType="withEffect">
                                  <p:stCondLst>
                                    <p:cond delay="200"/>
                                  </p:stCondLst>
                                  <p:childTnLst>
                                    <p:animMotion origin="layout" path="M 2.08333E-7 1.48148E-6 L 2.08333E-7 0.03542 " pathEditMode="relative" rAng="0" ptsTypes="AA">
                                      <p:cBhvr>
                                        <p:cTn id="114" dur="500" spd="-100000" fill="hold"/>
                                        <p:tgtEl>
                                          <p:spTgt spid="8974"/>
                                        </p:tgtEl>
                                        <p:attrNameLst>
                                          <p:attrName>ppt_x</p:attrName>
                                          <p:attrName>ppt_y</p:attrName>
                                        </p:attrNameLst>
                                      </p:cBhvr>
                                      <p:rCtr x="0" y="1759"/>
                                    </p:animMotion>
                                  </p:childTnLst>
                                </p:cTn>
                              </p:par>
                              <p:par>
                                <p:cTn id="115" presetID="10" presetClass="entr" presetSubtype="0" fill="hold" nodeType="withEffect">
                                  <p:stCondLst>
                                    <p:cond delay="600"/>
                                  </p:stCondLst>
                                  <p:childTnLst>
                                    <p:set>
                                      <p:cBhvr>
                                        <p:cTn id="116" dur="1" fill="hold">
                                          <p:stCondLst>
                                            <p:cond delay="0"/>
                                          </p:stCondLst>
                                        </p:cTn>
                                        <p:tgtEl>
                                          <p:spTgt spid="8"/>
                                        </p:tgtEl>
                                        <p:attrNameLst>
                                          <p:attrName>style.visibility</p:attrName>
                                        </p:attrNameLst>
                                      </p:cBhvr>
                                      <p:to>
                                        <p:strVal val="visible"/>
                                      </p:to>
                                    </p:set>
                                    <p:animEffect transition="in" filter="fade">
                                      <p:cBhvr>
                                        <p:cTn id="117" dur="200"/>
                                        <p:tgtEl>
                                          <p:spTgt spid="8"/>
                                        </p:tgtEl>
                                      </p:cBhvr>
                                    </p:animEffect>
                                  </p:childTnLst>
                                </p:cTn>
                              </p:par>
                              <p:par>
                                <p:cTn id="118" presetID="42" presetClass="path" presetSubtype="0" decel="100000" fill="hold" nodeType="withEffect">
                                  <p:stCondLst>
                                    <p:cond delay="600"/>
                                  </p:stCondLst>
                                  <p:childTnLst>
                                    <p:animMotion origin="layout" path="M 2.08333E-7 1.48148E-6 L 2.08333E-7 0.03542 " pathEditMode="relative" rAng="0" ptsTypes="AA">
                                      <p:cBhvr>
                                        <p:cTn id="119" dur="500" spd="-100000" fill="hold"/>
                                        <p:tgtEl>
                                          <p:spTgt spid="8"/>
                                        </p:tgtEl>
                                        <p:attrNameLst>
                                          <p:attrName>ppt_x</p:attrName>
                                          <p:attrName>ppt_y</p:attrName>
                                        </p:attrNameLst>
                                      </p:cBhvr>
                                      <p:rCtr x="0" y="1759"/>
                                    </p:animMotion>
                                  </p:childTnLst>
                                </p:cTn>
                              </p:par>
                              <p:par>
                                <p:cTn id="120" presetID="10" presetClass="entr" presetSubtype="0" fill="hold" nodeType="withEffect">
                                  <p:stCondLst>
                                    <p:cond delay="200"/>
                                  </p:stCondLst>
                                  <p:childTnLst>
                                    <p:set>
                                      <p:cBhvr>
                                        <p:cTn id="121" dur="1" fill="hold">
                                          <p:stCondLst>
                                            <p:cond delay="0"/>
                                          </p:stCondLst>
                                        </p:cTn>
                                        <p:tgtEl>
                                          <p:spTgt spid="10"/>
                                        </p:tgtEl>
                                        <p:attrNameLst>
                                          <p:attrName>style.visibility</p:attrName>
                                        </p:attrNameLst>
                                      </p:cBhvr>
                                      <p:to>
                                        <p:strVal val="visible"/>
                                      </p:to>
                                    </p:set>
                                    <p:animEffect transition="in" filter="fade">
                                      <p:cBhvr>
                                        <p:cTn id="122" dur="200"/>
                                        <p:tgtEl>
                                          <p:spTgt spid="10"/>
                                        </p:tgtEl>
                                      </p:cBhvr>
                                    </p:animEffect>
                                  </p:childTnLst>
                                </p:cTn>
                              </p:par>
                              <p:par>
                                <p:cTn id="123" presetID="42" presetClass="path" presetSubtype="0" decel="100000" fill="hold" nodeType="withEffect">
                                  <p:stCondLst>
                                    <p:cond delay="200"/>
                                  </p:stCondLst>
                                  <p:childTnLst>
                                    <p:animMotion origin="layout" path="M 2.08333E-7 1.48148E-6 L 2.08333E-7 0.03542 " pathEditMode="relative" rAng="0" ptsTypes="AA">
                                      <p:cBhvr>
                                        <p:cTn id="124" dur="500" spd="-100000" fill="hold"/>
                                        <p:tgtEl>
                                          <p:spTgt spid="10"/>
                                        </p:tgtEl>
                                        <p:attrNameLst>
                                          <p:attrName>ppt_x</p:attrName>
                                          <p:attrName>ppt_y</p:attrName>
                                        </p:attrNameLst>
                                      </p:cBhvr>
                                      <p:rCtr x="0" y="1759"/>
                                    </p:animMotion>
                                  </p:childTnLst>
                                </p:cTn>
                              </p:par>
                              <p:par>
                                <p:cTn id="125" presetID="10" presetClass="entr" presetSubtype="0" fill="hold" nodeType="withEffect">
                                  <p:stCondLst>
                                    <p:cond delay="40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200"/>
                                        <p:tgtEl>
                                          <p:spTgt spid="12"/>
                                        </p:tgtEl>
                                      </p:cBhvr>
                                    </p:animEffect>
                                  </p:childTnLst>
                                </p:cTn>
                              </p:par>
                              <p:par>
                                <p:cTn id="128" presetID="42" presetClass="path" presetSubtype="0" decel="100000" fill="hold" nodeType="withEffect">
                                  <p:stCondLst>
                                    <p:cond delay="400"/>
                                  </p:stCondLst>
                                  <p:childTnLst>
                                    <p:animMotion origin="layout" path="M 2.08333E-7 1.48148E-6 L 2.08333E-7 0.03542 " pathEditMode="relative" rAng="0" ptsTypes="AA">
                                      <p:cBhvr>
                                        <p:cTn id="129" dur="500" spd="-100000" fill="hold"/>
                                        <p:tgtEl>
                                          <p:spTgt spid="1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P spid="3" grpId="0"/>
      <p:bldP spid="3" grpId="1"/>
      <p:bldP spid="9001" grpId="0"/>
      <p:bldP spid="9001" grpId="1"/>
      <p:bldP spid="60" grpId="0"/>
      <p:bldP spid="60" grpId="1"/>
      <p:bldP spid="61" grpId="0"/>
      <p:bldP spid="61" grpId="1"/>
      <p:bldP spid="62" grpId="0"/>
      <p:bldP spid="62" grpId="1"/>
      <p:bldP spid="8960" grpId="0"/>
      <p:bldP spid="8960" grpId="1"/>
      <p:bldP spid="8961" grpId="0"/>
      <p:bldP spid="8961" grpId="1"/>
      <p:bldP spid="8962" grpId="0"/>
      <p:bldP spid="8962" grpId="1"/>
      <p:bldP spid="8963" grpId="0"/>
      <p:bldP spid="8963" grpId="1"/>
      <p:bldP spid="8964" grpId="0"/>
      <p:bldP spid="8964" grpId="1"/>
      <p:bldP spid="8965" grpId="0"/>
      <p:bldP spid="8965" grpId="1"/>
      <p:bldP spid="8976" grpId="0" animBg="1"/>
      <p:bldP spid="8976" grpId="1" animBg="1"/>
      <p:bldP spid="8975" grpId="0" animBg="1"/>
      <p:bldP spid="8975" grpId="1" animBg="1"/>
      <p:bldP spid="8974" grpId="0" animBg="1"/>
      <p:bldP spid="897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D767-6A75-D0D4-A26E-DF4462EC468E}"/>
              </a:ext>
            </a:extLst>
          </p:cNvPr>
          <p:cNvSpPr>
            <a:spLocks noGrp="1"/>
          </p:cNvSpPr>
          <p:nvPr>
            <p:ph type="title"/>
          </p:nvPr>
        </p:nvSpPr>
        <p:spPr>
          <a:xfrm>
            <a:off x="585216" y="2977823"/>
            <a:ext cx="5212080" cy="553998"/>
          </a:xfrm>
        </p:spPr>
        <p:txBody>
          <a:bodyPr/>
          <a:lstStyle/>
          <a:p>
            <a:r>
              <a:rPr lang="en-US"/>
              <a:t>Demo</a:t>
            </a:r>
          </a:p>
        </p:txBody>
      </p:sp>
      <p:sp>
        <p:nvSpPr>
          <p:cNvPr id="3" name="Text Placeholder 2">
            <a:extLst>
              <a:ext uri="{FF2B5EF4-FFF2-40B4-BE49-F238E27FC236}">
                <a16:creationId xmlns:a16="http://schemas.microsoft.com/office/drawing/2014/main" id="{8C373BCC-F61F-2BAA-1BE9-D7BE4193A0DE}"/>
              </a:ext>
            </a:extLst>
          </p:cNvPr>
          <p:cNvSpPr>
            <a:spLocks noGrp="1"/>
          </p:cNvSpPr>
          <p:nvPr>
            <p:ph type="body" sz="quarter" idx="12"/>
          </p:nvPr>
        </p:nvSpPr>
        <p:spPr>
          <a:xfrm>
            <a:off x="585216" y="3977319"/>
            <a:ext cx="5212080" cy="246221"/>
          </a:xfrm>
        </p:spPr>
        <p:txBody>
          <a:bodyPr/>
          <a:lstStyle/>
          <a:p>
            <a:r>
              <a:rPr lang="en-US"/>
              <a:t>Speaker Name</a:t>
            </a:r>
          </a:p>
        </p:txBody>
      </p:sp>
    </p:spTree>
    <p:extLst>
      <p:ext uri="{BB962C8B-B14F-4D97-AF65-F5344CB8AC3E}">
        <p14:creationId xmlns:p14="http://schemas.microsoft.com/office/powerpoint/2010/main" val="147549623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6">
            <a:extLst>
              <a:ext uri="{FF2B5EF4-FFF2-40B4-BE49-F238E27FC236}">
                <a16:creationId xmlns:a16="http://schemas.microsoft.com/office/drawing/2014/main" id="{10DEBE62-0179-8C88-9441-8BBE3462BAC5}"/>
              </a:ext>
              <a:ext uri="{C183D7F6-B498-43B3-948B-1728B52AA6E4}">
                <adec:decorative xmlns:adec="http://schemas.microsoft.com/office/drawing/2017/decorative" val="1"/>
              </a:ext>
            </a:extLst>
          </p:cNvPr>
          <p:cNvSpPr/>
          <p:nvPr/>
        </p:nvSpPr>
        <p:spPr bwMode="auto">
          <a:xfrm>
            <a:off x="4465995" y="-1803493"/>
            <a:ext cx="10656577" cy="10656577"/>
          </a:xfrm>
          <a:prstGeom prst="ellipse">
            <a:avLst/>
          </a:prstGeom>
          <a:gradFill flip="none" rotWithShape="1">
            <a:gsLst>
              <a:gs pos="15000">
                <a:srgbClr val="E7F3EF"/>
              </a:gs>
              <a:gs pos="87000">
                <a:srgbClr val="E1F2FA"/>
              </a:gs>
            </a:gsLst>
            <a:lin ang="0" scaled="0"/>
            <a:tileRect/>
          </a:gradFill>
          <a:ln>
            <a:noFill/>
            <a:headEnd type="none" w="med" len="med"/>
            <a:tailEnd type="none" w="med" len="med"/>
          </a:ln>
          <a:effectLst>
            <a:softEdge rad="12700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0" normalizeH="0" baseline="0" noProof="0">
              <a:ln>
                <a:noFill/>
              </a:ln>
              <a:solidFill>
                <a:srgbClr val="EE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5FB70DEE-D117-7187-DC02-3DA71E5D7479}"/>
              </a:ext>
            </a:extLst>
          </p:cNvPr>
          <p:cNvSpPr>
            <a:spLocks noGrp="1"/>
          </p:cNvSpPr>
          <p:nvPr>
            <p:ph type="title"/>
          </p:nvPr>
        </p:nvSpPr>
        <p:spPr>
          <a:xfrm>
            <a:off x="588263" y="457200"/>
            <a:ext cx="7461228" cy="553998"/>
          </a:xfrm>
        </p:spPr>
        <p:txBody>
          <a:bodyPr/>
          <a:lstStyle/>
          <a:p>
            <a:r>
              <a:rPr lang="en-US"/>
              <a:t>Hands on Lab</a:t>
            </a:r>
          </a:p>
        </p:txBody>
      </p:sp>
      <p:pic>
        <p:nvPicPr>
          <p:cNvPr id="42" name="Picture Placeholder 8" descr="Screenshot of a Supplier Assurance Agent configuration page showing detailed instructions, connected skills, a language model selection, Work IQ integration, and configurable channels, tools, knowledge sources, and memory setting">
            <a:extLst>
              <a:ext uri="{FF2B5EF4-FFF2-40B4-BE49-F238E27FC236}">
                <a16:creationId xmlns:a16="http://schemas.microsoft.com/office/drawing/2014/main" id="{922070F6-5C64-A71B-B286-6393D78DECF2}"/>
              </a:ext>
            </a:extLst>
          </p:cNvPr>
          <p:cNvPicPr>
            <a:picLocks noChangeAspect="1"/>
          </p:cNvPicPr>
          <p:nvPr/>
        </p:nvPicPr>
        <p:blipFill>
          <a:blip r:embed="rId3"/>
          <a:srcRect b="19339"/>
          <a:stretch>
            <a:fillRect/>
          </a:stretch>
        </p:blipFill>
        <p:spPr>
          <a:xfrm>
            <a:off x="586175" y="1479496"/>
            <a:ext cx="6934954" cy="3899008"/>
          </a:xfrm>
          <a:prstGeom prst="roundRect">
            <a:avLst>
              <a:gd name="adj" fmla="val 4400"/>
            </a:avLst>
          </a:prstGeom>
          <a:ln>
            <a:solidFill>
              <a:srgbClr val="000000">
                <a:alpha val="30000"/>
              </a:srgbClr>
            </a:solidFill>
          </a:ln>
          <a:effectLst/>
        </p:spPr>
      </p:pic>
      <p:sp>
        <p:nvSpPr>
          <p:cNvPr id="45" name="Text Placeholder 2">
            <a:extLst>
              <a:ext uri="{FF2B5EF4-FFF2-40B4-BE49-F238E27FC236}">
                <a16:creationId xmlns:a16="http://schemas.microsoft.com/office/drawing/2014/main" id="{AFF9A083-B42C-6C76-236A-420022BF4324}"/>
              </a:ext>
            </a:extLst>
          </p:cNvPr>
          <p:cNvSpPr txBox="1">
            <a:spLocks/>
          </p:cNvSpPr>
          <p:nvPr/>
        </p:nvSpPr>
        <p:spPr>
          <a:xfrm>
            <a:off x="586175" y="5590043"/>
            <a:ext cx="641907" cy="333708"/>
          </a:xfrm>
          <a:prstGeom prst="roundRect">
            <a:avLst>
              <a:gd name="adj" fmla="val 32869"/>
            </a:avLst>
          </a:prstGeom>
          <a:gradFill flip="none" rotWithShape="1">
            <a:gsLst>
              <a:gs pos="0">
                <a:srgbClr val="7FC0E6"/>
              </a:gs>
              <a:gs pos="100000">
                <a:srgbClr val="B9DCD2"/>
              </a:gs>
              <a:gs pos="35000">
                <a:srgbClr val="8DC8E8"/>
              </a:gs>
            </a:gsLst>
            <a:path path="circle">
              <a:fillToRect r="100000" b="100000"/>
            </a:path>
            <a:tileRect l="-100000" t="-100000"/>
          </a:gradFill>
        </p:spPr>
        <p:txBody>
          <a:bodyPr wrap="square" lIns="91440" tIns="18288" rIns="91440" bIns="36576" rtlCol="0" anchor="ctr" anchorCtr="0">
            <a:spAutoFit/>
          </a:bodyPr>
          <a:lstStyle>
            <a:defPPr>
              <a:defRPr lang="en-US"/>
            </a:defPPr>
            <a:lvl1pPr algn="ctr" defTabSz="914437" fontAlgn="base">
              <a:spcBef>
                <a:spcPct val="0"/>
              </a:spcBef>
              <a:spcAft>
                <a:spcPct val="0"/>
              </a:spcAft>
              <a:tabLst>
                <a:tab pos="1487158" algn="l"/>
              </a:tabLst>
              <a:defRPr sz="1800" b="1">
                <a:ln w="3175">
                  <a:noFill/>
                </a:ln>
                <a:latin typeface="Segoe UI Semibold" panose="020B0502040204020203" pitchFamily="34" charset="0"/>
                <a:cs typeface="Segoe UI"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Semibold" panose="020B0502040204020203" pitchFamily="34" charset="0"/>
                <a:ea typeface="+mn-ea"/>
                <a:cs typeface="Segoe UI" pitchFamily="34" charset="0"/>
              </a:rPr>
              <a:t>Lab</a:t>
            </a:r>
          </a:p>
        </p:txBody>
      </p:sp>
      <p:sp>
        <p:nvSpPr>
          <p:cNvPr id="41" name="Text Placeholder 2">
            <a:extLst>
              <a:ext uri="{FF2B5EF4-FFF2-40B4-BE49-F238E27FC236}">
                <a16:creationId xmlns:a16="http://schemas.microsoft.com/office/drawing/2014/main" id="{966C0192-BAB2-2210-6D79-82920A608D59}"/>
              </a:ext>
            </a:extLst>
          </p:cNvPr>
          <p:cNvSpPr txBox="1">
            <a:spLocks/>
          </p:cNvSpPr>
          <p:nvPr/>
        </p:nvSpPr>
        <p:spPr>
          <a:xfrm>
            <a:off x="1363010" y="5618398"/>
            <a:ext cx="4483176"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Supplier Assurance Agent</a:t>
            </a:r>
          </a:p>
        </p:txBody>
      </p:sp>
      <p:sp>
        <p:nvSpPr>
          <p:cNvPr id="8" name="TextBox 7">
            <a:extLst>
              <a:ext uri="{FF2B5EF4-FFF2-40B4-BE49-F238E27FC236}">
                <a16:creationId xmlns:a16="http://schemas.microsoft.com/office/drawing/2014/main" id="{7D4DF7C7-EFFE-BA5B-F2D4-DCDA47A04C78}"/>
              </a:ext>
            </a:extLst>
          </p:cNvPr>
          <p:cNvSpPr txBox="1"/>
          <p:nvPr/>
        </p:nvSpPr>
        <p:spPr>
          <a:xfrm>
            <a:off x="8715702" y="1563170"/>
            <a:ext cx="2048638" cy="369332"/>
          </a:xfrm>
          <a:prstGeom prst="rect">
            <a:avLst/>
          </a:prstGeom>
          <a:noFill/>
        </p:spPr>
        <p:txBody>
          <a:bodyPr wrap="none" lIns="0" tIns="0" rIns="0" bIns="0">
            <a:spAutoFit/>
          </a:bodyPr>
          <a:lstStyle/>
          <a:p>
            <a:pPr marL="0" marR="0" lvl="0" indent="0" algn="ctr" defTabSz="914367" rtl="0" eaLnBrk="1" fontAlgn="auto" latinLnBrk="0" hangingPunct="1">
              <a:lnSpc>
                <a:spcPct val="100000"/>
              </a:lnSpc>
              <a:spcBef>
                <a:spcPts val="2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Segoe UI Semibold"/>
                <a:ea typeface="+mn-ea"/>
                <a:cs typeface="Segoe UI"/>
              </a:rPr>
              <a:t>Access the lab:</a:t>
            </a:r>
          </a:p>
        </p:txBody>
      </p:sp>
      <p:pic>
        <p:nvPicPr>
          <p:cNvPr id="48" name="Picture 2" descr="Scan me! QR Code">
            <a:extLst>
              <a:ext uri="{FF2B5EF4-FFF2-40B4-BE49-F238E27FC236}">
                <a16:creationId xmlns:a16="http://schemas.microsoft.com/office/drawing/2014/main" id="{42EF1EEE-D69C-B729-9DD2-8D62457523A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tretch/>
        </p:blipFill>
        <p:spPr bwMode="auto">
          <a:xfrm>
            <a:off x="8544160" y="2150488"/>
            <a:ext cx="2391722" cy="2391722"/>
          </a:xfrm>
          <a:prstGeom prst="roundRect">
            <a:avLst>
              <a:gd name="adj" fmla="val 6925"/>
            </a:avLst>
          </a:prstGeom>
          <a:solidFill>
            <a:schemeClr val="bg1"/>
          </a:solidFill>
          <a:ln w="19050" cap="rnd">
            <a:noFill/>
            <a:headEnd type="none" w="lg" len="sm"/>
            <a:tailEnd type="none" w="lg" len="sm"/>
          </a:ln>
          <a:effectLst/>
        </p:spPr>
      </p:pic>
      <p:sp>
        <p:nvSpPr>
          <p:cNvPr id="47" name="TextBox 46">
            <a:extLst>
              <a:ext uri="{FF2B5EF4-FFF2-40B4-BE49-F238E27FC236}">
                <a16:creationId xmlns:a16="http://schemas.microsoft.com/office/drawing/2014/main" id="{C530A382-BED4-19B6-8BD5-A5C90CB78FA3}"/>
              </a:ext>
            </a:extLst>
          </p:cNvPr>
          <p:cNvSpPr txBox="1"/>
          <p:nvPr/>
        </p:nvSpPr>
        <p:spPr>
          <a:xfrm>
            <a:off x="8601504" y="4727829"/>
            <a:ext cx="2277035" cy="492443"/>
          </a:xfrm>
          <a:prstGeom prst="rect">
            <a:avLst/>
          </a:prstGeom>
          <a:noFill/>
        </p:spPr>
        <p:txBody>
          <a:bodyPr wrap="none" lIns="0" tIns="0" rIns="0" bIns="0">
            <a:spAutoFit/>
          </a:bodyPr>
          <a:lstStyle/>
          <a:p>
            <a:pPr marL="0" marR="0" lvl="0" indent="0" algn="ctr" defTabSz="914367" rtl="0" eaLnBrk="1" fontAlgn="auto" latinLnBrk="0" hangingPunct="1">
              <a:lnSpc>
                <a:spcPct val="100000"/>
              </a:lnSpc>
              <a:spcBef>
                <a:spcPts val="20"/>
              </a:spcBef>
              <a:spcAft>
                <a:spcPts val="0"/>
              </a:spcAft>
              <a:buClrTx/>
              <a:buSzTx/>
              <a:buFontTx/>
              <a:buNone/>
              <a:tabLst/>
              <a:defRPr/>
            </a:pPr>
            <a:r>
              <a:rPr kumimoji="0" lang="en-US" sz="1600" b="0" i="0" u="none" strike="noStrike" kern="1200" cap="none" spc="0" normalizeH="0" baseline="0" noProof="0" err="1">
                <a:ln>
                  <a:noFill/>
                </a:ln>
                <a:solidFill>
                  <a:srgbClr val="0078D4"/>
                </a:solidFill>
                <a:effectLst/>
                <a:uLnTx/>
                <a:uFillTx/>
                <a:latin typeface="Segoe UI Semibold"/>
                <a:ea typeface="+mn-ea"/>
                <a:cs typeface="+mn-cs"/>
              </a:rPr>
              <a:t>aka.ms</a:t>
            </a:r>
            <a:r>
              <a:rPr kumimoji="0" lang="en-US" sz="1600" b="0" i="0" u="none" strike="noStrike" kern="1200" cap="none" spc="0" normalizeH="0" baseline="0" noProof="0">
                <a:ln>
                  <a:noFill/>
                </a:ln>
                <a:solidFill>
                  <a:srgbClr val="0078D4"/>
                </a:solidFill>
                <a:effectLst/>
                <a:uLnTx/>
                <a:uFillTx/>
                <a:latin typeface="Segoe UI Semibold"/>
                <a:ea typeface="+mn-ea"/>
                <a:cs typeface="+mn-cs"/>
              </a:rPr>
              <a:t>/ai-tour/</a:t>
            </a:r>
            <a:br>
              <a:rPr kumimoji="0" lang="en-US" sz="1600" b="0" i="0" u="none" strike="noStrike" kern="1200" cap="none" spc="0" normalizeH="0" baseline="0" noProof="0">
                <a:ln>
                  <a:noFill/>
                </a:ln>
                <a:solidFill>
                  <a:srgbClr val="0078D4"/>
                </a:solidFill>
                <a:effectLst/>
                <a:uLnTx/>
                <a:uFillTx/>
                <a:latin typeface="Segoe UI Semibold"/>
                <a:ea typeface="+mn-ea"/>
                <a:cs typeface="+mn-cs"/>
              </a:rPr>
            </a:br>
            <a:r>
              <a:rPr kumimoji="0" lang="en-US" sz="1600" b="0" i="0" u="none" strike="noStrike" kern="1200" cap="none" spc="0" normalizeH="0" baseline="0" noProof="0">
                <a:ln>
                  <a:noFill/>
                </a:ln>
                <a:solidFill>
                  <a:srgbClr val="0078D4"/>
                </a:solidFill>
                <a:effectLst/>
                <a:uLnTx/>
                <a:uFillTx/>
                <a:latin typeface="Segoe UI Semibold"/>
                <a:ea typeface="+mn-ea"/>
                <a:cs typeface="+mn-cs"/>
              </a:rPr>
              <a:t>workshop/</a:t>
            </a:r>
            <a:r>
              <a:rPr kumimoji="0" lang="en-US" sz="1600" b="0" i="0" u="none" strike="noStrike" kern="1200" cap="none" spc="0" normalizeH="0" baseline="0" noProof="0" err="1">
                <a:ln>
                  <a:noFill/>
                </a:ln>
                <a:solidFill>
                  <a:srgbClr val="0078D4"/>
                </a:solidFill>
                <a:effectLst/>
                <a:uLnTx/>
                <a:uFillTx/>
                <a:latin typeface="Segoe UI Semibold"/>
                <a:ea typeface="+mn-ea"/>
                <a:cs typeface="+mn-cs"/>
              </a:rPr>
              <a:t>copilotstudio</a:t>
            </a:r>
            <a:r>
              <a:rPr kumimoji="0" lang="en-US" sz="1600" b="0" i="0" u="none" strike="noStrike" kern="1200" cap="none" spc="0" normalizeH="0" baseline="0" noProof="0">
                <a:ln>
                  <a:noFill/>
                </a:ln>
                <a:solidFill>
                  <a:srgbClr val="0078D4"/>
                </a:solidFill>
                <a:effectLst/>
                <a:uLnTx/>
                <a:uFillTx/>
                <a:latin typeface="Segoe UI Semibold"/>
                <a:ea typeface="+mn-ea"/>
                <a:cs typeface="+mn-cs"/>
              </a:rPr>
              <a:t> </a:t>
            </a:r>
          </a:p>
        </p:txBody>
      </p:sp>
    </p:spTree>
    <p:extLst>
      <p:ext uri="{BB962C8B-B14F-4D97-AF65-F5344CB8AC3E}">
        <p14:creationId xmlns:p14="http://schemas.microsoft.com/office/powerpoint/2010/main" val="37272657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200"/>
                                        <p:tgtEl>
                                          <p:spTgt spid="42"/>
                                        </p:tgtEl>
                                      </p:cBhvr>
                                    </p:animEffect>
                                  </p:childTnLst>
                                </p:cTn>
                              </p:par>
                              <p:par>
                                <p:cTn id="8" presetID="42" presetClass="path" presetSubtype="0" decel="100000" fill="hold" nodeType="withEffect">
                                  <p:stCondLst>
                                    <p:cond delay="300"/>
                                  </p:stCondLst>
                                  <p:childTnLst>
                                    <p:animMotion origin="layout" path="M 0 0.03888 L 0 4.81481E-6 " pathEditMode="relative" rAng="0" ptsTypes="AA">
                                      <p:cBhvr>
                                        <p:cTn id="9" dur="500" fill="hold"/>
                                        <p:tgtEl>
                                          <p:spTgt spid="42"/>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
                                        <p:tgtEl>
                                          <p:spTgt spid="8"/>
                                        </p:tgtEl>
                                      </p:cBhvr>
                                    </p:animEffect>
                                  </p:childTnLst>
                                </p:cTn>
                              </p:par>
                              <p:par>
                                <p:cTn id="13" presetID="42" presetClass="path" presetSubtype="0" decel="100000" fill="hold" grpId="1" nodeType="withEffect">
                                  <p:stCondLst>
                                    <p:cond delay="200"/>
                                  </p:stCondLst>
                                  <p:childTnLst>
                                    <p:animMotion origin="layout" path="M 1.875E-6 0.03889 L 1.875E-6 -1.11111E-6 " pathEditMode="relative" rAng="0" ptsTypes="AA">
                                      <p:cBhvr>
                                        <p:cTn id="14" dur="500" fill="hold"/>
                                        <p:tgtEl>
                                          <p:spTgt spid="8"/>
                                        </p:tgtEl>
                                        <p:attrNameLst>
                                          <p:attrName>ppt_x</p:attrName>
                                          <p:attrName>ppt_y</p:attrName>
                                        </p:attrNameLst>
                                      </p:cBhvr>
                                      <p:rCtr x="0" y="-1944"/>
                                    </p:animMotion>
                                  </p:childTnLst>
                                </p:cTn>
                              </p:par>
                              <p:par>
                                <p:cTn id="15" presetID="10"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00"/>
                                        <p:tgtEl>
                                          <p:spTgt spid="2"/>
                                        </p:tgtEl>
                                      </p:cBhvr>
                                    </p:animEffect>
                                  </p:childTnLst>
                                </p:cTn>
                              </p:par>
                              <p:par>
                                <p:cTn id="18" presetID="42" presetClass="path" presetSubtype="0" decel="100000" fill="hold" grpId="1" nodeType="withEffect">
                                  <p:stCondLst>
                                    <p:cond delay="0"/>
                                  </p:stCondLst>
                                  <p:childTnLst>
                                    <p:animMotion origin="layout" path="M 3.125E-6 0.03889 L 3.125E-6 -4.44444E-6 " pathEditMode="relative" rAng="0" ptsTypes="AA">
                                      <p:cBhvr>
                                        <p:cTn id="19" dur="500" fill="hold"/>
                                        <p:tgtEl>
                                          <p:spTgt spid="2"/>
                                        </p:tgtEl>
                                        <p:attrNameLst>
                                          <p:attrName>ppt_x</p:attrName>
                                          <p:attrName>ppt_y</p:attrName>
                                        </p:attrNameLst>
                                      </p:cBhvr>
                                      <p:rCtr x="0" y="-1944"/>
                                    </p:animMotion>
                                  </p:childTnLst>
                                </p:cTn>
                              </p:par>
                              <p:par>
                                <p:cTn id="20" presetID="10" presetClass="entr" presetSubtype="0" fill="hold" grpId="0" nodeType="withEffect">
                                  <p:stCondLst>
                                    <p:cond delay="1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200"/>
                                        <p:tgtEl>
                                          <p:spTgt spid="3"/>
                                        </p:tgtEl>
                                      </p:cBhvr>
                                    </p:animEffect>
                                  </p:childTnLst>
                                </p:cTn>
                              </p:par>
                              <p:par>
                                <p:cTn id="23" presetID="42" presetClass="path" presetSubtype="0" decel="100000" fill="hold" grpId="1" nodeType="withEffect">
                                  <p:stCondLst>
                                    <p:cond delay="100"/>
                                  </p:stCondLst>
                                  <p:childTnLst>
                                    <p:animMotion origin="layout" path="M 0 0.03888 L 0 4.81481E-6 " pathEditMode="relative" rAng="0" ptsTypes="AA">
                                      <p:cBhvr>
                                        <p:cTn id="24" dur="500" fill="hold"/>
                                        <p:tgtEl>
                                          <p:spTgt spid="3"/>
                                        </p:tgtEl>
                                        <p:attrNameLst>
                                          <p:attrName>ppt_x</p:attrName>
                                          <p:attrName>ppt_y</p:attrName>
                                        </p:attrNameLst>
                                      </p:cBhvr>
                                      <p:rCtr x="0" y="-1944"/>
                                    </p:animMotion>
                                  </p:childTnLst>
                                </p:cTn>
                              </p:par>
                              <p:par>
                                <p:cTn id="25" presetID="10" presetClass="entr" presetSubtype="0" fill="hold" nodeType="withEffect">
                                  <p:stCondLst>
                                    <p:cond delay="20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200"/>
                                        <p:tgtEl>
                                          <p:spTgt spid="48"/>
                                        </p:tgtEl>
                                      </p:cBhvr>
                                    </p:animEffect>
                                  </p:childTnLst>
                                </p:cTn>
                              </p:par>
                              <p:par>
                                <p:cTn id="28" presetID="42" presetClass="path" presetSubtype="0" decel="100000" fill="hold" nodeType="withEffect">
                                  <p:stCondLst>
                                    <p:cond delay="200"/>
                                  </p:stCondLst>
                                  <p:childTnLst>
                                    <p:animMotion origin="layout" path="M 1.875E-6 0.03889 L 1.875E-6 -2.96296E-6 " pathEditMode="relative" rAng="0" ptsTypes="AA">
                                      <p:cBhvr>
                                        <p:cTn id="29" dur="500" fill="hold"/>
                                        <p:tgtEl>
                                          <p:spTgt spid="48"/>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200"/>
                                        <p:tgtEl>
                                          <p:spTgt spid="47"/>
                                        </p:tgtEl>
                                      </p:cBhvr>
                                    </p:animEffect>
                                  </p:childTnLst>
                                </p:cTn>
                              </p:par>
                              <p:par>
                                <p:cTn id="33" presetID="42" presetClass="path" presetSubtype="0" decel="100000" fill="hold" grpId="1" nodeType="withEffect">
                                  <p:stCondLst>
                                    <p:cond delay="200"/>
                                  </p:stCondLst>
                                  <p:childTnLst>
                                    <p:animMotion origin="layout" path="M 1.875E-6 0.03889 L 1.875E-6 -1.48148E-6 " pathEditMode="relative" rAng="0" ptsTypes="AA">
                                      <p:cBhvr>
                                        <p:cTn id="34" dur="500" fill="hold"/>
                                        <p:tgtEl>
                                          <p:spTgt spid="47"/>
                                        </p:tgtEl>
                                        <p:attrNameLst>
                                          <p:attrName>ppt_x</p:attrName>
                                          <p:attrName>ppt_y</p:attrName>
                                        </p:attrNameLst>
                                      </p:cBhvr>
                                      <p:rCtr x="0" y="-1944"/>
                                    </p:animMotion>
                                  </p:childTnLst>
                                </p:cTn>
                              </p:par>
                              <p:par>
                                <p:cTn id="35" presetID="10" presetClass="entr" presetSubtype="0" fill="hold" grpId="0" nodeType="withEffect">
                                  <p:stCondLst>
                                    <p:cond delay="30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00"/>
                                        <p:tgtEl>
                                          <p:spTgt spid="45"/>
                                        </p:tgtEl>
                                      </p:cBhvr>
                                    </p:animEffect>
                                  </p:childTnLst>
                                </p:cTn>
                              </p:par>
                              <p:par>
                                <p:cTn id="38" presetID="42" presetClass="path" presetSubtype="0" decel="100000" fill="hold" grpId="1" nodeType="withEffect">
                                  <p:stCondLst>
                                    <p:cond delay="300"/>
                                  </p:stCondLst>
                                  <p:childTnLst>
                                    <p:animMotion origin="layout" path="M 0 0.03888 L 0 4.81481E-6 " pathEditMode="relative" rAng="0" ptsTypes="AA">
                                      <p:cBhvr>
                                        <p:cTn id="39" dur="500" fill="hold"/>
                                        <p:tgtEl>
                                          <p:spTgt spid="45"/>
                                        </p:tgtEl>
                                        <p:attrNameLst>
                                          <p:attrName>ppt_x</p:attrName>
                                          <p:attrName>ppt_y</p:attrName>
                                        </p:attrNameLst>
                                      </p:cBhvr>
                                      <p:rCtr x="0" y="-1944"/>
                                    </p:animMotion>
                                  </p:childTnLst>
                                </p:cTn>
                              </p:par>
                              <p:par>
                                <p:cTn id="40" presetID="10" presetClass="entr" presetSubtype="0" fill="hold" grpId="0" nodeType="withEffect">
                                  <p:stCondLst>
                                    <p:cond delay="30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200"/>
                                        <p:tgtEl>
                                          <p:spTgt spid="41"/>
                                        </p:tgtEl>
                                      </p:cBhvr>
                                    </p:animEffect>
                                  </p:childTnLst>
                                </p:cTn>
                              </p:par>
                              <p:par>
                                <p:cTn id="43" presetID="42" presetClass="path" presetSubtype="0" decel="100000" fill="hold" grpId="1" nodeType="withEffect">
                                  <p:stCondLst>
                                    <p:cond delay="300"/>
                                  </p:stCondLst>
                                  <p:childTnLst>
                                    <p:animMotion origin="layout" path="M 0 0.03888 L 0 4.81481E-6 " pathEditMode="relative" rAng="0" ptsTypes="AA">
                                      <p:cBhvr>
                                        <p:cTn id="44" dur="500" fill="hold"/>
                                        <p:tgtEl>
                                          <p:spTgt spid="4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 grpId="0"/>
      <p:bldP spid="2" grpId="1"/>
      <p:bldP spid="45" grpId="0" animBg="1"/>
      <p:bldP spid="45" grpId="1" animBg="1"/>
      <p:bldP spid="41" grpId="0"/>
      <p:bldP spid="41" grpId="1"/>
      <p:bldP spid="8" grpId="0"/>
      <p:bldP spid="8" grpId="1"/>
      <p:bldP spid="47" grpId="0"/>
      <p:bldP spid="4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943F-2CD3-D5E5-8E0C-0E179937F08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98E132A-4448-1CD0-28D7-B44A1006D6DA}"/>
              </a:ext>
              <a:ext uri="{C183D7F6-B498-43B3-948B-1728B52AA6E4}">
                <adec:decorative xmlns:adec="http://schemas.microsoft.com/office/drawing/2017/decorative" val="1"/>
              </a:ext>
            </a:extLst>
          </p:cNvPr>
          <p:cNvSpPr/>
          <p:nvPr/>
        </p:nvSpPr>
        <p:spPr bwMode="auto">
          <a:xfrm>
            <a:off x="0" y="0"/>
            <a:ext cx="9407471" cy="6858000"/>
          </a:xfrm>
          <a:prstGeom prst="rect">
            <a:avLst/>
          </a:prstGeom>
          <a:gradFill flip="none" rotWithShape="1">
            <a:gsLst>
              <a:gs pos="57000">
                <a:srgbClr val="FFFFFF">
                  <a:alpha val="92000"/>
                </a:srgbClr>
              </a:gs>
              <a:gs pos="29000">
                <a:schemeClr val="tx1"/>
              </a:gs>
              <a:gs pos="99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a:extLst>
              <a:ext uri="{FF2B5EF4-FFF2-40B4-BE49-F238E27FC236}">
                <a16:creationId xmlns:a16="http://schemas.microsoft.com/office/drawing/2014/main" id="{367C8171-661D-D801-BEC8-146B1DCCE953}"/>
              </a:ext>
            </a:extLst>
          </p:cNvPr>
          <p:cNvSpPr txBox="1">
            <a:spLocks noGrp="1"/>
          </p:cNvSpPr>
          <p:nvPr>
            <p:ph type="title"/>
          </p:nvPr>
        </p:nvSpPr>
        <p:spPr>
          <a:xfrm>
            <a:off x="585216" y="3340396"/>
            <a:ext cx="6675120" cy="55399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kumimoji="0" lang="en-CA" sz="6000" b="1" i="0" u="none" strike="noStrike" kern="1200" cap="none" spc="0" normalizeH="0" baseline="0" noProof="0">
                <a:ln w="3175">
                  <a:noFill/>
                </a:ln>
                <a:solidFill>
                  <a:srgbClr val="000000"/>
                </a:solidFill>
                <a:effectLst/>
                <a:uLnTx/>
                <a:uFillTx/>
                <a:latin typeface="+mj-lt"/>
                <a:ea typeface="+mn-ea"/>
                <a:cs typeface="Segoe UI" pitchFamily="34" charset="0"/>
              </a:rPr>
              <a:t>Keep </a:t>
            </a:r>
            <a:br>
              <a:rPr kumimoji="0" lang="en-CA" sz="6000" b="1" i="0" u="none" strike="noStrike" kern="1200" cap="none" spc="0" normalizeH="0" baseline="0" noProof="0">
                <a:ln w="3175">
                  <a:noFill/>
                </a:ln>
                <a:solidFill>
                  <a:srgbClr val="000000"/>
                </a:solidFill>
                <a:effectLst/>
                <a:uLnTx/>
                <a:uFillTx/>
                <a:latin typeface="+mj-lt"/>
                <a:ea typeface="+mn-ea"/>
                <a:cs typeface="Segoe UI" pitchFamily="34" charset="0"/>
              </a:rPr>
            </a:br>
            <a:r>
              <a:rPr kumimoji="0" lang="en-CA" sz="6000" b="1" i="0" u="none" strike="noStrike" kern="1200" cap="none" spc="0" normalizeH="0" baseline="0" noProof="0">
                <a:ln w="3175">
                  <a:noFill/>
                </a:ln>
                <a:solidFill>
                  <a:srgbClr val="000000"/>
                </a:solidFill>
                <a:effectLst/>
                <a:uLnTx/>
                <a:uFillTx/>
                <a:latin typeface="+mj-lt"/>
                <a:ea typeface="+mn-ea"/>
                <a:cs typeface="Segoe UI" pitchFamily="34" charset="0"/>
              </a:rPr>
              <a:t>learning</a:t>
            </a:r>
            <a:endParaRPr kumimoji="0" lang="en-CA" sz="6000" b="0" i="0" u="none" strike="noStrike" kern="1200" cap="none" spc="0" normalizeH="0" baseline="0" noProof="0">
              <a:ln w="3175">
                <a:noFill/>
              </a:ln>
              <a:solidFill>
                <a:srgbClr val="000000"/>
              </a:solidFill>
              <a:effectLst/>
              <a:uLnTx/>
              <a:uFillTx/>
              <a:latin typeface="Segoe UI Semibold"/>
              <a:ea typeface="+mn-ea"/>
              <a:cs typeface="Segoe UI" pitchFamily="34" charset="0"/>
            </a:endParaRPr>
          </a:p>
        </p:txBody>
      </p:sp>
      <p:sp>
        <p:nvSpPr>
          <p:cNvPr id="14" name="Rounded Rectangle 13">
            <a:extLst>
              <a:ext uri="{FF2B5EF4-FFF2-40B4-BE49-F238E27FC236}">
                <a16:creationId xmlns:a16="http://schemas.microsoft.com/office/drawing/2014/main" id="{774691E7-481D-48F3-0540-4EB23907BA76}"/>
              </a:ext>
              <a:ext uri="{C183D7F6-B498-43B3-948B-1728B52AA6E4}">
                <adec:decorative xmlns:adec="http://schemas.microsoft.com/office/drawing/2017/decorative" val="1"/>
              </a:ext>
            </a:extLst>
          </p:cNvPr>
          <p:cNvSpPr/>
          <p:nvPr/>
        </p:nvSpPr>
        <p:spPr bwMode="auto">
          <a:xfrm>
            <a:off x="6601563" y="1471353"/>
            <a:ext cx="3915295" cy="3915295"/>
          </a:xfrm>
          <a:prstGeom prst="roundRect">
            <a:avLst>
              <a:gd name="adj" fmla="val 8916"/>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pic>
        <p:nvPicPr>
          <p:cNvPr id="6" name="Picture 5">
            <a:extLst>
              <a:ext uri="{FF2B5EF4-FFF2-40B4-BE49-F238E27FC236}">
                <a16:creationId xmlns:a16="http://schemas.microsoft.com/office/drawing/2014/main" id="{D5E292BD-EF21-4AE2-A54E-CBC6ABF19E1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9869" y="963254"/>
            <a:ext cx="2039082" cy="1666128"/>
          </a:xfrm>
          <a:prstGeom prst="rect">
            <a:avLst/>
          </a:prstGeom>
        </p:spPr>
      </p:pic>
      <p:sp>
        <p:nvSpPr>
          <p:cNvPr id="10" name="Rectangle: Rounded Corners 7">
            <a:extLst>
              <a:ext uri="{FF2B5EF4-FFF2-40B4-BE49-F238E27FC236}">
                <a16:creationId xmlns:a16="http://schemas.microsoft.com/office/drawing/2014/main" id="{C26A99E7-8A93-D98D-81CB-D3B660DCE59F}"/>
              </a:ext>
              <a:ext uri="{C183D7F6-B498-43B3-948B-1728B52AA6E4}">
                <adec:decorative xmlns:adec="http://schemas.microsoft.com/office/drawing/2017/decorative" val="0"/>
              </a:ext>
            </a:extLst>
          </p:cNvPr>
          <p:cNvSpPr/>
          <p:nvPr/>
        </p:nvSpPr>
        <p:spPr bwMode="auto">
          <a:xfrm>
            <a:off x="615824" y="4643087"/>
            <a:ext cx="4149314" cy="503444"/>
          </a:xfrm>
          <a:prstGeom prst="roundRect">
            <a:avLst>
              <a:gd name="adj" fmla="val 42392"/>
            </a:avLst>
          </a:prstGeom>
          <a:gradFill>
            <a:gsLst>
              <a:gs pos="0">
                <a:srgbClr val="7FC0E6"/>
              </a:gs>
              <a:gs pos="100000">
                <a:srgbClr val="B9DCD2"/>
              </a:gs>
              <a:gs pos="35000">
                <a:srgbClr val="8DC8E8"/>
              </a:gs>
            </a:gsLst>
            <a:path path="circle">
              <a:fillToRect r="100000" b="100000"/>
            </a:path>
          </a:gradFill>
        </p:spPr>
        <p:txBody>
          <a:bodyPr wrap="none" lIns="137160" tIns="18288" rIns="137160" bIns="54864" rtlCol="0" anchor="ctr">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aka.ms/</a:t>
            </a:r>
            <a:r>
              <a:rPr kumimoji="0" lang="en-US" sz="2000" b="1" i="0" u="none" strike="noStrike" kern="1200" cap="none" spc="0" normalizeH="0" baseline="0" noProof="0" dirty="0" err="1">
                <a:ln w="3175">
                  <a:noFill/>
                </a:ln>
                <a:solidFill>
                  <a:srgbClr val="000000"/>
                </a:solidFill>
                <a:effectLst/>
                <a:uLnTx/>
                <a:uFillTx/>
                <a:latin typeface="Segoe UI Semibold" panose="020B0502040204020203" pitchFamily="34" charset="0"/>
                <a:ea typeface="+mn-ea"/>
                <a:cs typeface="Segoe UI" pitchFamily="34" charset="0"/>
              </a:rPr>
              <a:t>copilotstudio-getstarted</a:t>
            </a:r>
            <a:endParaRPr kumimoji="0" lang="en-US"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endParaRPr>
          </a:p>
        </p:txBody>
      </p:sp>
      <p:pic>
        <p:nvPicPr>
          <p:cNvPr id="4" name="Picture 2" descr="Scan me! QR Code">
            <a:extLst>
              <a:ext uri="{FF2B5EF4-FFF2-40B4-BE49-F238E27FC236}">
                <a16:creationId xmlns:a16="http://schemas.microsoft.com/office/drawing/2014/main" id="{6D38C596-B3EE-5A17-1235-55DE4CAC1038}"/>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p:blipFill>
        <p:spPr bwMode="auto">
          <a:xfrm>
            <a:off x="7038478" y="1908268"/>
            <a:ext cx="3041464" cy="3041464"/>
          </a:xfrm>
          <a:prstGeom prst="rect">
            <a:avLst/>
          </a:prstGeom>
        </p:spPr>
      </p:pic>
      <p:sp>
        <p:nvSpPr>
          <p:cNvPr id="7" name="Rectangle: Rounded Corners 7">
            <a:extLst>
              <a:ext uri="{FF2B5EF4-FFF2-40B4-BE49-F238E27FC236}">
                <a16:creationId xmlns:a16="http://schemas.microsoft.com/office/drawing/2014/main" id="{3163B6E5-4208-D3FA-3B92-CC1A81EA878C}"/>
              </a:ext>
              <a:ext uri="{C183D7F6-B498-43B3-948B-1728B52AA6E4}">
                <adec:decorative xmlns:adec="http://schemas.microsoft.com/office/drawing/2017/decorative" val="0"/>
              </a:ext>
            </a:extLst>
          </p:cNvPr>
          <p:cNvSpPr/>
          <p:nvPr/>
        </p:nvSpPr>
        <p:spPr bwMode="auto">
          <a:xfrm>
            <a:off x="7011013" y="5594218"/>
            <a:ext cx="3096394" cy="503444"/>
          </a:xfrm>
          <a:prstGeom prst="roundRect">
            <a:avLst>
              <a:gd name="adj" fmla="val 42392"/>
            </a:avLst>
          </a:prstGeom>
          <a:solidFill>
            <a:schemeClr val="tx1"/>
          </a:solidFill>
        </p:spPr>
        <p:txBody>
          <a:bodyPr wrap="none" lIns="137160" tIns="18288" rIns="137160" bIns="54864" rtlCol="0" anchor="ctr">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2000" b="1" i="0" u="none" strike="noStrike" kern="1200" cap="none" spc="0" normalizeH="0" baseline="0" noProof="0" err="1">
                <a:ln w="3175">
                  <a:noFill/>
                </a:ln>
                <a:solidFill>
                  <a:srgbClr val="0078D4"/>
                </a:solidFill>
                <a:effectLst/>
                <a:uLnTx/>
                <a:uFillTx/>
                <a:latin typeface="Segoe UI Semibold" panose="020B0502040204020203" pitchFamily="34" charset="0"/>
                <a:ea typeface="+mn-ea"/>
                <a:cs typeface="Segoe UI" pitchFamily="34" charset="0"/>
              </a:rPr>
              <a:t>aka.ms</a:t>
            </a:r>
            <a:r>
              <a:rPr kumimoji="0" lang="en-US" sz="2000" b="1" i="0" u="none" strike="noStrike" kern="1200" cap="none" spc="0" normalizeH="0" baseline="0" noProof="0">
                <a:ln w="3175">
                  <a:noFill/>
                </a:ln>
                <a:solidFill>
                  <a:srgbClr val="0078D4"/>
                </a:solidFill>
                <a:effectLst/>
                <a:uLnTx/>
                <a:uFillTx/>
                <a:latin typeface="Segoe UI Semibold" panose="020B0502040204020203" pitchFamily="34" charset="0"/>
                <a:ea typeface="+mn-ea"/>
                <a:cs typeface="Segoe UI" pitchFamily="34" charset="0"/>
              </a:rPr>
              <a:t>/agent-academy</a:t>
            </a:r>
          </a:p>
        </p:txBody>
      </p:sp>
    </p:spTree>
    <p:extLst>
      <p:ext uri="{BB962C8B-B14F-4D97-AF65-F5344CB8AC3E}">
        <p14:creationId xmlns:p14="http://schemas.microsoft.com/office/powerpoint/2010/main" val="263806113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42" presetClass="path" presetSubtype="0" decel="100000" fill="hold" nodeType="withEffect">
                                  <p:stCondLst>
                                    <p:cond delay="0"/>
                                  </p:stCondLst>
                                  <p:childTnLst>
                                    <p:animMotion origin="layout" path="M 3.125E-6 0.03889 L 3.125E-6 -4.44444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par>
                                <p:cTn id="13" presetID="42" presetClass="path" presetSubtype="0" decel="100000" fill="hold" grpId="1" nodeType="withEffect">
                                  <p:stCondLst>
                                    <p:cond delay="100"/>
                                  </p:stCondLst>
                                  <p:childTnLst>
                                    <p:animMotion origin="layout" path="M 3.125E-6 0.03889 L 3.125E-6 -4.44444E-6 " pathEditMode="relative" rAng="0" ptsTypes="AA">
                                      <p:cBhvr>
                                        <p:cTn id="14" dur="500" fill="hold"/>
                                        <p:tgtEl>
                                          <p:spTgt spid="9"/>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par>
                                <p:cTn id="18" presetID="42" presetClass="path" presetSubtype="0" decel="100000" fill="hold" grpId="1" nodeType="withEffect">
                                  <p:stCondLst>
                                    <p:cond delay="100"/>
                                  </p:stCondLst>
                                  <p:childTnLst>
                                    <p:animMotion origin="layout" path="M 3.125E-6 0.03889 L 3.125E-6 -4.44444E-6 " pathEditMode="relative" rAng="0" ptsTypes="AA">
                                      <p:cBhvr>
                                        <p:cTn id="19" dur="500" fill="hold"/>
                                        <p:tgtEl>
                                          <p:spTgt spid="10"/>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00"/>
                                        <p:tgtEl>
                                          <p:spTgt spid="14"/>
                                        </p:tgtEl>
                                      </p:cBhvr>
                                    </p:animEffect>
                                  </p:childTnLst>
                                </p:cTn>
                              </p:par>
                              <p:par>
                                <p:cTn id="23" presetID="42" presetClass="path" presetSubtype="0" decel="100000" fill="hold" grpId="1" nodeType="withEffect">
                                  <p:stCondLst>
                                    <p:cond delay="200"/>
                                  </p:stCondLst>
                                  <p:childTnLst>
                                    <p:animMotion origin="layout" path="M 3.125E-6 0.03889 L 3.125E-6 -4.44444E-6 " pathEditMode="relative" rAng="0" ptsTypes="AA">
                                      <p:cBhvr>
                                        <p:cTn id="24" dur="500" fill="hold"/>
                                        <p:tgtEl>
                                          <p:spTgt spid="14"/>
                                        </p:tgtEl>
                                        <p:attrNameLst>
                                          <p:attrName>ppt_x</p:attrName>
                                          <p:attrName>ppt_y</p:attrName>
                                        </p:attrNameLst>
                                      </p:cBhvr>
                                      <p:rCtr x="0" y="-1944"/>
                                    </p:animMotion>
                                  </p:childTnLst>
                                </p:cTn>
                              </p:par>
                              <p:par>
                                <p:cTn id="25" presetID="10" presetClass="entr" presetSubtype="0" fill="hold" nodeType="withEffect">
                                  <p:stCondLst>
                                    <p:cond delay="20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
                                        <p:tgtEl>
                                          <p:spTgt spid="4"/>
                                        </p:tgtEl>
                                      </p:cBhvr>
                                    </p:animEffect>
                                  </p:childTnLst>
                                </p:cTn>
                              </p:par>
                              <p:par>
                                <p:cTn id="28" presetID="42" presetClass="path" presetSubtype="0" decel="100000" fill="hold" nodeType="withEffect">
                                  <p:stCondLst>
                                    <p:cond delay="200"/>
                                  </p:stCondLst>
                                  <p:childTnLst>
                                    <p:animMotion origin="layout" path="M 3.125E-6 0.03889 L 3.125E-6 -4.44444E-6 " pathEditMode="relative" rAng="0" ptsTypes="AA">
                                      <p:cBhvr>
                                        <p:cTn id="29" dur="500" fill="hold"/>
                                        <p:tgtEl>
                                          <p:spTgt spid="4"/>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200"/>
                                        <p:tgtEl>
                                          <p:spTgt spid="7"/>
                                        </p:tgtEl>
                                      </p:cBhvr>
                                    </p:animEffect>
                                  </p:childTnLst>
                                </p:cTn>
                              </p:par>
                              <p:par>
                                <p:cTn id="33" presetID="42" presetClass="path" presetSubtype="0" decel="100000" fill="hold" grpId="1" nodeType="withEffect">
                                  <p:stCondLst>
                                    <p:cond delay="200"/>
                                  </p:stCondLst>
                                  <p:childTnLst>
                                    <p:animMotion origin="layout" path="M 3.125E-6 0.03889 L 3.125E-6 -4.44444E-6 " pathEditMode="relative" rAng="0" ptsTypes="AA">
                                      <p:cBhvr>
                                        <p:cTn id="34" dur="500" fill="hold"/>
                                        <p:tgtEl>
                                          <p:spTgt spid="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4" grpId="0" animBg="1"/>
      <p:bldP spid="14" grpId="1" animBg="1"/>
      <p:bldP spid="10" grpId="0" animBg="1"/>
      <p:bldP spid="10" grpId="1" animBg="1"/>
      <p:bldP spid="7" grpId="0" animBg="1"/>
      <p:bldP spid="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2873-4C72-609B-9FC7-969B0BF062BC}"/>
            </a:ext>
          </a:extLst>
        </p:cNvPr>
        <p:cNvGrpSpPr/>
        <p:nvPr/>
      </p:nvGrpSpPr>
      <p:grpSpPr>
        <a:xfrm>
          <a:off x="0" y="0"/>
          <a:ext cx="0" cy="0"/>
          <a:chOff x="0" y="0"/>
          <a:chExt cx="0" cy="0"/>
        </a:xfrm>
      </p:grpSpPr>
      <p:sp>
        <p:nvSpPr>
          <p:cNvPr id="9" name="Rounded Rectangle 13">
            <a:extLst>
              <a:ext uri="{FF2B5EF4-FFF2-40B4-BE49-F238E27FC236}">
                <a16:creationId xmlns:a16="http://schemas.microsoft.com/office/drawing/2014/main" id="{97F311F4-763F-2519-B27F-AD3EBFDFE592}"/>
              </a:ext>
              <a:ext uri="{C183D7F6-B498-43B3-948B-1728B52AA6E4}">
                <adec:decorative xmlns:adec="http://schemas.microsoft.com/office/drawing/2017/decorative" val="1"/>
              </a:ext>
            </a:extLst>
          </p:cNvPr>
          <p:cNvSpPr/>
          <p:nvPr/>
        </p:nvSpPr>
        <p:spPr bwMode="auto">
          <a:xfrm>
            <a:off x="7156357" y="1131614"/>
            <a:ext cx="3915295" cy="3915295"/>
          </a:xfrm>
          <a:prstGeom prst="roundRect">
            <a:avLst>
              <a:gd name="adj" fmla="val 8916"/>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8" name="Rectangle: Rounded Corners 7">
            <a:extLst>
              <a:ext uri="{FF2B5EF4-FFF2-40B4-BE49-F238E27FC236}">
                <a16:creationId xmlns:a16="http://schemas.microsoft.com/office/drawing/2014/main" id="{53DEF1E0-65BD-19EA-EFA3-FB948BD1899C}"/>
              </a:ext>
              <a:ext uri="{C183D7F6-B498-43B3-948B-1728B52AA6E4}">
                <adec:decorative xmlns:adec="http://schemas.microsoft.com/office/drawing/2017/decorative" val="0"/>
              </a:ext>
            </a:extLst>
          </p:cNvPr>
          <p:cNvSpPr/>
          <p:nvPr/>
        </p:nvSpPr>
        <p:spPr bwMode="auto">
          <a:xfrm>
            <a:off x="796627" y="3694797"/>
            <a:ext cx="3705790" cy="584645"/>
          </a:xfrm>
          <a:prstGeom prst="roundRect">
            <a:avLst>
              <a:gd name="adj" fmla="val 42392"/>
            </a:avLst>
          </a:prstGeom>
          <a:gradFill>
            <a:gsLst>
              <a:gs pos="0">
                <a:srgbClr val="7FC0E6"/>
              </a:gs>
              <a:gs pos="100000">
                <a:srgbClr val="B9DCD2"/>
              </a:gs>
              <a:gs pos="35000">
                <a:srgbClr val="8DC8E8"/>
              </a:gs>
            </a:gsLst>
            <a:path path="circle">
              <a:fillToRect r="100000" b="100000"/>
            </a:path>
          </a:gradFill>
        </p:spPr>
        <p:txBody>
          <a:bodyPr wrap="none" lIns="137160" tIns="18288" rIns="137160" bIns="54864" rtlCol="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24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aka.ms/aitour27/ILL224</a:t>
            </a:r>
            <a:endParaRPr kumimoji="0" lang="en-US" sz="2400" b="1" i="0" u="none" strike="noStrike" kern="1200" cap="none" spc="0" normalizeH="0" baseline="0" noProof="0" dirty="0">
              <a:ln w="3175">
                <a:noFill/>
              </a:ln>
              <a:solidFill>
                <a:srgbClr val="000000"/>
              </a:solidFill>
              <a:effectLst/>
              <a:highlight>
                <a:srgbClr val="FFFF00"/>
              </a:highlight>
              <a:uLnTx/>
              <a:uFillTx/>
              <a:latin typeface="Segoe UI Semibold" panose="020B0502040204020203" pitchFamily="34" charset="0"/>
              <a:ea typeface="+mn-ea"/>
              <a:cs typeface="Segoe UI" pitchFamily="34" charset="0"/>
            </a:endParaRPr>
          </a:p>
        </p:txBody>
      </p:sp>
      <p:sp>
        <p:nvSpPr>
          <p:cNvPr id="19" name="Title 1">
            <a:extLst>
              <a:ext uri="{FF2B5EF4-FFF2-40B4-BE49-F238E27FC236}">
                <a16:creationId xmlns:a16="http://schemas.microsoft.com/office/drawing/2014/main" id="{33698A8C-B9AD-D79D-557D-45B134189330}"/>
              </a:ext>
            </a:extLst>
          </p:cNvPr>
          <p:cNvSpPr txBox="1">
            <a:spLocks/>
          </p:cNvSpPr>
          <p:nvPr/>
        </p:nvSpPr>
        <p:spPr>
          <a:xfrm>
            <a:off x="873951" y="4637653"/>
            <a:ext cx="4667250" cy="436786"/>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10000"/>
              </a:lnSpc>
              <a:spcBef>
                <a:spcPct val="0"/>
              </a:spcBef>
              <a:spcAft>
                <a:spcPts val="1800"/>
              </a:spcAft>
              <a:buClrTx/>
              <a:buSzTx/>
              <a:buFontTx/>
              <a:buNone/>
              <a:tabLst/>
              <a:defRPr/>
            </a:pPr>
            <a:r>
              <a:rPr kumimoji="0" lang="en-CA" sz="2800" b="1" i="0" u="none" strike="noStrike" kern="1200" cap="none" spc="0" normalizeH="0" baseline="0" noProof="0">
                <a:ln w="3175">
                  <a:noFill/>
                </a:ln>
                <a:solidFill>
                  <a:srgbClr val="000000"/>
                </a:solidFill>
                <a:effectLst/>
                <a:uLnTx/>
                <a:uFillTx/>
                <a:latin typeface="Segoe UI Semibold"/>
                <a:ea typeface="+mn-ea"/>
                <a:cs typeface="Segoe UI" pitchFamily="34" charset="0"/>
              </a:rPr>
              <a:t>…or scan the QR code.</a:t>
            </a:r>
            <a:endParaRPr kumimoji="0" lang="en-CA" sz="2800" b="0" i="0" u="none" strike="noStrike" kern="1200" cap="none" spc="0" normalizeH="0" baseline="0" noProof="0">
              <a:ln w="3175">
                <a:noFill/>
              </a:ln>
              <a:solidFill>
                <a:srgbClr val="000000"/>
              </a:solidFill>
              <a:effectLst/>
              <a:uLnTx/>
              <a:uFillTx/>
              <a:latin typeface="Segoe UI Semibold"/>
              <a:ea typeface="+mn-ea"/>
              <a:cs typeface="Segoe UI" pitchFamily="34" charset="0"/>
            </a:endParaRPr>
          </a:p>
        </p:txBody>
      </p:sp>
      <p:pic>
        <p:nvPicPr>
          <p:cNvPr id="3" name="Picture 2">
            <a:extLst>
              <a:ext uri="{FF2B5EF4-FFF2-40B4-BE49-F238E27FC236}">
                <a16:creationId xmlns:a16="http://schemas.microsoft.com/office/drawing/2014/main" id="{91619D36-784D-50A5-708E-85783DD547B2}"/>
              </a:ext>
            </a:extLst>
          </p:cNvPr>
          <p:cNvPicPr>
            <a:picLocks noChangeAspect="1"/>
          </p:cNvPicPr>
          <p:nvPr/>
        </p:nvPicPr>
        <p:blipFill>
          <a:blip r:embed="rId3"/>
          <a:srcRect/>
          <a:stretch/>
        </p:blipFill>
        <p:spPr>
          <a:xfrm>
            <a:off x="7317546" y="1260461"/>
            <a:ext cx="3657600" cy="3657600"/>
          </a:xfrm>
          <a:prstGeom prst="rect">
            <a:avLst/>
          </a:prstGeom>
        </p:spPr>
      </p:pic>
      <p:sp>
        <p:nvSpPr>
          <p:cNvPr id="4" name="Title 1">
            <a:extLst>
              <a:ext uri="{FF2B5EF4-FFF2-40B4-BE49-F238E27FC236}">
                <a16:creationId xmlns:a16="http://schemas.microsoft.com/office/drawing/2014/main" id="{ADFDE89D-E360-EA6A-5E19-25317EF13089}"/>
              </a:ext>
            </a:extLst>
          </p:cNvPr>
          <p:cNvSpPr txBox="1">
            <a:spLocks/>
          </p:cNvSpPr>
          <p:nvPr/>
        </p:nvSpPr>
        <p:spPr>
          <a:xfrm>
            <a:off x="873951" y="1506741"/>
            <a:ext cx="5616059" cy="1780359"/>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10000"/>
              </a:lnSpc>
              <a:spcBef>
                <a:spcPct val="0"/>
              </a:spcBef>
              <a:spcAft>
                <a:spcPts val="0"/>
              </a:spcAft>
              <a:buClrTx/>
              <a:buSzTx/>
              <a:buFontTx/>
              <a:buNone/>
              <a:tabLst/>
              <a:defRPr/>
            </a:pPr>
            <a:r>
              <a:rPr kumimoji="0" lang="en-CA" sz="3600" b="1" i="0" u="none" strike="noStrike" kern="1200" cap="none" spc="0" normalizeH="0" baseline="0" noProof="0" dirty="0">
                <a:ln w="3175">
                  <a:noFill/>
                </a:ln>
                <a:solidFill>
                  <a:srgbClr val="000000"/>
                </a:solidFill>
                <a:effectLst/>
                <a:uLnTx/>
                <a:uFillTx/>
                <a:latin typeface="Segoe UI Semibold"/>
                <a:ea typeface="+mn-ea"/>
                <a:cs typeface="Segoe UI" pitchFamily="34" charset="0"/>
              </a:rPr>
              <a:t>Visit the GitHub repository for today’s </a:t>
            </a:r>
            <a:r>
              <a:rPr kumimoji="0" lang="en-CA" sz="3600" b="1" i="0" u="none" strike="noStrike" kern="1200" cap="none" spc="0" normalizeH="0" baseline="0" noProof="0">
                <a:ln w="3175">
                  <a:noFill/>
                </a:ln>
                <a:solidFill>
                  <a:srgbClr val="000000"/>
                </a:solidFill>
                <a:effectLst/>
                <a:uLnTx/>
                <a:uFillTx/>
                <a:latin typeface="Segoe UI Semibold"/>
                <a:ea typeface="+mn-ea"/>
                <a:cs typeface="Segoe UI" pitchFamily="34" charset="0"/>
              </a:rPr>
              <a:t>presentation and </a:t>
            </a:r>
            <a:r>
              <a:rPr kumimoji="0" lang="en-CA" sz="3600" b="1" i="0" u="none" strike="noStrike" kern="1200" cap="none" spc="0" normalizeH="0" baseline="0" noProof="0" dirty="0">
                <a:ln w="3175">
                  <a:noFill/>
                </a:ln>
                <a:solidFill>
                  <a:srgbClr val="000000"/>
                </a:solidFill>
                <a:effectLst/>
                <a:uLnTx/>
                <a:uFillTx/>
                <a:latin typeface="Segoe UI Semibold"/>
                <a:ea typeface="+mn-ea"/>
                <a:cs typeface="Segoe UI" pitchFamily="34" charset="0"/>
              </a:rPr>
              <a:t>other resources</a:t>
            </a:r>
            <a:endParaRPr kumimoji="0" lang="en-CA" sz="3600" b="0" i="0" u="none" strike="noStrike" kern="1200" cap="none" spc="0" normalizeH="0" baseline="0" noProof="0" dirty="0">
              <a:ln w="3175">
                <a:noFill/>
              </a:ln>
              <a:solidFill>
                <a:srgbClr val="000000"/>
              </a:solidFill>
              <a:effectLst/>
              <a:uLnTx/>
              <a:uFillTx/>
              <a:latin typeface="Segoe UI Semibold"/>
              <a:ea typeface="+mn-ea"/>
              <a:cs typeface="Segoe UI" pitchFamily="34" charset="0"/>
            </a:endParaRPr>
          </a:p>
        </p:txBody>
      </p:sp>
    </p:spTree>
    <p:extLst>
      <p:ext uri="{BB962C8B-B14F-4D97-AF65-F5344CB8AC3E}">
        <p14:creationId xmlns:p14="http://schemas.microsoft.com/office/powerpoint/2010/main" val="39481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35" presetClass="path" presetSubtype="0" decel="100000" fill="hold" grpId="1" nodeType="withEffect">
                                  <p:stCondLst>
                                    <p:cond delay="100"/>
                                  </p:stCondLst>
                                  <p:childTnLst>
                                    <p:animMotion origin="layout" path="M 2.29167E-6 -2.22222E-6 L 2.29167E-6 0.06644 " pathEditMode="relative" rAng="0" ptsTypes="AA">
                                      <p:cBhvr>
                                        <p:cTn id="12" dur="750" spd="-100000" fill="hold"/>
                                        <p:tgtEl>
                                          <p:spTgt spid="18"/>
                                        </p:tgtEl>
                                        <p:attrNameLst>
                                          <p:attrName>ppt_x</p:attrName>
                                          <p:attrName>ppt_y</p:attrName>
                                        </p:attrNameLst>
                                      </p:cBhvr>
                                      <p:rCtr x="0" y="3310"/>
                                    </p:animMotion>
                                  </p:childTnLst>
                                </p:cTn>
                              </p:par>
                              <p:par>
                                <p:cTn id="13" presetID="10" presetClass="entr" presetSubtype="0" fill="hold" grpId="0" nodeType="withEffect">
                                  <p:stCondLst>
                                    <p:cond delay="2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35" presetClass="path" presetSubtype="0" decel="100000" fill="hold" grpId="1" nodeType="withEffect">
                                  <p:stCondLst>
                                    <p:cond delay="200"/>
                                  </p:stCondLst>
                                  <p:childTnLst>
                                    <p:animMotion origin="layout" path="M -1.04167E-6 -2.59259E-6 L -1.04167E-6 0.06644 " pathEditMode="relative" rAng="0" ptsTypes="AA">
                                      <p:cBhvr>
                                        <p:cTn id="17" dur="750" spd="-100000" fill="hold"/>
                                        <p:tgtEl>
                                          <p:spTgt spid="19"/>
                                        </p:tgtEl>
                                        <p:attrNameLst>
                                          <p:attrName>ppt_x</p:attrName>
                                          <p:attrName>ppt_y</p:attrName>
                                        </p:attrNameLst>
                                      </p:cBhvr>
                                      <p:rCtr x="0" y="3310"/>
                                    </p:animMotion>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35" presetClass="path" presetSubtype="0" decel="100000" fill="hold" grpId="1" nodeType="withEffect">
                                  <p:stCondLst>
                                    <p:cond delay="0"/>
                                  </p:stCondLst>
                                  <p:childTnLst>
                                    <p:animMotion origin="layout" path="M -3.125E-6 -4.44444E-6 L -3.125E-6 0.06644 " pathEditMode="relative" rAng="0" ptsTypes="AA">
                                      <p:cBhvr>
                                        <p:cTn id="22" dur="750" spd="-100000" fill="hold"/>
                                        <p:tgtEl>
                                          <p:spTgt spid="4"/>
                                        </p:tgtEl>
                                        <p:attrNameLst>
                                          <p:attrName>ppt_x</p:attrName>
                                          <p:attrName>ppt_y</p:attrName>
                                        </p:attrNameLst>
                                      </p:cBhvr>
                                      <p:rCtr x="0" y="33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8" grpId="1" animBg="1"/>
      <p:bldP spid="19" grpId="0"/>
      <p:bldP spid="19" grpId="1"/>
      <p:bldP spid="4" grpId="0"/>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1DA0F-9F0B-34FE-F0B1-C1556D665681}"/>
            </a:ext>
          </a:extLst>
        </p:cNvPr>
        <p:cNvGrpSpPr/>
        <p:nvPr/>
      </p:nvGrpSpPr>
      <p:grpSpPr>
        <a:xfrm>
          <a:off x="0" y="0"/>
          <a:ext cx="0" cy="0"/>
          <a:chOff x="0" y="0"/>
          <a:chExt cx="0" cy="0"/>
        </a:xfrm>
      </p:grpSpPr>
      <p:sp>
        <p:nvSpPr>
          <p:cNvPr id="6" name="Oval 6">
            <a:extLst>
              <a:ext uri="{FF2B5EF4-FFF2-40B4-BE49-F238E27FC236}">
                <a16:creationId xmlns:a16="http://schemas.microsoft.com/office/drawing/2014/main" id="{E6FAEDA9-1A31-956E-3705-0FB150C46842}"/>
              </a:ext>
              <a:ext uri="{C183D7F6-B498-43B3-948B-1728B52AA6E4}">
                <adec:decorative xmlns:adec="http://schemas.microsoft.com/office/drawing/2017/decorative" val="1"/>
              </a:ext>
            </a:extLst>
          </p:cNvPr>
          <p:cNvSpPr/>
          <p:nvPr/>
        </p:nvSpPr>
        <p:spPr bwMode="auto">
          <a:xfrm>
            <a:off x="-950627" y="-946404"/>
            <a:ext cx="14093265" cy="8750808"/>
          </a:xfrm>
          <a:prstGeom prst="ellipse">
            <a:avLst/>
          </a:prstGeom>
          <a:gradFill flip="none" rotWithShape="1">
            <a:gsLst>
              <a:gs pos="15000">
                <a:srgbClr val="E7F3EF"/>
              </a:gs>
              <a:gs pos="87000">
                <a:srgbClr val="E1F2FA"/>
              </a:gs>
            </a:gsLst>
            <a:lin ang="0" scaled="0"/>
            <a:tileRect/>
          </a:gradFill>
          <a:ln>
            <a:noFill/>
            <a:headEnd type="none" w="med" len="med"/>
            <a:tailEnd type="none" w="med" len="med"/>
          </a:ln>
          <a:effectLst>
            <a:softEdge rad="12700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0" normalizeH="0" baseline="0" noProof="0">
              <a:ln>
                <a:noFill/>
              </a:ln>
              <a:solidFill>
                <a:srgbClr val="EE0000"/>
              </a:solidFill>
              <a:effectLst/>
              <a:uLnTx/>
              <a:uFillTx/>
              <a:latin typeface="Segoe UI"/>
              <a:ea typeface="+mn-ea"/>
              <a:cs typeface="Segoe UI" pitchFamily="34" charset="0"/>
            </a:endParaRPr>
          </a:p>
        </p:txBody>
      </p:sp>
      <p:sp>
        <p:nvSpPr>
          <p:cNvPr id="3" name="Title 6">
            <a:extLst>
              <a:ext uri="{FF2B5EF4-FFF2-40B4-BE49-F238E27FC236}">
                <a16:creationId xmlns:a16="http://schemas.microsoft.com/office/drawing/2014/main" id="{087D971A-C8F7-80E4-C605-F47D5FC67B10}"/>
              </a:ext>
            </a:extLst>
          </p:cNvPr>
          <p:cNvSpPr txBox="1">
            <a:spLocks noGrp="1"/>
          </p:cNvSpPr>
          <p:nvPr>
            <p:ph type="title" idx="4294967295"/>
          </p:nvPr>
        </p:nvSpPr>
        <p:spPr>
          <a:xfrm>
            <a:off x="582617" y="1582738"/>
            <a:ext cx="11026775" cy="1846659"/>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130" rtl="0" eaLnBrk="1" fontAlgn="base" latinLnBrk="0" hangingPunct="1">
              <a:lnSpc>
                <a:spcPct val="100000"/>
              </a:lnSpc>
              <a:spcBef>
                <a:spcPts val="1500"/>
              </a:spcBef>
              <a:spcAft>
                <a:spcPts val="0"/>
              </a:spcAft>
              <a:buClrTx/>
              <a:buSzTx/>
              <a:buFontTx/>
              <a:buNone/>
              <a:tabLst/>
              <a:defRPr/>
            </a:pPr>
            <a:r>
              <a:rPr lang="en-US" sz="7200" b="1" dirty="0">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rPr>
              <a:t>50% OFF</a:t>
            </a:r>
            <a:br>
              <a:rPr kumimoji="0" lang="en-US" sz="4800" b="1" i="0" u="none" strike="noStrike" kern="1200" cap="none" spc="-50" normalizeH="0" baseline="0" noProof="0" dirty="0">
                <a:ln w="3175">
                  <a:noFill/>
                </a:ln>
                <a:gradFill flip="none" rotWithShape="1">
                  <a:gsLst>
                    <a:gs pos="0">
                      <a:srgbClr val="C2B0E1"/>
                    </a:gs>
                    <a:gs pos="100000">
                      <a:srgbClr val="71B8E5"/>
                    </a:gs>
                    <a:gs pos="53000">
                      <a:srgbClr val="8EC8E9"/>
                    </a:gs>
                  </a:gsLst>
                  <a:path path="circle">
                    <a:fillToRect l="100000" b="100000"/>
                  </a:path>
                  <a:tileRect t="-100000" r="-100000"/>
                </a:gradFill>
                <a:effectLst/>
                <a:uLnTx/>
                <a:uFillTx/>
                <a:latin typeface="Segoe UI Semibold" panose="020B0502040204020203" pitchFamily="34" charset="0"/>
                <a:ea typeface="+mn-ea"/>
                <a:cs typeface="Segoe UI" pitchFamily="34" charset="0"/>
              </a:rPr>
            </a:br>
            <a:r>
              <a:rPr kumimoji="0" lang="en-US" sz="4800" b="1" i="0" u="none" strike="noStrike" kern="1200" cap="none" spc="0" normalizeH="0" baseline="0" noProof="0" dirty="0">
                <a:ln>
                  <a:noFill/>
                </a:ln>
                <a:gradFill>
                  <a:gsLst>
                    <a:gs pos="32110">
                      <a:schemeClr val="tx1"/>
                    </a:gs>
                    <a:gs pos="72000">
                      <a:schemeClr val="tx1"/>
                    </a:gs>
                  </a:gsLst>
                  <a:path path="circle">
                    <a:fillToRect l="100000" t="100000"/>
                  </a:path>
                </a:gradFill>
                <a:effectLst/>
                <a:uLnTx/>
                <a:uFillTx/>
                <a:latin typeface="Segoe UI Semibold" panose="020B0502040204020203" pitchFamily="34" charset="0"/>
                <a:ea typeface="+mn-ea"/>
                <a:cs typeface="Segoe UI" pitchFamily="34" charset="0"/>
              </a:rPr>
              <a:t>Microsoft Certification exams</a:t>
            </a:r>
          </a:p>
        </p:txBody>
      </p:sp>
      <p:sp>
        <p:nvSpPr>
          <p:cNvPr id="8" name="Title 6">
            <a:extLst>
              <a:ext uri="{FF2B5EF4-FFF2-40B4-BE49-F238E27FC236}">
                <a16:creationId xmlns:a16="http://schemas.microsoft.com/office/drawing/2014/main" id="{E0B70294-ECED-CB55-1A2C-7515C5E7A2EF}"/>
              </a:ext>
            </a:extLst>
          </p:cNvPr>
          <p:cNvSpPr txBox="1">
            <a:spLocks/>
          </p:cNvSpPr>
          <p:nvPr/>
        </p:nvSpPr>
        <p:spPr>
          <a:xfrm>
            <a:off x="1528767" y="3778266"/>
            <a:ext cx="9134476" cy="492443"/>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130" rtl="0" eaLnBrk="1" fontAlgn="base" latinLnBrk="0" hangingPunct="1">
              <a:lnSpc>
                <a:spcPct val="100000"/>
              </a:lnSpc>
              <a:spcBef>
                <a:spcPts val="600"/>
              </a:spcBef>
              <a:spcAft>
                <a:spcPct val="0"/>
              </a:spcAft>
              <a:buClrTx/>
              <a:buSzPct val="90000"/>
              <a:buFontTx/>
              <a:buNone/>
              <a:tabLst/>
              <a:defRPr/>
            </a:pPr>
            <a:r>
              <a:rPr kumimoji="0" lang="en-US" sz="3200" b="1" i="0" u="none" strike="noStrike" kern="1200" cap="none" spc="-50" normalizeH="0" baseline="0" noProof="0" dirty="0">
                <a:ln w="3175">
                  <a:noFill/>
                </a:ln>
                <a:gradFill flip="none" rotWithShape="1">
                  <a:gsLst>
                    <a:gs pos="0">
                      <a:srgbClr val="175B9C"/>
                    </a:gs>
                    <a:gs pos="100000">
                      <a:srgbClr val="87ADA2"/>
                    </a:gs>
                    <a:gs pos="50000">
                      <a:srgbClr val="0078D4"/>
                    </a:gs>
                  </a:gsLst>
                  <a:path path="circle">
                    <a:fillToRect t="100000" r="100000"/>
                  </a:path>
                  <a:tileRect l="-100000" b="-100000"/>
                </a:gradFill>
                <a:effectLst/>
                <a:uLnTx/>
                <a:uFillTx/>
                <a:latin typeface="Segoe UI Semibold" panose="020B0502040204020203" pitchFamily="34" charset="0"/>
                <a:ea typeface="+mn-ea"/>
                <a:cs typeface="Segoe UI" pitchFamily="34" charset="0"/>
              </a:rPr>
              <a:t>Level up your skills and save!</a:t>
            </a:r>
          </a:p>
        </p:txBody>
      </p:sp>
      <p:sp>
        <p:nvSpPr>
          <p:cNvPr id="7" name="TextBox 6">
            <a:extLst>
              <a:ext uri="{FF2B5EF4-FFF2-40B4-BE49-F238E27FC236}">
                <a16:creationId xmlns:a16="http://schemas.microsoft.com/office/drawing/2014/main" id="{9741D1BE-6212-B90A-DEA8-818FA6D18ED9}"/>
              </a:ext>
            </a:extLst>
          </p:cNvPr>
          <p:cNvSpPr txBox="1"/>
          <p:nvPr/>
        </p:nvSpPr>
        <p:spPr>
          <a:xfrm>
            <a:off x="3059267" y="4825094"/>
            <a:ext cx="6073476" cy="445877"/>
          </a:xfrm>
          <a:prstGeom prst="roundRect">
            <a:avLst>
              <a:gd name="adj" fmla="val 37015"/>
            </a:avLst>
          </a:prstGeom>
          <a:gradFill flip="none" rotWithShape="1">
            <a:gsLst>
              <a:gs pos="0">
                <a:srgbClr val="7FC0E6"/>
              </a:gs>
              <a:gs pos="100000">
                <a:srgbClr val="B9DCD2"/>
              </a:gs>
              <a:gs pos="35000">
                <a:srgbClr val="8DC8E8"/>
              </a:gs>
            </a:gsLst>
            <a:path path="circle">
              <a:fillToRect r="100000" b="100000"/>
            </a:path>
            <a:tileRect l="-100000" t="-100000"/>
          </a:gradFill>
        </p:spPr>
        <p:txBody>
          <a:bodyPr wrap="none" lIns="137160" tIns="18288" rIns="137160" bIns="54864" rtlCol="0">
            <a:spAutoFit/>
          </a:bodyPr>
          <a:lstStyle>
            <a:defPPr>
              <a:defRPr lang="en-US"/>
            </a:defPPr>
            <a:lvl1pPr algn="ctr" defTabSz="914437" fontAlgn="base">
              <a:spcBef>
                <a:spcPct val="0"/>
              </a:spcBef>
              <a:spcAft>
                <a:spcPct val="0"/>
              </a:spcAft>
              <a:tabLst>
                <a:tab pos="1487158" algn="l"/>
              </a:tabLst>
              <a:defRPr sz="1400" b="0">
                <a:ln w="3175">
                  <a:noFill/>
                </a:ln>
                <a:latin typeface="+mj-lt"/>
                <a:cs typeface="Segoe UI" pitchFamily="34" charset="0"/>
              </a:defRPr>
            </a:lvl1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800" b="0" i="0" u="none" strike="noStrike" kern="1200" cap="none" spc="0" normalizeH="0" baseline="0" noProof="0" dirty="0">
                <a:ln w="3175">
                  <a:noFill/>
                </a:ln>
                <a:solidFill>
                  <a:srgbClr val="000000"/>
                </a:solidFill>
                <a:effectLst/>
                <a:uLnTx/>
                <a:uFillTx/>
                <a:latin typeface="Segoe UI Semibold"/>
                <a:ea typeface="+mn-ea"/>
                <a:cs typeface="Segoe UI" pitchFamily="34" charset="0"/>
              </a:rPr>
              <a:t>Visit the Microsoft Skilling booth for more information</a:t>
            </a:r>
          </a:p>
        </p:txBody>
      </p:sp>
    </p:spTree>
    <p:extLst>
      <p:ext uri="{BB962C8B-B14F-4D97-AF65-F5344CB8AC3E}">
        <p14:creationId xmlns:p14="http://schemas.microsoft.com/office/powerpoint/2010/main" val="722314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800" fill="hold"/>
                                        <p:tgtEl>
                                          <p:spTgt spid="6"/>
                                        </p:tgtEl>
                                        <p:attrNameLst>
                                          <p:attrName>ppt_x</p:attrName>
                                        </p:attrNameLst>
                                      </p:cBhvr>
                                      <p:tavLst>
                                        <p:tav tm="0">
                                          <p:val>
                                            <p:strVal val="#ppt_x"/>
                                          </p:val>
                                        </p:tav>
                                        <p:tav tm="100000">
                                          <p:val>
                                            <p:strVal val="#ppt_x"/>
                                          </p:val>
                                        </p:tav>
                                      </p:tavLst>
                                    </p:anim>
                                    <p:anim calcmode="lin" valueType="num">
                                      <p:cBhvr additive="base">
                                        <p:cTn id="8" dur="800" fill="hold"/>
                                        <p:tgtEl>
                                          <p:spTgt spid="6"/>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100"/>
                                  </p:stCondLst>
                                  <p:iterate type="lt">
                                    <p:tmPct val="5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200"/>
                                        <p:tgtEl>
                                          <p:spTgt spid="3"/>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00"/>
                                        <p:tgtEl>
                                          <p:spTgt spid="8"/>
                                        </p:tgtEl>
                                      </p:cBhvr>
                                    </p:animEffect>
                                  </p:childTnLst>
                                </p:cTn>
                              </p:par>
                              <p:par>
                                <p:cTn id="15" presetID="10" presetClass="entr" presetSubtype="0" fill="hold" grpId="0" nodeType="withEffect">
                                  <p:stCondLst>
                                    <p:cond delay="3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P spid="8" grpId="0"/>
      <p:bldP spid="7" grpId="0" animBg="1"/>
    </p:bldLst>
  </p:timing>
</p:sld>
</file>

<file path=ppt/theme/theme1.xml><?xml version="1.0" encoding="utf-8"?>
<a:theme xmlns:a="http://schemas.openxmlformats.org/drawingml/2006/main" name="Microsoft AI Tour 16:9 Template Light">
  <a:themeElements>
    <a:clrScheme name="Custom 103">
      <a:dk1>
        <a:srgbClr val="000000"/>
      </a:dk1>
      <a:lt1>
        <a:srgbClr val="FFFFFF"/>
      </a:lt1>
      <a:dk2>
        <a:srgbClr val="2A446F"/>
      </a:dk2>
      <a:lt2>
        <a:srgbClr val="E8E6DF"/>
      </a:lt2>
      <a:accent1>
        <a:srgbClr val="0078D4"/>
      </a:accent1>
      <a:accent2>
        <a:srgbClr val="8661C5"/>
      </a:accent2>
      <a:accent3>
        <a:srgbClr val="2A446F"/>
      </a:accent3>
      <a:accent4>
        <a:srgbClr val="8C8279"/>
      </a:accent4>
      <a:accent5>
        <a:srgbClr val="49C5B1"/>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 FY27_16-9 Event-template" id="{8D0738F8-0A34-45C1-B273-535BB1E65592}" vid="{76CA2B90-B2B6-4C1E-8731-3A9801060A3B}"/>
    </a:ext>
  </a:extLst>
</a:theme>
</file>

<file path=ppt/theme/theme2.xml><?xml version="1.0" encoding="utf-8"?>
<a:theme xmlns:a="http://schemas.openxmlformats.org/drawingml/2006/main" name="Microsoft AI Tour 16:9 Template Dark">
  <a:themeElements>
    <a:clrScheme name="Custom 105">
      <a:dk1>
        <a:srgbClr val="2A446F"/>
      </a:dk1>
      <a:lt1>
        <a:srgbClr val="FFFFFF"/>
      </a:lt1>
      <a:dk2>
        <a:srgbClr val="2A446F"/>
      </a:dk2>
      <a:lt2>
        <a:srgbClr val="E8E6DF"/>
      </a:lt2>
      <a:accent1>
        <a:srgbClr val="8DC8E8"/>
      </a:accent1>
      <a:accent2>
        <a:srgbClr val="C5B4E3"/>
      </a:accent2>
      <a:accent3>
        <a:srgbClr val="49C5B1"/>
      </a:accent3>
      <a:accent4>
        <a:srgbClr val="E1D3C7"/>
      </a:accent4>
      <a:accent5>
        <a:srgbClr val="8661C5"/>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 FY27_16-9 Event-template" id="{8D0738F8-0A34-45C1-B273-535BB1E65592}" vid="{895659C4-1E35-4539-9597-5BEFC32426B5}"/>
    </a:ext>
  </a:extLst>
</a:theme>
</file>

<file path=ppt/theme/theme3.xml><?xml version="1.0" encoding="utf-8"?>
<a:theme xmlns:a="http://schemas.openxmlformats.org/drawingml/2006/main" name="Microsoft AI Tour FY27 Light">
  <a:themeElements>
    <a:clrScheme name="Custom 103">
      <a:dk1>
        <a:srgbClr val="000000"/>
      </a:dk1>
      <a:lt1>
        <a:srgbClr val="FFFFFF"/>
      </a:lt1>
      <a:dk2>
        <a:srgbClr val="2A446F"/>
      </a:dk2>
      <a:lt2>
        <a:srgbClr val="E8E6DF"/>
      </a:lt2>
      <a:accent1>
        <a:srgbClr val="0078D4"/>
      </a:accent1>
      <a:accent2>
        <a:srgbClr val="8661C5"/>
      </a:accent2>
      <a:accent3>
        <a:srgbClr val="2A446F"/>
      </a:accent3>
      <a:accent4>
        <a:srgbClr val="8C8279"/>
      </a:accent4>
      <a:accent5>
        <a:srgbClr val="49C5B1"/>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2" id="{4B423E8F-05C5-8545-A12D-ACF10CFB6787}" vid="{B9F808A2-A318-BC42-A394-0C12ECB40F1B}"/>
    </a:ext>
  </a:extLst>
</a:theme>
</file>

<file path=ppt/theme/theme4.xml><?xml version="1.0" encoding="utf-8"?>
<a:theme xmlns:a="http://schemas.openxmlformats.org/drawingml/2006/main" name="2_Microsoft AI Tour 16:9 Template Light">
  <a:themeElements>
    <a:clrScheme name="Custom 103">
      <a:dk1>
        <a:srgbClr val="000000"/>
      </a:dk1>
      <a:lt1>
        <a:srgbClr val="FFFFFF"/>
      </a:lt1>
      <a:dk2>
        <a:srgbClr val="2A446F"/>
      </a:dk2>
      <a:lt2>
        <a:srgbClr val="E8E6DF"/>
      </a:lt2>
      <a:accent1>
        <a:srgbClr val="0078D4"/>
      </a:accent1>
      <a:accent2>
        <a:srgbClr val="8661C5"/>
      </a:accent2>
      <a:accent3>
        <a:srgbClr val="2A446F"/>
      </a:accent3>
      <a:accent4>
        <a:srgbClr val="8C8279"/>
      </a:accent4>
      <a:accent5>
        <a:srgbClr val="49C5B1"/>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 FY27_16-9 Event-template" id="{8D0738F8-0A34-45C1-B273-535BB1E65592}" vid="{76CA2B90-B2B6-4C1E-8731-3A9801060A3B}"/>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804751ba-60e0-4191-9865-d7e5284c1d69">
      <Terms xmlns="http://schemas.microsoft.com/office/infopath/2007/PartnerControls"/>
    </lcf76f155ced4ddcb4097134ff3c332f>
    <TaxCatchAll xmlns="230e9df3-be65-4c73-a93b-d1236ebd677e" xsi:nil="true"/>
    <Number xmlns="804751ba-60e0-4191-9865-d7e5284c1d69" xsi:nil="true"/>
    <Time xmlns="804751ba-60e0-4191-9865-d7e5284c1d69" xsi:nil="true"/>
    <content xmlns="804751ba-60e0-4191-9865-d7e5284c1d6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FE71A6B924FC94981CCAD1A585590D8" ma:contentTypeVersion="27" ma:contentTypeDescription="Create a new document." ma:contentTypeScope="" ma:versionID="566528f2922ad54e26a908d2133454c1">
  <xsd:schema xmlns:xsd="http://www.w3.org/2001/XMLSchema" xmlns:xs="http://www.w3.org/2001/XMLSchema" xmlns:p="http://schemas.microsoft.com/office/2006/metadata/properties" xmlns:ns1="http://schemas.microsoft.com/sharepoint/v3" xmlns:ns2="804751ba-60e0-4191-9865-d7e5284c1d69" xmlns:ns3="913b567d-4c83-4181-a45c-f04ce7e1b72e" xmlns:ns4="230e9df3-be65-4c73-a93b-d1236ebd677e" targetNamespace="http://schemas.microsoft.com/office/2006/metadata/properties" ma:root="true" ma:fieldsID="6c91453d1ce2972ce38a1123b4b20cb5" ns1:_="" ns2:_="" ns3:_="" ns4:_="">
    <xsd:import namespace="http://schemas.microsoft.com/sharepoint/v3"/>
    <xsd:import namespace="804751ba-60e0-4191-9865-d7e5284c1d69"/>
    <xsd:import namespace="913b567d-4c83-4181-a45c-f04ce7e1b72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Location" minOccurs="0"/>
                <xsd:element ref="ns1:_ip_UnifiedCompliancePolicyProperties" minOccurs="0"/>
                <xsd:element ref="ns1:_ip_UnifiedCompliancePolicyUIAction" minOccurs="0"/>
                <xsd:element ref="ns2:Number" minOccurs="0"/>
                <xsd:element ref="ns2:MediaLengthInSeconds" minOccurs="0"/>
                <xsd:element ref="ns2:lcf76f155ced4ddcb4097134ff3c332f" minOccurs="0"/>
                <xsd:element ref="ns4:TaxCatchAll" minOccurs="0"/>
                <xsd:element ref="ns2:Time" minOccurs="0"/>
                <xsd:element ref="ns2:MediaServiceSearchProperties" minOccurs="0"/>
                <xsd:element ref="ns2:MediaServiceObjectDetectorVersions" minOccurs="0"/>
                <xsd:element ref="ns2:TranslatedLang" minOccurs="0"/>
                <xsd:element ref="ns2:content" minOccurs="0"/>
                <xsd:element ref="ns2:MediaServiceDoc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ma:readOnly="false">
      <xsd:simpleType>
        <xsd:restriction base="dms:Note"/>
      </xsd:simpleType>
    </xsd:element>
    <xsd:element name="_ip_UnifiedCompliancePolicyUIAction" ma:index="20"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4751ba-60e0-4191-9865-d7e5284c1d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OCR" ma:index="17" nillable="true" ma:displayName="Extracted Text" ma:hidden="true" ma:internalName="MediaServiceOCR" ma:readOnly="true">
      <xsd:simpleType>
        <xsd:restriction base="dms:Note"/>
      </xsd:simpleType>
    </xsd:element>
    <xsd:element name="MediaServiceLocation" ma:index="18" nillable="true" ma:displayName="Location" ma:hidden="true" ma:internalName="MediaServiceLocation" ma:readOnly="true">
      <xsd:simpleType>
        <xsd:restriction base="dms:Text"/>
      </xsd:simpleType>
    </xsd:element>
    <xsd:element name="Number" ma:index="21" nillable="true" ma:displayName="Number" ma:format="Dropdown" ma:internalName="Number" ma:percentage="FALSE">
      <xsd:simpleType>
        <xsd:restriction base="dms:Number"/>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Time" ma:index="26" nillable="true" ma:displayName="Time" ma:format="DateTime" ma:internalName="Tim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TranslatedLang" ma:index="29" nillable="true" ma:displayName="Translated Language" ma:hidden="true" ma:internalName="TranslatedLang" ma:readOnly="true">
      <xsd:simpleType>
        <xsd:restriction base="dms:Text"/>
      </xsd:simpleType>
    </xsd:element>
    <xsd:element name="content" ma:index="30" nillable="true" ma:displayName="content" ma:format="Dropdown" ma:internalName="content">
      <xsd:simpleType>
        <xsd:restriction base="dms:Choice">
          <xsd:enumeration value="Visual Studio"/>
          <xsd:enumeration value="VS Code"/>
          <xsd:enumeration value="GitHub Copilot"/>
          <xsd:enumeration value="Dev Box"/>
          <xsd:enumeration value="Choice 5"/>
        </xsd:restriction>
      </xsd:simpleType>
    </xsd:element>
    <xsd:element name="MediaServiceDocTags" ma:index="31" nillable="true" ma:displayName="MediaServiceDocTags" ma:hidden="true" ma:internalName="MediaServiceDocTags" ma:readOnly="true">
      <xsd:simpleType>
        <xsd:restriction base="dms:Note"/>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3b567d-4c83-4181-a45c-f04ce7e1b72e"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ae7d3c4e-66c4-4603-a26b-8d6b1e039262}" ma:internalName="TaxCatchAll" ma:showField="CatchAllData" ma:web="913b567d-4c83-4181-a45c-f04ce7e1b7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purl.org/dc/terms/"/>
    <ds:schemaRef ds:uri="http://schemas.openxmlformats.org/package/2006/metadata/core-properties"/>
    <ds:schemaRef ds:uri="913b567d-4c83-4181-a45c-f04ce7e1b72e"/>
    <ds:schemaRef ds:uri="http://schemas.microsoft.com/office/2006/metadata/properties"/>
    <ds:schemaRef ds:uri="http://schemas.microsoft.com/office/infopath/2007/PartnerControls"/>
    <ds:schemaRef ds:uri="http://purl.org/dc/dcmitype/"/>
    <ds:schemaRef ds:uri="http://purl.org/dc/elements/1.1/"/>
    <ds:schemaRef ds:uri="http://schemas.microsoft.com/office/2006/documentManagement/types"/>
    <ds:schemaRef ds:uri="230e9df3-be65-4c73-a93b-d1236ebd677e"/>
    <ds:schemaRef ds:uri="804751ba-60e0-4191-9865-d7e5284c1d69"/>
    <ds:schemaRef ds:uri="http://schemas.microsoft.com/sharepoint/v3"/>
    <ds:schemaRef ds:uri="http://www.w3.org/XML/1998/namespace"/>
  </ds:schemaRefs>
</ds:datastoreItem>
</file>

<file path=customXml/itemProps3.xml><?xml version="1.0" encoding="utf-8"?>
<ds:datastoreItem xmlns:ds="http://schemas.openxmlformats.org/officeDocument/2006/customXml" ds:itemID="{19BECC5C-7171-415F-9A8D-71C2A7FE40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04751ba-60e0-4191-9865-d7e5284c1d69"/>
    <ds:schemaRef ds:uri="913b567d-4c83-4181-a45c-f04ce7e1b72e"/>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 AI Tour 16:9 Template Light</Template>
  <TotalTime>0</TotalTime>
  <Words>1555</Words>
  <Application>Microsoft Macintosh PowerPoint</Application>
  <PresentationFormat>Widescreen</PresentationFormat>
  <Paragraphs>186</Paragraphs>
  <Slides>18</Slides>
  <Notes>10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18</vt:i4>
      </vt:variant>
    </vt:vector>
  </HeadingPairs>
  <TitlesOfParts>
    <vt:vector size="30" baseType="lpstr">
      <vt:lpstr>Aptos</vt:lpstr>
      <vt:lpstr>Arial</vt:lpstr>
      <vt:lpstr>Calibri</vt:lpstr>
      <vt:lpstr>Consolas</vt:lpstr>
      <vt:lpstr>Segoe Sans Display Semibold</vt:lpstr>
      <vt:lpstr>Segoe UI</vt:lpstr>
      <vt:lpstr>Segoe UI Semibold</vt:lpstr>
      <vt:lpstr>Wingdings</vt:lpstr>
      <vt:lpstr>Microsoft AI Tour 16:9 Template Light</vt:lpstr>
      <vt:lpstr>Microsoft AI Tour 16:9 Template Dark</vt:lpstr>
      <vt:lpstr>Microsoft AI Tour FY27 Light</vt:lpstr>
      <vt:lpstr>2_Microsoft AI Tour 16:9 Template Light</vt:lpstr>
      <vt:lpstr>Microsoft AI Tour</vt:lpstr>
      <vt:lpstr>See how far one agent goes in Copilot Studio​</vt:lpstr>
      <vt:lpstr>Agenda</vt:lpstr>
      <vt:lpstr>Enterprise processes are complex</vt:lpstr>
      <vt:lpstr>Agents can help</vt:lpstr>
      <vt:lpstr>Copilot Studio is your enterprise-grade agent platform</vt:lpstr>
      <vt:lpstr>What is a harness?</vt:lpstr>
      <vt:lpstr>Now, agents can handle your most complex  business processes with the GitHub Copilot Harness</vt:lpstr>
      <vt:lpstr>Five capabilities to try for building powerful business solutions</vt:lpstr>
      <vt:lpstr>Workflow designer</vt:lpstr>
      <vt:lpstr>Work IQ API and MCP</vt:lpstr>
      <vt:lpstr>Agent evaluations</vt:lpstr>
      <vt:lpstr>Caldova scaled fast, supplier assurance didn't</vt:lpstr>
      <vt:lpstr>Demo</vt:lpstr>
      <vt:lpstr>Hands on Lab</vt:lpstr>
      <vt:lpstr>Keep  learning</vt:lpstr>
      <vt:lpstr>PowerPoint Presentation</vt:lpstr>
      <vt:lpstr>50% OFF Microsoft Certification exams</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AI Tour FY27</dc:title>
  <dc:subject>Microsoft AI Tour</dc:subject>
  <dc:creator/>
  <cp:keywords>Microsoft AI Tour</cp:keywords>
  <dc:description/>
  <cp:lastModifiedBy>Demo User 185</cp:lastModifiedBy>
  <cp:revision>16</cp:revision>
  <cp:lastPrinted>2023-02-15T20:48:24Z</cp:lastPrinted>
  <dcterms:created xsi:type="dcterms:W3CDTF">2026-08-11T17:27:22Z</dcterms:created>
  <dcterms:modified xsi:type="dcterms:W3CDTF">2026-09-26T03:37:21Z</dcterms:modified>
  <cp:category>Microsoft AI Tour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0x0101002FE71A6B924FC94981CCAD1A585590D8</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tadata">
    <vt:lpwstr/>
  </property>
  <property fmtid="{D5CDD505-2E9C-101B-9397-08002B2CF9AE}" pid="19" name="MediaServiceImageTags">
    <vt:lpwstr/>
  </property>
</Properties>
</file>